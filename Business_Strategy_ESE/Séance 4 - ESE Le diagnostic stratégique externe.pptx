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12192000"/>
  <p:notesSz cx="12192000" cy="6858000"/>
  <p:embeddedFontLst>
    <p:embeddedFont>
      <p:font typeface="Anton"/>
      <p:regular r:id="rId38"/>
    </p:embeddedFont>
    <p:embeddedFont>
      <p:font typeface="Libre Baskerville"/>
      <p:regular r:id="rId39"/>
      <p:bold r:id="rId40"/>
      <p:italic r:id="rId41"/>
    </p:embeddedFont>
    <p:embeddedFont>
      <p:font typeface="Candara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46" roundtripDataSignature="AMtx7mjPH95rTuTbIbn2eiy3qVlKyVZi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ibreBaskerville-bold.fntdata"/><Relationship Id="rId20" Type="http://schemas.openxmlformats.org/officeDocument/2006/relationships/slide" Target="slides/slide15.xml"/><Relationship Id="rId42" Type="http://schemas.openxmlformats.org/officeDocument/2006/relationships/font" Target="fonts/Candara-regular.fntdata"/><Relationship Id="rId41" Type="http://schemas.openxmlformats.org/officeDocument/2006/relationships/font" Target="fonts/LibreBaskerville-italic.fntdata"/><Relationship Id="rId22" Type="http://schemas.openxmlformats.org/officeDocument/2006/relationships/slide" Target="slides/slide17.xml"/><Relationship Id="rId44" Type="http://schemas.openxmlformats.org/officeDocument/2006/relationships/font" Target="fonts/Candara-italic.fntdata"/><Relationship Id="rId21" Type="http://schemas.openxmlformats.org/officeDocument/2006/relationships/slide" Target="slides/slide16.xml"/><Relationship Id="rId43" Type="http://schemas.openxmlformats.org/officeDocument/2006/relationships/font" Target="fonts/Candara-bold.fntdata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font" Target="fonts/Candara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LibreBaskerville-regular.fntdata"/><Relationship Id="rId16" Type="http://schemas.openxmlformats.org/officeDocument/2006/relationships/slide" Target="slides/slide11.xml"/><Relationship Id="rId38" Type="http://schemas.openxmlformats.org/officeDocument/2006/relationships/font" Target="fonts/Anton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p2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2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p2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3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2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p2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7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2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2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2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2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3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3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3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3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3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3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/>
          <p:nvPr>
            <p:ph idx="2" type="pic"/>
          </p:nvPr>
        </p:nvSpPr>
        <p:spPr>
          <a:xfrm>
            <a:off x="1028700" y="1485900"/>
            <a:ext cx="2489200" cy="2576848"/>
          </a:xfrm>
          <a:prstGeom prst="ellipse">
            <a:avLst/>
          </a:prstGeom>
          <a:noFill/>
          <a:ln>
            <a:noFill/>
          </a:ln>
        </p:spPr>
      </p:sp>
      <p:sp>
        <p:nvSpPr>
          <p:cNvPr id="17" name="Google Shape;17;p35"/>
          <p:cNvSpPr/>
          <p:nvPr>
            <p:ph idx="3" type="pic"/>
          </p:nvPr>
        </p:nvSpPr>
        <p:spPr>
          <a:xfrm>
            <a:off x="3606800" y="1485900"/>
            <a:ext cx="2489200" cy="2576848"/>
          </a:xfrm>
          <a:prstGeom prst="ellipse">
            <a:avLst/>
          </a:prstGeom>
          <a:noFill/>
          <a:ln>
            <a:noFill/>
          </a:ln>
        </p:spPr>
      </p:sp>
      <p:sp>
        <p:nvSpPr>
          <p:cNvPr id="18" name="Google Shape;18;p35"/>
          <p:cNvSpPr/>
          <p:nvPr>
            <p:ph idx="4" type="pic"/>
          </p:nvPr>
        </p:nvSpPr>
        <p:spPr>
          <a:xfrm>
            <a:off x="6184900" y="1485900"/>
            <a:ext cx="2489200" cy="2576848"/>
          </a:xfrm>
          <a:prstGeom prst="ellipse">
            <a:avLst/>
          </a:prstGeom>
          <a:noFill/>
          <a:ln>
            <a:noFill/>
          </a:ln>
        </p:spPr>
      </p:sp>
      <p:sp>
        <p:nvSpPr>
          <p:cNvPr id="19" name="Google Shape;19;p35"/>
          <p:cNvSpPr/>
          <p:nvPr>
            <p:ph idx="5" type="pic"/>
          </p:nvPr>
        </p:nvSpPr>
        <p:spPr>
          <a:xfrm>
            <a:off x="8763000" y="1485900"/>
            <a:ext cx="2489200" cy="2576848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007" y="4794952"/>
            <a:ext cx="5242631" cy="1945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2868" y="0"/>
            <a:ext cx="3596082" cy="134811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6"/>
          <p:cNvSpPr txBox="1"/>
          <p:nvPr>
            <p:ph type="title"/>
          </p:nvPr>
        </p:nvSpPr>
        <p:spPr>
          <a:xfrm>
            <a:off x="1107693" y="202691"/>
            <a:ext cx="9976612" cy="454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" type="body"/>
          </p:nvPr>
        </p:nvSpPr>
        <p:spPr>
          <a:xfrm>
            <a:off x="1418844" y="3083115"/>
            <a:ext cx="9354311" cy="3313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7"/>
          <p:cNvSpPr txBox="1"/>
          <p:nvPr>
            <p:ph type="title"/>
          </p:nvPr>
        </p:nvSpPr>
        <p:spPr>
          <a:xfrm>
            <a:off x="1107693" y="202691"/>
            <a:ext cx="9976612" cy="454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7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7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7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rcles">
  <p:cSld name="Circle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8"/>
          <p:cNvSpPr/>
          <p:nvPr/>
        </p:nvSpPr>
        <p:spPr>
          <a:xfrm>
            <a:off x="484890" y="1748814"/>
            <a:ext cx="4080807" cy="4080453"/>
          </a:xfrm>
          <a:prstGeom prst="ellipse">
            <a:avLst/>
          </a:prstGeom>
          <a:solidFill>
            <a:srgbClr val="24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8"/>
          <p:cNvSpPr/>
          <p:nvPr/>
        </p:nvSpPr>
        <p:spPr>
          <a:xfrm>
            <a:off x="985788" y="2765839"/>
            <a:ext cx="3079010" cy="3078743"/>
          </a:xfrm>
          <a:prstGeom prst="ellipse">
            <a:avLst/>
          </a:prstGeom>
          <a:solidFill>
            <a:srgbClr val="366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8"/>
          <p:cNvSpPr/>
          <p:nvPr/>
        </p:nvSpPr>
        <p:spPr>
          <a:xfrm>
            <a:off x="1589108" y="3957059"/>
            <a:ext cx="1872370" cy="18722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38"/>
          <p:cNvCxnSpPr/>
          <p:nvPr/>
        </p:nvCxnSpPr>
        <p:spPr>
          <a:xfrm rot="10800000">
            <a:off x="5175222" y="1529028"/>
            <a:ext cx="0" cy="1152128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38"/>
          <p:cNvSpPr txBox="1"/>
          <p:nvPr>
            <p:ph idx="1" type="body"/>
          </p:nvPr>
        </p:nvSpPr>
        <p:spPr>
          <a:xfrm>
            <a:off x="5292605" y="1470999"/>
            <a:ext cx="4898072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67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8"/>
          <p:cNvSpPr txBox="1"/>
          <p:nvPr>
            <p:ph idx="2" type="body"/>
          </p:nvPr>
        </p:nvSpPr>
        <p:spPr>
          <a:xfrm>
            <a:off x="5292605" y="1989033"/>
            <a:ext cx="4898072" cy="816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2" name="Google Shape;42;p38"/>
          <p:cNvCxnSpPr/>
          <p:nvPr/>
        </p:nvCxnSpPr>
        <p:spPr>
          <a:xfrm flipH="1" rot="10800000">
            <a:off x="3063334" y="2105163"/>
            <a:ext cx="2112000" cy="2937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38"/>
          <p:cNvCxnSpPr/>
          <p:nvPr/>
        </p:nvCxnSpPr>
        <p:spPr>
          <a:xfrm rot="10800000">
            <a:off x="5177289" y="3032955"/>
            <a:ext cx="0" cy="1152128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38"/>
          <p:cNvSpPr txBox="1"/>
          <p:nvPr>
            <p:ph idx="3" type="body"/>
          </p:nvPr>
        </p:nvSpPr>
        <p:spPr>
          <a:xfrm>
            <a:off x="5294672" y="2974925"/>
            <a:ext cx="4898072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67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8"/>
          <p:cNvSpPr txBox="1"/>
          <p:nvPr>
            <p:ph idx="4" type="body"/>
          </p:nvPr>
        </p:nvSpPr>
        <p:spPr>
          <a:xfrm>
            <a:off x="5294672" y="3492960"/>
            <a:ext cx="4898072" cy="816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6" name="Google Shape;46;p38"/>
          <p:cNvCxnSpPr/>
          <p:nvPr/>
        </p:nvCxnSpPr>
        <p:spPr>
          <a:xfrm flipH="1" rot="10800000">
            <a:off x="3065400" y="3609089"/>
            <a:ext cx="2112000" cy="2937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" name="Google Shape;47;p38"/>
          <p:cNvCxnSpPr/>
          <p:nvPr/>
        </p:nvCxnSpPr>
        <p:spPr>
          <a:xfrm rot="10800000">
            <a:off x="5175222" y="4569125"/>
            <a:ext cx="0" cy="1152128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38"/>
          <p:cNvSpPr txBox="1"/>
          <p:nvPr>
            <p:ph idx="5" type="body"/>
          </p:nvPr>
        </p:nvSpPr>
        <p:spPr>
          <a:xfrm>
            <a:off x="5292605" y="4511096"/>
            <a:ext cx="4898072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67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8"/>
          <p:cNvSpPr txBox="1"/>
          <p:nvPr>
            <p:ph idx="6" type="body"/>
          </p:nvPr>
        </p:nvSpPr>
        <p:spPr>
          <a:xfrm>
            <a:off x="5292605" y="5029131"/>
            <a:ext cx="4898072" cy="816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0" name="Google Shape;50;p38"/>
          <p:cNvCxnSpPr/>
          <p:nvPr/>
        </p:nvCxnSpPr>
        <p:spPr>
          <a:xfrm>
            <a:off x="2735335" y="4809153"/>
            <a:ext cx="2454600" cy="3660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38"/>
          <p:cNvSpPr txBox="1"/>
          <p:nvPr>
            <p:ph idx="7" type="body"/>
          </p:nvPr>
        </p:nvSpPr>
        <p:spPr>
          <a:xfrm>
            <a:off x="1589108" y="2019832"/>
            <a:ext cx="1824361" cy="5450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67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8" type="body"/>
          </p:nvPr>
        </p:nvSpPr>
        <p:spPr>
          <a:xfrm>
            <a:off x="1589108" y="3219965"/>
            <a:ext cx="1824361" cy="5450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67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9" type="body"/>
          </p:nvPr>
        </p:nvSpPr>
        <p:spPr>
          <a:xfrm>
            <a:off x="1613113" y="4660125"/>
            <a:ext cx="1824361" cy="5450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67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8"/>
          <p:cNvSpPr/>
          <p:nvPr/>
        </p:nvSpPr>
        <p:spPr>
          <a:xfrm rot="5400000">
            <a:off x="9425222" y="3091660"/>
            <a:ext cx="1245750" cy="2218977"/>
          </a:xfrm>
          <a:custGeom>
            <a:rect b="b" l="l" r="r" t="t"/>
            <a:pathLst>
              <a:path extrusionOk="0" h="1301" w="731">
                <a:moveTo>
                  <a:pt x="191" y="0"/>
                </a:moveTo>
                <a:cubicBezTo>
                  <a:pt x="416" y="35"/>
                  <a:pt x="609" y="194"/>
                  <a:pt x="682" y="420"/>
                </a:cubicBezTo>
                <a:cubicBezTo>
                  <a:pt x="731" y="570"/>
                  <a:pt x="722" y="738"/>
                  <a:pt x="645" y="890"/>
                </a:cubicBezTo>
                <a:cubicBezTo>
                  <a:pt x="549" y="1076"/>
                  <a:pt x="367" y="1201"/>
                  <a:pt x="160" y="1223"/>
                </a:cubicBezTo>
                <a:lnTo>
                  <a:pt x="127" y="1301"/>
                </a:lnTo>
                <a:lnTo>
                  <a:pt x="0" y="1043"/>
                </a:lnTo>
                <a:lnTo>
                  <a:pt x="127" y="784"/>
                </a:lnTo>
                <a:lnTo>
                  <a:pt x="158" y="858"/>
                </a:lnTo>
                <a:cubicBezTo>
                  <a:pt x="230" y="840"/>
                  <a:pt x="290" y="792"/>
                  <a:pt x="324" y="726"/>
                </a:cubicBezTo>
                <a:cubicBezTo>
                  <a:pt x="356" y="663"/>
                  <a:pt x="359" y="593"/>
                  <a:pt x="339" y="530"/>
                </a:cubicBezTo>
                <a:cubicBezTo>
                  <a:pt x="314" y="453"/>
                  <a:pt x="254" y="394"/>
                  <a:pt x="181" y="368"/>
                </a:cubicBezTo>
                <a:lnTo>
                  <a:pt x="276" y="174"/>
                </a:lnTo>
                <a:lnTo>
                  <a:pt x="19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30475" lIns="60950" spcFirstLastPara="1" rIns="60950" wrap="square" tIns="30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8"/>
          <p:cNvSpPr/>
          <p:nvPr/>
        </p:nvSpPr>
        <p:spPr>
          <a:xfrm rot="5400000">
            <a:off x="9506650" y="2215928"/>
            <a:ext cx="1354307" cy="2236189"/>
          </a:xfrm>
          <a:custGeom>
            <a:rect b="b" l="l" r="r" t="t"/>
            <a:pathLst>
              <a:path extrusionOk="0" h="1311" w="794">
                <a:moveTo>
                  <a:pt x="608" y="1311"/>
                </a:moveTo>
                <a:cubicBezTo>
                  <a:pt x="357" y="1299"/>
                  <a:pt x="130" y="1134"/>
                  <a:pt x="49" y="884"/>
                </a:cubicBezTo>
                <a:cubicBezTo>
                  <a:pt x="0" y="734"/>
                  <a:pt x="9" y="566"/>
                  <a:pt x="87" y="414"/>
                </a:cubicBezTo>
                <a:cubicBezTo>
                  <a:pt x="192" y="208"/>
                  <a:pt x="403" y="78"/>
                  <a:pt x="634" y="78"/>
                </a:cubicBezTo>
                <a:lnTo>
                  <a:pt x="667" y="0"/>
                </a:lnTo>
                <a:lnTo>
                  <a:pt x="794" y="259"/>
                </a:lnTo>
                <a:lnTo>
                  <a:pt x="667" y="517"/>
                </a:lnTo>
                <a:lnTo>
                  <a:pt x="634" y="439"/>
                </a:lnTo>
                <a:cubicBezTo>
                  <a:pt x="539" y="439"/>
                  <a:pt x="451" y="493"/>
                  <a:pt x="408" y="578"/>
                </a:cubicBezTo>
                <a:cubicBezTo>
                  <a:pt x="376" y="641"/>
                  <a:pt x="372" y="711"/>
                  <a:pt x="392" y="774"/>
                </a:cubicBezTo>
                <a:cubicBezTo>
                  <a:pt x="424" y="872"/>
                  <a:pt x="510" y="937"/>
                  <a:pt x="606" y="948"/>
                </a:cubicBezTo>
                <a:lnTo>
                  <a:pt x="518" y="1128"/>
                </a:lnTo>
                <a:lnTo>
                  <a:pt x="608" y="1311"/>
                </a:lnTo>
                <a:close/>
              </a:path>
            </a:pathLst>
          </a:custGeom>
          <a:solidFill>
            <a:srgbClr val="31859B"/>
          </a:solidFill>
          <a:ln>
            <a:noFill/>
          </a:ln>
        </p:spPr>
        <p:txBody>
          <a:bodyPr anchorCtr="0" anchor="t" bIns="30475" lIns="60950" spcFirstLastPara="1" rIns="60950" wrap="square" tIns="30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8"/>
          <p:cNvSpPr txBox="1"/>
          <p:nvPr/>
        </p:nvSpPr>
        <p:spPr>
          <a:xfrm>
            <a:off x="9876748" y="2783542"/>
            <a:ext cx="511732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57" name="Google Shape;57;p38"/>
          <p:cNvSpPr txBox="1"/>
          <p:nvPr/>
        </p:nvSpPr>
        <p:spPr>
          <a:xfrm>
            <a:off x="9906754" y="4223702"/>
            <a:ext cx="511732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58" name="Google Shape;58;p38"/>
          <p:cNvSpPr/>
          <p:nvPr/>
        </p:nvSpPr>
        <p:spPr>
          <a:xfrm>
            <a:off x="8886552" y="1769007"/>
            <a:ext cx="2376470" cy="7898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31859B"/>
                </a:solidFill>
                <a:latin typeface="Calibri"/>
                <a:ea typeface="Calibri"/>
                <a:cs typeface="Calibri"/>
                <a:sym typeface="Calibri"/>
              </a:rPr>
              <a:t>Inventorier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31859B"/>
                </a:solidFill>
                <a:latin typeface="Calibri"/>
                <a:ea typeface="Calibri"/>
                <a:cs typeface="Calibri"/>
                <a:sym typeface="Calibri"/>
              </a:rPr>
              <a:t>les composantes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333">
                <a:solidFill>
                  <a:srgbClr val="31859B"/>
                </a:solidFill>
                <a:latin typeface="Calibri"/>
                <a:ea typeface="Calibri"/>
                <a:cs typeface="Calibri"/>
                <a:sym typeface="Calibri"/>
              </a:rPr>
              <a:t>(acteurs &amp; variables)</a:t>
            </a:r>
            <a:endParaRPr/>
          </a:p>
        </p:txBody>
      </p:sp>
      <p:sp>
        <p:nvSpPr>
          <p:cNvPr id="59" name="Google Shape;59;p38"/>
          <p:cNvSpPr/>
          <p:nvPr/>
        </p:nvSpPr>
        <p:spPr>
          <a:xfrm>
            <a:off x="8886552" y="4898453"/>
            <a:ext cx="2376470" cy="7898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Caractériser l’environnement</a:t>
            </a:r>
            <a:endParaRPr b="1" sz="16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333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(opportunités &amp; menaces)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007" y="4794952"/>
            <a:ext cx="5242631" cy="1945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2868" y="0"/>
            <a:ext cx="3596082" cy="134811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9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9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 process 2">
  <p:cSld name="Simple process 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0"/>
          <p:cNvSpPr/>
          <p:nvPr/>
        </p:nvSpPr>
        <p:spPr>
          <a:xfrm rot="-2700000">
            <a:off x="2804110" y="3476361"/>
            <a:ext cx="1282383" cy="12825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0"/>
          <p:cNvSpPr/>
          <p:nvPr/>
        </p:nvSpPr>
        <p:spPr>
          <a:xfrm rot="-2700000">
            <a:off x="2805532" y="3594731"/>
            <a:ext cx="1282383" cy="1282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0"/>
          <p:cNvSpPr txBox="1"/>
          <p:nvPr>
            <p:ph idx="1" type="body"/>
          </p:nvPr>
        </p:nvSpPr>
        <p:spPr>
          <a:xfrm>
            <a:off x="2798168" y="3915962"/>
            <a:ext cx="1297112" cy="640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933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/>
          <p:nvPr/>
        </p:nvSpPr>
        <p:spPr>
          <a:xfrm rot="-2700000">
            <a:off x="4617674" y="3713101"/>
            <a:ext cx="1282383" cy="12825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0"/>
          <p:cNvSpPr/>
          <p:nvPr/>
        </p:nvSpPr>
        <p:spPr>
          <a:xfrm rot="-2700000">
            <a:off x="4619095" y="3594732"/>
            <a:ext cx="1282383" cy="1282581"/>
          </a:xfrm>
          <a:prstGeom prst="rect">
            <a:avLst/>
          </a:prstGeom>
          <a:solidFill>
            <a:srgbClr val="D99593"/>
          </a:solidFill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0"/>
          <p:cNvSpPr txBox="1"/>
          <p:nvPr>
            <p:ph idx="2" type="body"/>
          </p:nvPr>
        </p:nvSpPr>
        <p:spPr>
          <a:xfrm>
            <a:off x="4611730" y="3915963"/>
            <a:ext cx="1297112" cy="640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933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0"/>
          <p:cNvSpPr txBox="1"/>
          <p:nvPr>
            <p:ph idx="3" type="body"/>
          </p:nvPr>
        </p:nvSpPr>
        <p:spPr>
          <a:xfrm>
            <a:off x="2045199" y="2096962"/>
            <a:ext cx="2800206" cy="10304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0"/>
          <p:cNvSpPr txBox="1"/>
          <p:nvPr>
            <p:ph idx="4" type="body"/>
          </p:nvPr>
        </p:nvSpPr>
        <p:spPr>
          <a:xfrm>
            <a:off x="3858762" y="5386200"/>
            <a:ext cx="2800206" cy="1073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0"/>
          <p:cNvSpPr/>
          <p:nvPr/>
        </p:nvSpPr>
        <p:spPr>
          <a:xfrm rot="-2700000">
            <a:off x="6432657" y="3476361"/>
            <a:ext cx="1282383" cy="12825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0"/>
          <p:cNvSpPr/>
          <p:nvPr/>
        </p:nvSpPr>
        <p:spPr>
          <a:xfrm rot="-2700000">
            <a:off x="6434079" y="3594731"/>
            <a:ext cx="1282383" cy="1282581"/>
          </a:xfrm>
          <a:prstGeom prst="rect">
            <a:avLst/>
          </a:prstGeom>
          <a:solidFill>
            <a:srgbClr val="C2D59B"/>
          </a:solidFill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0"/>
          <p:cNvSpPr txBox="1"/>
          <p:nvPr>
            <p:ph idx="5" type="body"/>
          </p:nvPr>
        </p:nvSpPr>
        <p:spPr>
          <a:xfrm>
            <a:off x="6426715" y="3915962"/>
            <a:ext cx="1297112" cy="640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933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0"/>
          <p:cNvSpPr/>
          <p:nvPr/>
        </p:nvSpPr>
        <p:spPr>
          <a:xfrm rot="-2700000">
            <a:off x="8246220" y="3713101"/>
            <a:ext cx="1282383" cy="12825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0"/>
          <p:cNvSpPr/>
          <p:nvPr/>
        </p:nvSpPr>
        <p:spPr>
          <a:xfrm rot="-2700000">
            <a:off x="8247642" y="3594732"/>
            <a:ext cx="1282383" cy="1282581"/>
          </a:xfrm>
          <a:prstGeom prst="rect">
            <a:avLst/>
          </a:prstGeom>
          <a:solidFill>
            <a:srgbClr val="DAE5F1"/>
          </a:solidFill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0"/>
          <p:cNvSpPr txBox="1"/>
          <p:nvPr>
            <p:ph idx="6" type="body"/>
          </p:nvPr>
        </p:nvSpPr>
        <p:spPr>
          <a:xfrm>
            <a:off x="8240277" y="3915963"/>
            <a:ext cx="1297112" cy="640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933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7" type="body"/>
          </p:nvPr>
        </p:nvSpPr>
        <p:spPr>
          <a:xfrm>
            <a:off x="5673746" y="2096962"/>
            <a:ext cx="2800206" cy="10304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0"/>
          <p:cNvSpPr txBox="1"/>
          <p:nvPr>
            <p:ph idx="8" type="body"/>
          </p:nvPr>
        </p:nvSpPr>
        <p:spPr>
          <a:xfrm>
            <a:off x="7487309" y="5386200"/>
            <a:ext cx="2800206" cy="1073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3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3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8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quare Images &amp; Descriptions">
  <p:cSld name="4 Square Images &amp; Description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1"/>
          <p:cNvSpPr/>
          <p:nvPr/>
        </p:nvSpPr>
        <p:spPr>
          <a:xfrm>
            <a:off x="8386224" y="1457289"/>
            <a:ext cx="3576000" cy="2280352"/>
          </a:xfrm>
          <a:custGeom>
            <a:rect b="b" l="l" r="r" t="t"/>
            <a:pathLst>
              <a:path extrusionOk="0" h="3420000" w="5364000">
                <a:moveTo>
                  <a:pt x="4068000" y="648000"/>
                </a:moveTo>
                <a:lnTo>
                  <a:pt x="4716000" y="648000"/>
                </a:lnTo>
                <a:lnTo>
                  <a:pt x="4716000" y="1296000"/>
                </a:lnTo>
                <a:lnTo>
                  <a:pt x="4068000" y="1296000"/>
                </a:lnTo>
                <a:close/>
                <a:moveTo>
                  <a:pt x="4716000" y="0"/>
                </a:moveTo>
                <a:lnTo>
                  <a:pt x="5364000" y="0"/>
                </a:lnTo>
                <a:lnTo>
                  <a:pt x="5364000" y="648000"/>
                </a:lnTo>
                <a:lnTo>
                  <a:pt x="4716000" y="648000"/>
                </a:lnTo>
                <a:close/>
                <a:moveTo>
                  <a:pt x="0" y="0"/>
                </a:moveTo>
                <a:lnTo>
                  <a:pt x="3420000" y="0"/>
                </a:lnTo>
                <a:lnTo>
                  <a:pt x="4068000" y="0"/>
                </a:lnTo>
                <a:lnTo>
                  <a:pt x="4068000" y="648000"/>
                </a:lnTo>
                <a:lnTo>
                  <a:pt x="3420000" y="648000"/>
                </a:lnTo>
                <a:lnTo>
                  <a:pt x="3420000" y="1296000"/>
                </a:lnTo>
                <a:lnTo>
                  <a:pt x="4068000" y="1296000"/>
                </a:lnTo>
                <a:lnTo>
                  <a:pt x="4068000" y="1944000"/>
                </a:lnTo>
                <a:lnTo>
                  <a:pt x="3420000" y="1944000"/>
                </a:lnTo>
                <a:lnTo>
                  <a:pt x="3420000" y="3420000"/>
                </a:lnTo>
                <a:lnTo>
                  <a:pt x="0" y="342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1"/>
          <p:cNvSpPr/>
          <p:nvPr/>
        </p:nvSpPr>
        <p:spPr>
          <a:xfrm>
            <a:off x="3826224" y="1457289"/>
            <a:ext cx="2280000" cy="22803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1"/>
          <p:cNvSpPr txBox="1"/>
          <p:nvPr>
            <p:ph type="title"/>
          </p:nvPr>
        </p:nvSpPr>
        <p:spPr>
          <a:xfrm>
            <a:off x="328809" y="232265"/>
            <a:ext cx="1155734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1"/>
          <p:cNvSpPr txBox="1"/>
          <p:nvPr>
            <p:ph idx="11" type="ftr"/>
          </p:nvPr>
        </p:nvSpPr>
        <p:spPr>
          <a:xfrm>
            <a:off x="4038600" y="6389527"/>
            <a:ext cx="41148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1"/>
          <p:cNvSpPr txBox="1"/>
          <p:nvPr>
            <p:ph idx="12" type="sldNum"/>
          </p:nvPr>
        </p:nvSpPr>
        <p:spPr>
          <a:xfrm>
            <a:off x="11407246" y="6401024"/>
            <a:ext cx="78451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89" name="Google Shape;89;p41"/>
          <p:cNvSpPr/>
          <p:nvPr>
            <p:ph idx="2" type="pic"/>
          </p:nvPr>
        </p:nvSpPr>
        <p:spPr>
          <a:xfrm>
            <a:off x="1546225" y="1457289"/>
            <a:ext cx="2476850" cy="2280352"/>
          </a:xfrm>
          <a:prstGeom prst="rect">
            <a:avLst/>
          </a:prstGeom>
          <a:solidFill>
            <a:srgbClr val="DAE5F1"/>
          </a:solidFill>
          <a:ln>
            <a:noFill/>
          </a:ln>
        </p:spPr>
      </p:sp>
      <p:sp>
        <p:nvSpPr>
          <p:cNvPr id="90" name="Google Shape;90;p41"/>
          <p:cNvSpPr/>
          <p:nvPr/>
        </p:nvSpPr>
        <p:spPr>
          <a:xfrm>
            <a:off x="250224" y="3737641"/>
            <a:ext cx="3576000" cy="2280352"/>
          </a:xfrm>
          <a:custGeom>
            <a:rect b="b" l="l" r="r" t="t"/>
            <a:pathLst>
              <a:path extrusionOk="0" h="3420000" w="5364000">
                <a:moveTo>
                  <a:pt x="0" y="2767393"/>
                </a:moveTo>
                <a:lnTo>
                  <a:pt x="648000" y="2767393"/>
                </a:lnTo>
                <a:lnTo>
                  <a:pt x="648000" y="3415393"/>
                </a:lnTo>
                <a:lnTo>
                  <a:pt x="0" y="3415393"/>
                </a:lnTo>
                <a:close/>
                <a:moveTo>
                  <a:pt x="648000" y="2124000"/>
                </a:moveTo>
                <a:lnTo>
                  <a:pt x="1296000" y="2124000"/>
                </a:lnTo>
                <a:lnTo>
                  <a:pt x="1296000" y="2772000"/>
                </a:lnTo>
                <a:lnTo>
                  <a:pt x="648000" y="2772000"/>
                </a:lnTo>
                <a:close/>
                <a:moveTo>
                  <a:pt x="1944000" y="0"/>
                </a:moveTo>
                <a:lnTo>
                  <a:pt x="5364000" y="0"/>
                </a:lnTo>
                <a:lnTo>
                  <a:pt x="5364000" y="3420000"/>
                </a:lnTo>
                <a:lnTo>
                  <a:pt x="1944000" y="3420000"/>
                </a:lnTo>
                <a:lnTo>
                  <a:pt x="1296000" y="3420000"/>
                </a:lnTo>
                <a:lnTo>
                  <a:pt x="1296000" y="2772000"/>
                </a:lnTo>
                <a:lnTo>
                  <a:pt x="1944000" y="2772000"/>
                </a:lnTo>
                <a:lnTo>
                  <a:pt x="1944000" y="2124000"/>
                </a:lnTo>
                <a:lnTo>
                  <a:pt x="1296000" y="2124000"/>
                </a:lnTo>
                <a:lnTo>
                  <a:pt x="1296000" y="1476000"/>
                </a:lnTo>
                <a:lnTo>
                  <a:pt x="1944000" y="14760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1"/>
          <p:cNvSpPr/>
          <p:nvPr>
            <p:ph idx="3" type="pic"/>
          </p:nvPr>
        </p:nvSpPr>
        <p:spPr>
          <a:xfrm>
            <a:off x="3619849" y="3737641"/>
            <a:ext cx="2486375" cy="2280352"/>
          </a:xfrm>
          <a:prstGeom prst="rect">
            <a:avLst/>
          </a:prstGeom>
          <a:solidFill>
            <a:srgbClr val="DAEEF3"/>
          </a:solidFill>
          <a:ln>
            <a:noFill/>
          </a:ln>
        </p:spPr>
      </p:sp>
      <p:sp>
        <p:nvSpPr>
          <p:cNvPr id="92" name="Google Shape;92;p41"/>
          <p:cNvSpPr/>
          <p:nvPr>
            <p:ph idx="4" type="pic"/>
          </p:nvPr>
        </p:nvSpPr>
        <p:spPr>
          <a:xfrm>
            <a:off x="6106224" y="1457289"/>
            <a:ext cx="2476850" cy="2280352"/>
          </a:xfrm>
          <a:prstGeom prst="rect">
            <a:avLst/>
          </a:prstGeom>
          <a:solidFill>
            <a:srgbClr val="F2DADA"/>
          </a:solidFill>
          <a:ln>
            <a:noFill/>
          </a:ln>
        </p:spPr>
      </p:sp>
      <p:sp>
        <p:nvSpPr>
          <p:cNvPr id="93" name="Google Shape;93;p41"/>
          <p:cNvSpPr/>
          <p:nvPr/>
        </p:nvSpPr>
        <p:spPr>
          <a:xfrm>
            <a:off x="6106224" y="3737641"/>
            <a:ext cx="2280000" cy="22803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1"/>
          <p:cNvSpPr/>
          <p:nvPr>
            <p:ph idx="5" type="pic"/>
          </p:nvPr>
        </p:nvSpPr>
        <p:spPr>
          <a:xfrm>
            <a:off x="8179850" y="3737641"/>
            <a:ext cx="2486375" cy="2280352"/>
          </a:xfrm>
          <a:prstGeom prst="rect">
            <a:avLst/>
          </a:prstGeom>
          <a:solidFill>
            <a:srgbClr val="EAF1DD"/>
          </a:solidFill>
          <a:ln>
            <a:noFill/>
          </a:ln>
        </p:spPr>
      </p:sp>
      <p:sp>
        <p:nvSpPr>
          <p:cNvPr id="95" name="Google Shape;95;p41"/>
          <p:cNvSpPr txBox="1"/>
          <p:nvPr>
            <p:ph idx="1" type="body"/>
          </p:nvPr>
        </p:nvSpPr>
        <p:spPr>
          <a:xfrm>
            <a:off x="4086227" y="1690680"/>
            <a:ext cx="1876425" cy="1842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1"/>
          <p:cNvSpPr txBox="1"/>
          <p:nvPr>
            <p:ph idx="6" type="body"/>
          </p:nvPr>
        </p:nvSpPr>
        <p:spPr>
          <a:xfrm>
            <a:off x="8588012" y="1690680"/>
            <a:ext cx="1876425" cy="1842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1"/>
          <p:cNvSpPr txBox="1"/>
          <p:nvPr>
            <p:ph idx="7" type="body"/>
          </p:nvPr>
        </p:nvSpPr>
        <p:spPr>
          <a:xfrm>
            <a:off x="1702497" y="3956746"/>
            <a:ext cx="1876425" cy="1842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1"/>
          <p:cNvSpPr txBox="1"/>
          <p:nvPr>
            <p:ph idx="8" type="body"/>
          </p:nvPr>
        </p:nvSpPr>
        <p:spPr>
          <a:xfrm>
            <a:off x="6276975" y="3956746"/>
            <a:ext cx="1876425" cy="1842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2"/>
          <p:cNvSpPr txBox="1"/>
          <p:nvPr>
            <p:ph type="title"/>
          </p:nvPr>
        </p:nvSpPr>
        <p:spPr>
          <a:xfrm>
            <a:off x="1107693" y="202691"/>
            <a:ext cx="9976612" cy="454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Left">
  <p:cSld name="Title - Lef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43"/>
          <p:cNvPicPr preferRelativeResize="0"/>
          <p:nvPr/>
        </p:nvPicPr>
        <p:blipFill rotWithShape="1">
          <a:blip r:embed="rId2">
            <a:alphaModFix/>
          </a:blip>
          <a:srcRect b="19390" l="0" r="18500" t="0"/>
          <a:stretch/>
        </p:blipFill>
        <p:spPr>
          <a:xfrm>
            <a:off x="11096512" y="5774480"/>
            <a:ext cx="1095488" cy="1083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4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4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/>
          <p:nvPr>
            <p:ph type="title"/>
          </p:nvPr>
        </p:nvSpPr>
        <p:spPr>
          <a:xfrm>
            <a:off x="1107693" y="202691"/>
            <a:ext cx="9976612" cy="454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4"/>
          <p:cNvSpPr txBox="1"/>
          <p:nvPr>
            <p:ph idx="1" type="body"/>
          </p:nvPr>
        </p:nvSpPr>
        <p:spPr>
          <a:xfrm>
            <a:off x="1418844" y="3083115"/>
            <a:ext cx="9354311" cy="3313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8.pn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5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0.png"/><Relationship Id="rId4" Type="http://schemas.openxmlformats.org/officeDocument/2006/relationships/image" Target="../media/image24.png"/><Relationship Id="rId11" Type="http://schemas.openxmlformats.org/officeDocument/2006/relationships/image" Target="../media/image12.png"/><Relationship Id="rId10" Type="http://schemas.openxmlformats.org/officeDocument/2006/relationships/image" Target="../media/image16.png"/><Relationship Id="rId12" Type="http://schemas.openxmlformats.org/officeDocument/2006/relationships/image" Target="../media/image27.png"/><Relationship Id="rId9" Type="http://schemas.openxmlformats.org/officeDocument/2006/relationships/image" Target="../media/image18.png"/><Relationship Id="rId5" Type="http://schemas.openxmlformats.org/officeDocument/2006/relationships/image" Target="../media/image9.png"/><Relationship Id="rId6" Type="http://schemas.openxmlformats.org/officeDocument/2006/relationships/image" Target="../media/image37.png"/><Relationship Id="rId7" Type="http://schemas.openxmlformats.org/officeDocument/2006/relationships/image" Target="../media/image20.jpg"/><Relationship Id="rId8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Relationship Id="rId4" Type="http://schemas.openxmlformats.org/officeDocument/2006/relationships/image" Target="../media/image24.png"/><Relationship Id="rId11" Type="http://schemas.openxmlformats.org/officeDocument/2006/relationships/image" Target="../media/image12.png"/><Relationship Id="rId10" Type="http://schemas.openxmlformats.org/officeDocument/2006/relationships/image" Target="../media/image16.png"/><Relationship Id="rId12" Type="http://schemas.openxmlformats.org/officeDocument/2006/relationships/image" Target="../media/image27.png"/><Relationship Id="rId9" Type="http://schemas.openxmlformats.org/officeDocument/2006/relationships/image" Target="../media/image18.png"/><Relationship Id="rId5" Type="http://schemas.openxmlformats.org/officeDocument/2006/relationships/image" Target="../media/image9.png"/><Relationship Id="rId6" Type="http://schemas.openxmlformats.org/officeDocument/2006/relationships/image" Target="../media/image37.png"/><Relationship Id="rId7" Type="http://schemas.openxmlformats.org/officeDocument/2006/relationships/image" Target="../media/image20.jpg"/><Relationship Id="rId8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51.png"/><Relationship Id="rId10" Type="http://schemas.openxmlformats.org/officeDocument/2006/relationships/image" Target="../media/image50.png"/><Relationship Id="rId13" Type="http://schemas.openxmlformats.org/officeDocument/2006/relationships/image" Target="../media/image38.png"/><Relationship Id="rId1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9" Type="http://schemas.openxmlformats.org/officeDocument/2006/relationships/image" Target="../media/image43.png"/><Relationship Id="rId15" Type="http://schemas.openxmlformats.org/officeDocument/2006/relationships/image" Target="../media/image27.png"/><Relationship Id="rId14" Type="http://schemas.openxmlformats.org/officeDocument/2006/relationships/image" Target="../media/image36.png"/><Relationship Id="rId5" Type="http://schemas.openxmlformats.org/officeDocument/2006/relationships/image" Target="../media/image67.png"/><Relationship Id="rId6" Type="http://schemas.openxmlformats.org/officeDocument/2006/relationships/image" Target="../media/image35.png"/><Relationship Id="rId7" Type="http://schemas.openxmlformats.org/officeDocument/2006/relationships/image" Target="../media/image78.png"/><Relationship Id="rId8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74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8.png"/><Relationship Id="rId4" Type="http://schemas.openxmlformats.org/officeDocument/2006/relationships/image" Target="../media/image45.png"/><Relationship Id="rId9" Type="http://schemas.openxmlformats.org/officeDocument/2006/relationships/image" Target="../media/image59.png"/><Relationship Id="rId5" Type="http://schemas.openxmlformats.org/officeDocument/2006/relationships/image" Target="../media/image53.png"/><Relationship Id="rId6" Type="http://schemas.openxmlformats.org/officeDocument/2006/relationships/image" Target="../media/image55.png"/><Relationship Id="rId7" Type="http://schemas.openxmlformats.org/officeDocument/2006/relationships/image" Target="../media/image56.jpg"/><Relationship Id="rId8" Type="http://schemas.openxmlformats.org/officeDocument/2006/relationships/image" Target="../media/image5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0.png"/><Relationship Id="rId4" Type="http://schemas.openxmlformats.org/officeDocument/2006/relationships/image" Target="../media/image62.png"/><Relationship Id="rId5" Type="http://schemas.openxmlformats.org/officeDocument/2006/relationships/image" Target="../media/image75.jp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94.jpg"/><Relationship Id="rId10" Type="http://schemas.openxmlformats.org/officeDocument/2006/relationships/image" Target="../media/image70.png"/><Relationship Id="rId13" Type="http://schemas.openxmlformats.org/officeDocument/2006/relationships/image" Target="../media/image84.jpg"/><Relationship Id="rId12" Type="http://schemas.openxmlformats.org/officeDocument/2006/relationships/image" Target="../media/image87.jp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2.png"/><Relationship Id="rId4" Type="http://schemas.openxmlformats.org/officeDocument/2006/relationships/image" Target="../media/image61.png"/><Relationship Id="rId9" Type="http://schemas.openxmlformats.org/officeDocument/2006/relationships/image" Target="../media/image65.png"/><Relationship Id="rId5" Type="http://schemas.openxmlformats.org/officeDocument/2006/relationships/image" Target="../media/image63.png"/><Relationship Id="rId6" Type="http://schemas.openxmlformats.org/officeDocument/2006/relationships/image" Target="../media/image69.png"/><Relationship Id="rId7" Type="http://schemas.openxmlformats.org/officeDocument/2006/relationships/image" Target="../media/image66.png"/><Relationship Id="rId8" Type="http://schemas.openxmlformats.org/officeDocument/2006/relationships/image" Target="../media/image83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1.png"/><Relationship Id="rId10" Type="http://schemas.openxmlformats.org/officeDocument/2006/relationships/image" Target="../media/image88.png"/><Relationship Id="rId12" Type="http://schemas.openxmlformats.org/officeDocument/2006/relationships/image" Target="../media/image82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6.png"/><Relationship Id="rId4" Type="http://schemas.openxmlformats.org/officeDocument/2006/relationships/image" Target="../media/image64.png"/><Relationship Id="rId9" Type="http://schemas.openxmlformats.org/officeDocument/2006/relationships/image" Target="../media/image79.jpg"/><Relationship Id="rId5" Type="http://schemas.openxmlformats.org/officeDocument/2006/relationships/image" Target="../media/image73.png"/><Relationship Id="rId6" Type="http://schemas.openxmlformats.org/officeDocument/2006/relationships/image" Target="../media/image85.png"/><Relationship Id="rId7" Type="http://schemas.openxmlformats.org/officeDocument/2006/relationships/image" Target="../media/image95.jpg"/><Relationship Id="rId8" Type="http://schemas.openxmlformats.org/officeDocument/2006/relationships/image" Target="../media/image6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4.png"/><Relationship Id="rId4" Type="http://schemas.openxmlformats.org/officeDocument/2006/relationships/image" Target="../media/image73.png"/><Relationship Id="rId5" Type="http://schemas.openxmlformats.org/officeDocument/2006/relationships/image" Target="../media/image8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6.png"/><Relationship Id="rId4" Type="http://schemas.openxmlformats.org/officeDocument/2006/relationships/image" Target="../media/image95.jpg"/><Relationship Id="rId9" Type="http://schemas.openxmlformats.org/officeDocument/2006/relationships/image" Target="../media/image82.jpg"/><Relationship Id="rId5" Type="http://schemas.openxmlformats.org/officeDocument/2006/relationships/image" Target="../media/image68.jpg"/><Relationship Id="rId6" Type="http://schemas.openxmlformats.org/officeDocument/2006/relationships/image" Target="../media/image79.jpg"/><Relationship Id="rId7" Type="http://schemas.openxmlformats.org/officeDocument/2006/relationships/image" Target="../media/image88.png"/><Relationship Id="rId8" Type="http://schemas.openxmlformats.org/officeDocument/2006/relationships/image" Target="../media/image1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8.png"/><Relationship Id="rId4" Type="http://schemas.openxmlformats.org/officeDocument/2006/relationships/image" Target="../media/image91.png"/><Relationship Id="rId5" Type="http://schemas.openxmlformats.org/officeDocument/2006/relationships/image" Target="../media/image96.png"/><Relationship Id="rId6" Type="http://schemas.openxmlformats.org/officeDocument/2006/relationships/image" Target="../media/image100.png"/></Relationships>
</file>

<file path=ppt/slides/_rels/slide19.xml.rels><?xml version="1.0" encoding="UTF-8" standalone="yes"?><Relationships xmlns="http://schemas.openxmlformats.org/package/2006/relationships"><Relationship Id="rId20" Type="http://schemas.openxmlformats.org/officeDocument/2006/relationships/image" Target="../media/image118.png"/><Relationship Id="rId22" Type="http://schemas.openxmlformats.org/officeDocument/2006/relationships/image" Target="../media/image135.png"/><Relationship Id="rId21" Type="http://schemas.openxmlformats.org/officeDocument/2006/relationships/image" Target="../media/image117.png"/><Relationship Id="rId24" Type="http://schemas.openxmlformats.org/officeDocument/2006/relationships/image" Target="../media/image125.png"/><Relationship Id="rId23" Type="http://schemas.openxmlformats.org/officeDocument/2006/relationships/image" Target="../media/image11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8.png"/><Relationship Id="rId4" Type="http://schemas.openxmlformats.org/officeDocument/2006/relationships/image" Target="../media/image123.png"/><Relationship Id="rId9" Type="http://schemas.openxmlformats.org/officeDocument/2006/relationships/image" Target="../media/image101.png"/><Relationship Id="rId26" Type="http://schemas.openxmlformats.org/officeDocument/2006/relationships/image" Target="../media/image110.png"/><Relationship Id="rId25" Type="http://schemas.openxmlformats.org/officeDocument/2006/relationships/image" Target="../media/image173.png"/><Relationship Id="rId28" Type="http://schemas.openxmlformats.org/officeDocument/2006/relationships/image" Target="../media/image132.png"/><Relationship Id="rId27" Type="http://schemas.openxmlformats.org/officeDocument/2006/relationships/image" Target="../media/image136.png"/><Relationship Id="rId5" Type="http://schemas.openxmlformats.org/officeDocument/2006/relationships/image" Target="../media/image109.png"/><Relationship Id="rId6" Type="http://schemas.openxmlformats.org/officeDocument/2006/relationships/image" Target="../media/image112.png"/><Relationship Id="rId29" Type="http://schemas.openxmlformats.org/officeDocument/2006/relationships/image" Target="../media/image146.png"/><Relationship Id="rId7" Type="http://schemas.openxmlformats.org/officeDocument/2006/relationships/image" Target="../media/image99.png"/><Relationship Id="rId8" Type="http://schemas.openxmlformats.org/officeDocument/2006/relationships/image" Target="../media/image104.png"/><Relationship Id="rId31" Type="http://schemas.openxmlformats.org/officeDocument/2006/relationships/image" Target="../media/image119.png"/><Relationship Id="rId30" Type="http://schemas.openxmlformats.org/officeDocument/2006/relationships/image" Target="../media/image145.png"/><Relationship Id="rId11" Type="http://schemas.openxmlformats.org/officeDocument/2006/relationships/image" Target="../media/image105.png"/><Relationship Id="rId10" Type="http://schemas.openxmlformats.org/officeDocument/2006/relationships/image" Target="../media/image114.png"/><Relationship Id="rId32" Type="http://schemas.openxmlformats.org/officeDocument/2006/relationships/image" Target="../media/image19.png"/><Relationship Id="rId13" Type="http://schemas.openxmlformats.org/officeDocument/2006/relationships/image" Target="../media/image124.png"/><Relationship Id="rId12" Type="http://schemas.openxmlformats.org/officeDocument/2006/relationships/image" Target="../media/image102.png"/><Relationship Id="rId15" Type="http://schemas.openxmlformats.org/officeDocument/2006/relationships/image" Target="../media/image122.png"/><Relationship Id="rId14" Type="http://schemas.openxmlformats.org/officeDocument/2006/relationships/image" Target="../media/image106.png"/><Relationship Id="rId17" Type="http://schemas.openxmlformats.org/officeDocument/2006/relationships/image" Target="../media/image107.png"/><Relationship Id="rId16" Type="http://schemas.openxmlformats.org/officeDocument/2006/relationships/image" Target="../media/image113.png"/><Relationship Id="rId19" Type="http://schemas.openxmlformats.org/officeDocument/2006/relationships/image" Target="../media/image103.png"/><Relationship Id="rId18" Type="http://schemas.openxmlformats.org/officeDocument/2006/relationships/image" Target="../media/image1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7.png"/><Relationship Id="rId4" Type="http://schemas.openxmlformats.org/officeDocument/2006/relationships/image" Target="../media/image12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0.jpg"/><Relationship Id="rId4" Type="http://schemas.openxmlformats.org/officeDocument/2006/relationships/image" Target="../media/image139.jpg"/><Relationship Id="rId5" Type="http://schemas.openxmlformats.org/officeDocument/2006/relationships/image" Target="../media/image14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2.png"/><Relationship Id="rId4" Type="http://schemas.openxmlformats.org/officeDocument/2006/relationships/image" Target="../media/image159.png"/><Relationship Id="rId9" Type="http://schemas.openxmlformats.org/officeDocument/2006/relationships/image" Target="../media/image19.png"/><Relationship Id="rId5" Type="http://schemas.openxmlformats.org/officeDocument/2006/relationships/image" Target="../media/image147.png"/><Relationship Id="rId6" Type="http://schemas.openxmlformats.org/officeDocument/2006/relationships/image" Target="../media/image129.png"/><Relationship Id="rId7" Type="http://schemas.openxmlformats.org/officeDocument/2006/relationships/image" Target="../media/image133.png"/><Relationship Id="rId8" Type="http://schemas.openxmlformats.org/officeDocument/2006/relationships/image" Target="../media/image158.png"/><Relationship Id="rId11" Type="http://schemas.openxmlformats.org/officeDocument/2006/relationships/image" Target="../media/image141.png"/><Relationship Id="rId10" Type="http://schemas.openxmlformats.org/officeDocument/2006/relationships/image" Target="../media/image1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2.png"/><Relationship Id="rId4" Type="http://schemas.openxmlformats.org/officeDocument/2006/relationships/image" Target="../media/image159.png"/><Relationship Id="rId9" Type="http://schemas.openxmlformats.org/officeDocument/2006/relationships/image" Target="../media/image19.png"/><Relationship Id="rId5" Type="http://schemas.openxmlformats.org/officeDocument/2006/relationships/image" Target="../media/image147.png"/><Relationship Id="rId6" Type="http://schemas.openxmlformats.org/officeDocument/2006/relationships/image" Target="../media/image129.png"/><Relationship Id="rId7" Type="http://schemas.openxmlformats.org/officeDocument/2006/relationships/image" Target="../media/image133.png"/><Relationship Id="rId8" Type="http://schemas.openxmlformats.org/officeDocument/2006/relationships/image" Target="../media/image158.png"/><Relationship Id="rId11" Type="http://schemas.openxmlformats.org/officeDocument/2006/relationships/image" Target="../media/image141.png"/><Relationship Id="rId10" Type="http://schemas.openxmlformats.org/officeDocument/2006/relationships/image" Target="../media/image128.png"/><Relationship Id="rId13" Type="http://schemas.openxmlformats.org/officeDocument/2006/relationships/hyperlink" Target="https://youtu.be/HSnWBfeuKqg" TargetMode="External"/><Relationship Id="rId12" Type="http://schemas.openxmlformats.org/officeDocument/2006/relationships/hyperlink" Target="https://youtu.be/HSnWBfeuKqg" TargetMode="External"/><Relationship Id="rId14" Type="http://schemas.openxmlformats.org/officeDocument/2006/relationships/hyperlink" Target="https://youtu.be/HSnWBfeuKqg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9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0.png"/><Relationship Id="rId4" Type="http://schemas.openxmlformats.org/officeDocument/2006/relationships/image" Target="../media/image138.png"/><Relationship Id="rId9" Type="http://schemas.openxmlformats.org/officeDocument/2006/relationships/image" Target="../media/image1.png"/><Relationship Id="rId5" Type="http://schemas.openxmlformats.org/officeDocument/2006/relationships/image" Target="../media/image151.png"/><Relationship Id="rId6" Type="http://schemas.openxmlformats.org/officeDocument/2006/relationships/image" Target="../media/image164.png"/><Relationship Id="rId7" Type="http://schemas.openxmlformats.org/officeDocument/2006/relationships/image" Target="../media/image153.png"/><Relationship Id="rId8" Type="http://schemas.openxmlformats.org/officeDocument/2006/relationships/image" Target="../media/image168.jpg"/><Relationship Id="rId10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5.png"/><Relationship Id="rId4" Type="http://schemas.openxmlformats.org/officeDocument/2006/relationships/image" Target="../media/image126.jpg"/><Relationship Id="rId5" Type="http://schemas.openxmlformats.org/officeDocument/2006/relationships/image" Target="../media/image19.png"/><Relationship Id="rId6" Type="http://schemas.openxmlformats.org/officeDocument/2006/relationships/image" Target="../media/image16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5.png"/><Relationship Id="rId4" Type="http://schemas.openxmlformats.org/officeDocument/2006/relationships/image" Target="../media/image19.png"/><Relationship Id="rId5" Type="http://schemas.openxmlformats.org/officeDocument/2006/relationships/image" Target="../media/image161.png"/><Relationship Id="rId6" Type="http://schemas.openxmlformats.org/officeDocument/2006/relationships/image" Target="../media/image17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2.png"/><Relationship Id="rId4" Type="http://schemas.openxmlformats.org/officeDocument/2006/relationships/image" Target="../media/image170.png"/><Relationship Id="rId9" Type="http://schemas.openxmlformats.org/officeDocument/2006/relationships/image" Target="../media/image165.png"/><Relationship Id="rId5" Type="http://schemas.openxmlformats.org/officeDocument/2006/relationships/image" Target="../media/image175.png"/><Relationship Id="rId6" Type="http://schemas.openxmlformats.org/officeDocument/2006/relationships/image" Target="../media/image169.png"/><Relationship Id="rId7" Type="http://schemas.openxmlformats.org/officeDocument/2006/relationships/image" Target="../media/image167.png"/><Relationship Id="rId8" Type="http://schemas.openxmlformats.org/officeDocument/2006/relationships/image" Target="../media/image171.png"/><Relationship Id="rId11" Type="http://schemas.openxmlformats.org/officeDocument/2006/relationships/image" Target="../media/image163.png"/><Relationship Id="rId10" Type="http://schemas.openxmlformats.org/officeDocument/2006/relationships/hyperlink" Target="https://youtu.be/HSnWBfeuKqg" TargetMode="External"/><Relationship Id="rId12" Type="http://schemas.openxmlformats.org/officeDocument/2006/relationships/image" Target="../media/image1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1"/>
          <p:cNvGrpSpPr/>
          <p:nvPr/>
        </p:nvGrpSpPr>
        <p:grpSpPr>
          <a:xfrm>
            <a:off x="3924301" y="3339971"/>
            <a:ext cx="822957" cy="1097280"/>
            <a:chOff x="3241866" y="1103796"/>
            <a:chExt cx="4627785" cy="4627785"/>
          </a:xfrm>
        </p:grpSpPr>
        <p:sp>
          <p:nvSpPr>
            <p:cNvPr id="117" name="Google Shape;117;p1"/>
            <p:cNvSpPr/>
            <p:nvPr/>
          </p:nvSpPr>
          <p:spPr>
            <a:xfrm>
              <a:off x="3241866" y="1103796"/>
              <a:ext cx="4627785" cy="462778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35000">
                  <a:srgbClr val="FFFFFF"/>
                </a:gs>
                <a:gs pos="100000">
                  <a:schemeClr val="accent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3627512" y="1489445"/>
              <a:ext cx="3856489" cy="3856488"/>
            </a:xfrm>
            <a:prstGeom prst="ellipse">
              <a:avLst/>
            </a:prstGeom>
            <a:gradFill>
              <a:gsLst>
                <a:gs pos="0">
                  <a:srgbClr val="8CAE47"/>
                </a:gs>
                <a:gs pos="23000">
                  <a:srgbClr val="8CAE47"/>
                </a:gs>
                <a:gs pos="69000">
                  <a:srgbClr val="76923C"/>
                </a:gs>
                <a:gs pos="97000">
                  <a:srgbClr val="6E8938"/>
                </a:gs>
                <a:gs pos="100000">
                  <a:srgbClr val="6E8938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1"/>
          <p:cNvGrpSpPr/>
          <p:nvPr/>
        </p:nvGrpSpPr>
        <p:grpSpPr>
          <a:xfrm>
            <a:off x="5747098" y="3339971"/>
            <a:ext cx="822957" cy="1097280"/>
            <a:chOff x="3241866" y="1103796"/>
            <a:chExt cx="4627785" cy="4627785"/>
          </a:xfrm>
        </p:grpSpPr>
        <p:sp>
          <p:nvSpPr>
            <p:cNvPr id="120" name="Google Shape;120;p1"/>
            <p:cNvSpPr/>
            <p:nvPr/>
          </p:nvSpPr>
          <p:spPr>
            <a:xfrm>
              <a:off x="3241866" y="1103796"/>
              <a:ext cx="4627785" cy="462778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35000">
                  <a:srgbClr val="FFFFFF"/>
                </a:gs>
                <a:gs pos="100000">
                  <a:schemeClr val="accent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3627512" y="1489445"/>
              <a:ext cx="3856489" cy="3856488"/>
            </a:xfrm>
            <a:prstGeom prst="ellipse">
              <a:avLst/>
            </a:prstGeom>
            <a:gradFill>
              <a:gsLst>
                <a:gs pos="0">
                  <a:srgbClr val="8CAE47"/>
                </a:gs>
                <a:gs pos="23000">
                  <a:srgbClr val="8CAE47"/>
                </a:gs>
                <a:gs pos="69000">
                  <a:srgbClr val="76923C"/>
                </a:gs>
                <a:gs pos="97000">
                  <a:srgbClr val="6E8938"/>
                </a:gs>
                <a:gs pos="100000">
                  <a:srgbClr val="6E8938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>
            <a:off x="7584615" y="3339971"/>
            <a:ext cx="822957" cy="1097280"/>
            <a:chOff x="3241866" y="1103796"/>
            <a:chExt cx="4627785" cy="4627785"/>
          </a:xfrm>
        </p:grpSpPr>
        <p:sp>
          <p:nvSpPr>
            <p:cNvPr id="123" name="Google Shape;123;p1"/>
            <p:cNvSpPr/>
            <p:nvPr/>
          </p:nvSpPr>
          <p:spPr>
            <a:xfrm>
              <a:off x="3241866" y="1103796"/>
              <a:ext cx="4627785" cy="462778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35000">
                  <a:srgbClr val="FFFFFF"/>
                </a:gs>
                <a:gs pos="100000">
                  <a:schemeClr val="accent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3627512" y="1489445"/>
              <a:ext cx="3856489" cy="3856488"/>
            </a:xfrm>
            <a:prstGeom prst="ellipse">
              <a:avLst/>
            </a:prstGeom>
            <a:gradFill>
              <a:gsLst>
                <a:gs pos="0">
                  <a:srgbClr val="8CAE47"/>
                </a:gs>
                <a:gs pos="23000">
                  <a:srgbClr val="8CAE47"/>
                </a:gs>
                <a:gs pos="69000">
                  <a:srgbClr val="76923C"/>
                </a:gs>
                <a:gs pos="97000">
                  <a:srgbClr val="6E8938"/>
                </a:gs>
                <a:gs pos="100000">
                  <a:srgbClr val="6E8938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568576" y="3962400"/>
            <a:ext cx="7192963" cy="2438400"/>
          </a:xfrm>
          <a:custGeom>
            <a:rect b="b" l="l" r="r" t="t"/>
            <a:pathLst>
              <a:path extrusionOk="0" h="2438400" w="9590205">
                <a:moveTo>
                  <a:pt x="0" y="0"/>
                </a:moveTo>
                <a:lnTo>
                  <a:pt x="1722746" y="0"/>
                </a:lnTo>
                <a:lnTo>
                  <a:pt x="1728376" y="55846"/>
                </a:lnTo>
                <a:cubicBezTo>
                  <a:pt x="1788061" y="347520"/>
                  <a:pt x="2046133" y="566928"/>
                  <a:pt x="2355450" y="566928"/>
                </a:cubicBezTo>
                <a:cubicBezTo>
                  <a:pt x="2664767" y="566928"/>
                  <a:pt x="2922838" y="347520"/>
                  <a:pt x="2982523" y="55846"/>
                </a:cubicBezTo>
                <a:lnTo>
                  <a:pt x="2988153" y="0"/>
                </a:lnTo>
                <a:lnTo>
                  <a:pt x="4166358" y="0"/>
                </a:lnTo>
                <a:lnTo>
                  <a:pt x="4171987" y="55846"/>
                </a:lnTo>
                <a:cubicBezTo>
                  <a:pt x="4231672" y="347520"/>
                  <a:pt x="4489745" y="566928"/>
                  <a:pt x="4799061" y="566928"/>
                </a:cubicBezTo>
                <a:cubicBezTo>
                  <a:pt x="5108378" y="566928"/>
                  <a:pt x="5366450" y="347520"/>
                  <a:pt x="5426135" y="55846"/>
                </a:cubicBezTo>
                <a:lnTo>
                  <a:pt x="5431765" y="0"/>
                </a:lnTo>
                <a:lnTo>
                  <a:pt x="6586138" y="0"/>
                </a:lnTo>
                <a:lnTo>
                  <a:pt x="6591767" y="55846"/>
                </a:lnTo>
                <a:cubicBezTo>
                  <a:pt x="6651452" y="347520"/>
                  <a:pt x="6909524" y="566928"/>
                  <a:pt x="7218841" y="566928"/>
                </a:cubicBezTo>
                <a:cubicBezTo>
                  <a:pt x="7528158" y="566928"/>
                  <a:pt x="7786230" y="347520"/>
                  <a:pt x="7845915" y="55846"/>
                </a:cubicBezTo>
                <a:lnTo>
                  <a:pt x="7851545" y="0"/>
                </a:lnTo>
                <a:lnTo>
                  <a:pt x="9590205" y="0"/>
                </a:lnTo>
                <a:lnTo>
                  <a:pt x="9590205" y="2438400"/>
                </a:lnTo>
                <a:lnTo>
                  <a:pt x="0" y="24384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chemeClr val="lt1">
                <a:alpha val="24313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2271251" y="445147"/>
            <a:ext cx="7302910" cy="172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4400" u="none" cap="none" strike="noStrike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Environnement et stratégie de l’Entreprise</a:t>
            </a:r>
            <a:endParaRPr b="0" i="0" sz="4400" u="none" cap="none" strike="noStrike">
              <a:solidFill>
                <a:srgbClr val="4C4F54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4C4F54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1992314" y="2143125"/>
            <a:ext cx="8207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800" u="none" cap="none" strike="noStrike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Classe 3</a:t>
            </a:r>
            <a:r>
              <a:rPr b="1" baseline="30000" i="0" lang="fr-FR" sz="1800" u="none" cap="none" strike="noStrike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ème</a:t>
            </a:r>
            <a:r>
              <a:rPr b="1" i="0" lang="fr-FR" sz="1800" u="none" cap="none" strike="noStrike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année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800" u="none" cap="none" strike="noStrike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Responsables du module: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800" u="none" cap="none" strike="noStrike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Dhouha Melliti Ben Khedher</a:t>
            </a:r>
            <a:r>
              <a:rPr b="1" i="0" lang="fr-FR" sz="1800" u="none" cap="none" strike="noStrike">
                <a:solidFill>
                  <a:srgbClr val="00B0F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b="1" i="0" lang="fr-FR" sz="1600" u="none" cap="none" strike="noStrike">
                <a:solidFill>
                  <a:srgbClr val="00B0F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dhouha.melliti@esprit.tn</a:t>
            </a:r>
            <a:r>
              <a:rPr b="1" i="0" lang="fr-FR" sz="1800" u="none" cap="none" strike="noStrike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800" u="none" cap="none" strike="noStrike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Insaf Riahi Tekaya </a:t>
            </a:r>
            <a:r>
              <a:rPr b="1" i="0" lang="fr-FR" sz="1600" u="none" cap="none" strike="noStrike">
                <a:solidFill>
                  <a:srgbClr val="00B0F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insaf.tekaya@esprit.tn</a:t>
            </a:r>
            <a:r>
              <a:rPr b="1" i="0" lang="fr-FR" sz="1800" u="none" cap="none" strike="noStrike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</a:t>
            </a:r>
            <a:endParaRPr b="1" i="0" sz="1800" u="none" cap="none" strike="noStrike">
              <a:solidFill>
                <a:srgbClr val="595959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-FR" sz="1800" u="none" cap="none" strike="noStrike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202</a:t>
            </a:r>
            <a:r>
              <a:rPr b="1" i="1" lang="fr-FR" sz="1800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r>
              <a:rPr b="1" i="1" lang="fr-FR" sz="1800" u="none" cap="none" strike="noStrike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-202</a:t>
            </a:r>
            <a:r>
              <a:rPr b="1" i="1" lang="fr-FR" sz="1800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  <a:endParaRPr b="1" i="1" sz="1800" u="none" cap="none" strike="noStrike">
              <a:solidFill>
                <a:srgbClr val="595959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128" name="Google Shape;12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1" y="0"/>
            <a:ext cx="1893155" cy="714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"/>
          <p:cNvSpPr txBox="1"/>
          <p:nvPr>
            <p:ph idx="1" type="body"/>
          </p:nvPr>
        </p:nvSpPr>
        <p:spPr>
          <a:xfrm>
            <a:off x="1219200" y="2147634"/>
            <a:ext cx="9354311" cy="1902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38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Chapitre II. Stratégie de l’entreprise </a:t>
            </a:r>
            <a:endParaRPr/>
          </a:p>
          <a:p>
            <a:pPr indent="0" lvl="0" marL="671195" marR="657860" rtl="0" algn="ctr">
              <a:lnSpc>
                <a:spcPct val="100000"/>
              </a:lnSpc>
              <a:spcBef>
                <a:spcPts val="875"/>
              </a:spcBef>
              <a:spcAft>
                <a:spcPts val="0"/>
              </a:spcAft>
              <a:buNone/>
            </a:pPr>
            <a:r>
              <a:rPr lang="fr-FR"/>
              <a:t>Section 1. Diagnostic stratégique : Analyse Externe</a:t>
            </a:r>
            <a:endParaRPr/>
          </a:p>
        </p:txBody>
      </p:sp>
      <p:pic>
        <p:nvPicPr>
          <p:cNvPr id="134" name="Google Shape;13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20200" y="-60385"/>
            <a:ext cx="2968750" cy="1584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3"/>
          <p:cNvGrpSpPr/>
          <p:nvPr/>
        </p:nvGrpSpPr>
        <p:grpSpPr>
          <a:xfrm>
            <a:off x="5513832" y="1033525"/>
            <a:ext cx="265430" cy="265430"/>
            <a:chOff x="5513832" y="1033525"/>
            <a:chExt cx="265430" cy="265430"/>
          </a:xfrm>
        </p:grpSpPr>
        <p:pic>
          <p:nvPicPr>
            <p:cNvPr id="140" name="Google Shape;140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77840" y="1106677"/>
              <a:ext cx="128015" cy="1280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3"/>
            <p:cNvSpPr/>
            <p:nvPr/>
          </p:nvSpPr>
          <p:spPr>
            <a:xfrm>
              <a:off x="5513832" y="1033525"/>
              <a:ext cx="265430" cy="265430"/>
            </a:xfrm>
            <a:custGeom>
              <a:rect b="b" l="l" r="r" t="t"/>
              <a:pathLst>
                <a:path extrusionOk="0" h="265430" w="265429">
                  <a:moveTo>
                    <a:pt x="132841" y="0"/>
                  </a:moveTo>
                  <a:lnTo>
                    <a:pt x="90887" y="6766"/>
                  </a:lnTo>
                  <a:lnTo>
                    <a:pt x="54425" y="25603"/>
                  </a:lnTo>
                  <a:lnTo>
                    <a:pt x="25656" y="54315"/>
                  </a:lnTo>
                  <a:lnTo>
                    <a:pt x="6780" y="90708"/>
                  </a:lnTo>
                  <a:lnTo>
                    <a:pt x="0" y="132587"/>
                  </a:lnTo>
                  <a:lnTo>
                    <a:pt x="6780" y="174529"/>
                  </a:lnTo>
                  <a:lnTo>
                    <a:pt x="25656" y="210960"/>
                  </a:lnTo>
                  <a:lnTo>
                    <a:pt x="54425" y="239691"/>
                  </a:lnTo>
                  <a:lnTo>
                    <a:pt x="90887" y="258535"/>
                  </a:lnTo>
                  <a:lnTo>
                    <a:pt x="132841" y="265302"/>
                  </a:lnTo>
                  <a:lnTo>
                    <a:pt x="174792" y="258535"/>
                  </a:lnTo>
                  <a:lnTo>
                    <a:pt x="207788" y="241426"/>
                  </a:lnTo>
                  <a:lnTo>
                    <a:pt x="132841" y="241426"/>
                  </a:lnTo>
                  <a:lnTo>
                    <a:pt x="90473" y="232868"/>
                  </a:lnTo>
                  <a:lnTo>
                    <a:pt x="55832" y="209534"/>
                  </a:lnTo>
                  <a:lnTo>
                    <a:pt x="32454" y="174936"/>
                  </a:lnTo>
                  <a:lnTo>
                    <a:pt x="23875" y="132587"/>
                  </a:lnTo>
                  <a:lnTo>
                    <a:pt x="32454" y="90239"/>
                  </a:lnTo>
                  <a:lnTo>
                    <a:pt x="55832" y="55641"/>
                  </a:lnTo>
                  <a:lnTo>
                    <a:pt x="90473" y="32307"/>
                  </a:lnTo>
                  <a:lnTo>
                    <a:pt x="132841" y="23749"/>
                  </a:lnTo>
                  <a:lnTo>
                    <a:pt x="207557" y="23749"/>
                  </a:lnTo>
                  <a:lnTo>
                    <a:pt x="174792" y="6766"/>
                  </a:lnTo>
                  <a:lnTo>
                    <a:pt x="132841" y="0"/>
                  </a:lnTo>
                  <a:close/>
                </a:path>
                <a:path extrusionOk="0" h="265430" w="265429">
                  <a:moveTo>
                    <a:pt x="207557" y="23749"/>
                  </a:moveTo>
                  <a:lnTo>
                    <a:pt x="132841" y="23749"/>
                  </a:lnTo>
                  <a:lnTo>
                    <a:pt x="175283" y="32307"/>
                  </a:lnTo>
                  <a:lnTo>
                    <a:pt x="209962" y="55641"/>
                  </a:lnTo>
                  <a:lnTo>
                    <a:pt x="233354" y="90239"/>
                  </a:lnTo>
                  <a:lnTo>
                    <a:pt x="241934" y="132587"/>
                  </a:lnTo>
                  <a:lnTo>
                    <a:pt x="233354" y="174936"/>
                  </a:lnTo>
                  <a:lnTo>
                    <a:pt x="209962" y="209534"/>
                  </a:lnTo>
                  <a:lnTo>
                    <a:pt x="175283" y="232868"/>
                  </a:lnTo>
                  <a:lnTo>
                    <a:pt x="132841" y="241426"/>
                  </a:lnTo>
                  <a:lnTo>
                    <a:pt x="207788" y="241426"/>
                  </a:lnTo>
                  <a:lnTo>
                    <a:pt x="211134" y="239691"/>
                  </a:lnTo>
                  <a:lnTo>
                    <a:pt x="239735" y="210960"/>
                  </a:lnTo>
                  <a:lnTo>
                    <a:pt x="258460" y="174529"/>
                  </a:lnTo>
                  <a:lnTo>
                    <a:pt x="265175" y="132587"/>
                  </a:lnTo>
                  <a:lnTo>
                    <a:pt x="258460" y="90708"/>
                  </a:lnTo>
                  <a:lnTo>
                    <a:pt x="239735" y="54315"/>
                  </a:lnTo>
                  <a:lnTo>
                    <a:pt x="211134" y="25603"/>
                  </a:lnTo>
                  <a:lnTo>
                    <a:pt x="207557" y="23749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p3"/>
          <p:cNvSpPr/>
          <p:nvPr/>
        </p:nvSpPr>
        <p:spPr>
          <a:xfrm>
            <a:off x="5932932" y="1105153"/>
            <a:ext cx="1355090" cy="76200"/>
          </a:xfrm>
          <a:custGeom>
            <a:rect b="b" l="l" r="r" t="t"/>
            <a:pathLst>
              <a:path extrusionOk="0" h="76200" w="1355090">
                <a:moveTo>
                  <a:pt x="38100" y="0"/>
                </a:moveTo>
                <a:lnTo>
                  <a:pt x="23252" y="3006"/>
                </a:lnTo>
                <a:lnTo>
                  <a:pt x="11144" y="11191"/>
                </a:lnTo>
                <a:lnTo>
                  <a:pt x="2988" y="23306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282" y="47625"/>
                </a:lnTo>
                <a:lnTo>
                  <a:pt x="38100" y="47625"/>
                </a:lnTo>
                <a:lnTo>
                  <a:pt x="38100" y="28575"/>
                </a:lnTo>
                <a:lnTo>
                  <a:pt x="74275" y="28575"/>
                </a:lnTo>
                <a:lnTo>
                  <a:pt x="73211" y="23306"/>
                </a:lnTo>
                <a:lnTo>
                  <a:pt x="65055" y="11191"/>
                </a:lnTo>
                <a:lnTo>
                  <a:pt x="52947" y="3006"/>
                </a:lnTo>
                <a:lnTo>
                  <a:pt x="38100" y="0"/>
                </a:lnTo>
                <a:close/>
              </a:path>
              <a:path extrusionOk="0" h="76200" w="1355090">
                <a:moveTo>
                  <a:pt x="74275" y="28575"/>
                </a:moveTo>
                <a:lnTo>
                  <a:pt x="38100" y="28575"/>
                </a:lnTo>
                <a:lnTo>
                  <a:pt x="38100" y="47625"/>
                </a:lnTo>
                <a:lnTo>
                  <a:pt x="74282" y="47625"/>
                </a:lnTo>
                <a:lnTo>
                  <a:pt x="76200" y="38100"/>
                </a:lnTo>
                <a:lnTo>
                  <a:pt x="74275" y="28575"/>
                </a:lnTo>
                <a:close/>
              </a:path>
              <a:path extrusionOk="0" h="76200" w="1355090">
                <a:moveTo>
                  <a:pt x="95250" y="28575"/>
                </a:moveTo>
                <a:lnTo>
                  <a:pt x="74275" y="28575"/>
                </a:lnTo>
                <a:lnTo>
                  <a:pt x="76200" y="38100"/>
                </a:lnTo>
                <a:lnTo>
                  <a:pt x="74282" y="47625"/>
                </a:lnTo>
                <a:lnTo>
                  <a:pt x="95250" y="47625"/>
                </a:lnTo>
                <a:lnTo>
                  <a:pt x="95250" y="28575"/>
                </a:lnTo>
                <a:close/>
              </a:path>
              <a:path extrusionOk="0" h="76200" w="1355090">
                <a:moveTo>
                  <a:pt x="171450" y="28575"/>
                </a:moveTo>
                <a:lnTo>
                  <a:pt x="114300" y="28575"/>
                </a:lnTo>
                <a:lnTo>
                  <a:pt x="114300" y="47625"/>
                </a:lnTo>
                <a:lnTo>
                  <a:pt x="171450" y="47625"/>
                </a:lnTo>
                <a:lnTo>
                  <a:pt x="171450" y="28575"/>
                </a:lnTo>
                <a:close/>
              </a:path>
              <a:path extrusionOk="0" h="76200" w="1355090">
                <a:moveTo>
                  <a:pt x="247650" y="28575"/>
                </a:moveTo>
                <a:lnTo>
                  <a:pt x="190500" y="28575"/>
                </a:lnTo>
                <a:lnTo>
                  <a:pt x="190500" y="47625"/>
                </a:lnTo>
                <a:lnTo>
                  <a:pt x="247650" y="47625"/>
                </a:lnTo>
                <a:lnTo>
                  <a:pt x="247650" y="28575"/>
                </a:lnTo>
                <a:close/>
              </a:path>
              <a:path extrusionOk="0" h="76200" w="1355090">
                <a:moveTo>
                  <a:pt x="323722" y="28575"/>
                </a:moveTo>
                <a:lnTo>
                  <a:pt x="266700" y="28575"/>
                </a:lnTo>
                <a:lnTo>
                  <a:pt x="266700" y="47625"/>
                </a:lnTo>
                <a:lnTo>
                  <a:pt x="323722" y="47625"/>
                </a:lnTo>
                <a:lnTo>
                  <a:pt x="323722" y="28575"/>
                </a:lnTo>
                <a:close/>
              </a:path>
              <a:path extrusionOk="0" h="76200" w="1355090">
                <a:moveTo>
                  <a:pt x="399922" y="28575"/>
                </a:moveTo>
                <a:lnTo>
                  <a:pt x="342772" y="28575"/>
                </a:lnTo>
                <a:lnTo>
                  <a:pt x="342772" y="47625"/>
                </a:lnTo>
                <a:lnTo>
                  <a:pt x="399922" y="47625"/>
                </a:lnTo>
                <a:lnTo>
                  <a:pt x="399922" y="28575"/>
                </a:lnTo>
                <a:close/>
              </a:path>
              <a:path extrusionOk="0" h="76200" w="1355090">
                <a:moveTo>
                  <a:pt x="476122" y="28575"/>
                </a:moveTo>
                <a:lnTo>
                  <a:pt x="418972" y="28575"/>
                </a:lnTo>
                <a:lnTo>
                  <a:pt x="418972" y="47625"/>
                </a:lnTo>
                <a:lnTo>
                  <a:pt x="476122" y="47625"/>
                </a:lnTo>
                <a:lnTo>
                  <a:pt x="476122" y="28575"/>
                </a:lnTo>
                <a:close/>
              </a:path>
              <a:path extrusionOk="0" h="76200" w="1355090">
                <a:moveTo>
                  <a:pt x="552322" y="28575"/>
                </a:moveTo>
                <a:lnTo>
                  <a:pt x="495172" y="28575"/>
                </a:lnTo>
                <a:lnTo>
                  <a:pt x="495172" y="47625"/>
                </a:lnTo>
                <a:lnTo>
                  <a:pt x="552322" y="47625"/>
                </a:lnTo>
                <a:lnTo>
                  <a:pt x="552322" y="28575"/>
                </a:lnTo>
                <a:close/>
              </a:path>
              <a:path extrusionOk="0" h="76200" w="1355090">
                <a:moveTo>
                  <a:pt x="628522" y="28575"/>
                </a:moveTo>
                <a:lnTo>
                  <a:pt x="571372" y="28575"/>
                </a:lnTo>
                <a:lnTo>
                  <a:pt x="571372" y="47625"/>
                </a:lnTo>
                <a:lnTo>
                  <a:pt x="628522" y="47625"/>
                </a:lnTo>
                <a:lnTo>
                  <a:pt x="628522" y="28575"/>
                </a:lnTo>
                <a:close/>
              </a:path>
              <a:path extrusionOk="0" h="76200" w="1355090">
                <a:moveTo>
                  <a:pt x="704722" y="28575"/>
                </a:moveTo>
                <a:lnTo>
                  <a:pt x="647572" y="28575"/>
                </a:lnTo>
                <a:lnTo>
                  <a:pt x="647572" y="47625"/>
                </a:lnTo>
                <a:lnTo>
                  <a:pt x="704722" y="47625"/>
                </a:lnTo>
                <a:lnTo>
                  <a:pt x="704722" y="28575"/>
                </a:lnTo>
                <a:close/>
              </a:path>
              <a:path extrusionOk="0" h="76200" w="1355090">
                <a:moveTo>
                  <a:pt x="780922" y="28575"/>
                </a:moveTo>
                <a:lnTo>
                  <a:pt x="723772" y="28575"/>
                </a:lnTo>
                <a:lnTo>
                  <a:pt x="723772" y="47625"/>
                </a:lnTo>
                <a:lnTo>
                  <a:pt x="780922" y="47625"/>
                </a:lnTo>
                <a:lnTo>
                  <a:pt x="780922" y="28575"/>
                </a:lnTo>
                <a:close/>
              </a:path>
              <a:path extrusionOk="0" h="76200" w="1355090">
                <a:moveTo>
                  <a:pt x="856995" y="28575"/>
                </a:moveTo>
                <a:lnTo>
                  <a:pt x="799845" y="28575"/>
                </a:lnTo>
                <a:lnTo>
                  <a:pt x="799845" y="47625"/>
                </a:lnTo>
                <a:lnTo>
                  <a:pt x="856995" y="47625"/>
                </a:lnTo>
                <a:lnTo>
                  <a:pt x="856995" y="28575"/>
                </a:lnTo>
                <a:close/>
              </a:path>
              <a:path extrusionOk="0" h="76200" w="1355090">
                <a:moveTo>
                  <a:pt x="933195" y="28575"/>
                </a:moveTo>
                <a:lnTo>
                  <a:pt x="876045" y="28575"/>
                </a:lnTo>
                <a:lnTo>
                  <a:pt x="876045" y="47625"/>
                </a:lnTo>
                <a:lnTo>
                  <a:pt x="933195" y="47625"/>
                </a:lnTo>
                <a:lnTo>
                  <a:pt x="933195" y="28575"/>
                </a:lnTo>
                <a:close/>
              </a:path>
              <a:path extrusionOk="0" h="76200" w="1355090">
                <a:moveTo>
                  <a:pt x="1009395" y="28575"/>
                </a:moveTo>
                <a:lnTo>
                  <a:pt x="952245" y="28575"/>
                </a:lnTo>
                <a:lnTo>
                  <a:pt x="952245" y="47625"/>
                </a:lnTo>
                <a:lnTo>
                  <a:pt x="1009395" y="47625"/>
                </a:lnTo>
                <a:lnTo>
                  <a:pt x="1009395" y="28575"/>
                </a:lnTo>
                <a:close/>
              </a:path>
              <a:path extrusionOk="0" h="76200" w="1355090">
                <a:moveTo>
                  <a:pt x="1085595" y="28575"/>
                </a:moveTo>
                <a:lnTo>
                  <a:pt x="1028445" y="28575"/>
                </a:lnTo>
                <a:lnTo>
                  <a:pt x="1028445" y="47625"/>
                </a:lnTo>
                <a:lnTo>
                  <a:pt x="1085595" y="47625"/>
                </a:lnTo>
                <a:lnTo>
                  <a:pt x="1085595" y="28575"/>
                </a:lnTo>
                <a:close/>
              </a:path>
              <a:path extrusionOk="0" h="76200" w="1355090">
                <a:moveTo>
                  <a:pt x="1161795" y="28575"/>
                </a:moveTo>
                <a:lnTo>
                  <a:pt x="1104645" y="28575"/>
                </a:lnTo>
                <a:lnTo>
                  <a:pt x="1104645" y="47625"/>
                </a:lnTo>
                <a:lnTo>
                  <a:pt x="1161795" y="47625"/>
                </a:lnTo>
                <a:lnTo>
                  <a:pt x="1161795" y="28575"/>
                </a:lnTo>
                <a:close/>
              </a:path>
              <a:path extrusionOk="0" h="76200" w="1355090">
                <a:moveTo>
                  <a:pt x="1237995" y="28575"/>
                </a:moveTo>
                <a:lnTo>
                  <a:pt x="1180845" y="28575"/>
                </a:lnTo>
                <a:lnTo>
                  <a:pt x="1180845" y="47625"/>
                </a:lnTo>
                <a:lnTo>
                  <a:pt x="1237995" y="47625"/>
                </a:lnTo>
                <a:lnTo>
                  <a:pt x="1237995" y="28575"/>
                </a:lnTo>
                <a:close/>
              </a:path>
              <a:path extrusionOk="0" h="76200" w="1355090">
                <a:moveTo>
                  <a:pt x="1316482" y="0"/>
                </a:moveTo>
                <a:lnTo>
                  <a:pt x="1301688" y="3006"/>
                </a:lnTo>
                <a:lnTo>
                  <a:pt x="1289573" y="11191"/>
                </a:lnTo>
                <a:lnTo>
                  <a:pt x="1281388" y="23306"/>
                </a:lnTo>
                <a:lnTo>
                  <a:pt x="1278382" y="38100"/>
                </a:lnTo>
                <a:lnTo>
                  <a:pt x="1281388" y="52947"/>
                </a:lnTo>
                <a:lnTo>
                  <a:pt x="1289573" y="65055"/>
                </a:lnTo>
                <a:lnTo>
                  <a:pt x="1301688" y="73211"/>
                </a:lnTo>
                <a:lnTo>
                  <a:pt x="1316482" y="76200"/>
                </a:lnTo>
                <a:lnTo>
                  <a:pt x="1331329" y="73211"/>
                </a:lnTo>
                <a:lnTo>
                  <a:pt x="1343437" y="65055"/>
                </a:lnTo>
                <a:lnTo>
                  <a:pt x="1351593" y="52947"/>
                </a:lnTo>
                <a:lnTo>
                  <a:pt x="1352664" y="47625"/>
                </a:lnTo>
                <a:lnTo>
                  <a:pt x="1314068" y="47625"/>
                </a:lnTo>
                <a:lnTo>
                  <a:pt x="1314068" y="28575"/>
                </a:lnTo>
                <a:lnTo>
                  <a:pt x="1352657" y="28575"/>
                </a:lnTo>
                <a:lnTo>
                  <a:pt x="1351593" y="23306"/>
                </a:lnTo>
                <a:lnTo>
                  <a:pt x="1343437" y="11191"/>
                </a:lnTo>
                <a:lnTo>
                  <a:pt x="1331329" y="3006"/>
                </a:lnTo>
                <a:lnTo>
                  <a:pt x="1316482" y="0"/>
                </a:lnTo>
                <a:close/>
              </a:path>
              <a:path extrusionOk="0" h="76200" w="1355090">
                <a:moveTo>
                  <a:pt x="1280317" y="28575"/>
                </a:moveTo>
                <a:lnTo>
                  <a:pt x="1257045" y="28575"/>
                </a:lnTo>
                <a:lnTo>
                  <a:pt x="1257045" y="47625"/>
                </a:lnTo>
                <a:lnTo>
                  <a:pt x="1280310" y="47625"/>
                </a:lnTo>
                <a:lnTo>
                  <a:pt x="1278382" y="38100"/>
                </a:lnTo>
                <a:lnTo>
                  <a:pt x="1280317" y="28575"/>
                </a:lnTo>
                <a:close/>
              </a:path>
              <a:path extrusionOk="0" h="76200" w="1355090">
                <a:moveTo>
                  <a:pt x="1352657" y="28575"/>
                </a:moveTo>
                <a:lnTo>
                  <a:pt x="1314068" y="28575"/>
                </a:lnTo>
                <a:lnTo>
                  <a:pt x="1314068" y="47625"/>
                </a:lnTo>
                <a:lnTo>
                  <a:pt x="1352664" y="47625"/>
                </a:lnTo>
                <a:lnTo>
                  <a:pt x="1354582" y="38100"/>
                </a:lnTo>
                <a:lnTo>
                  <a:pt x="1352657" y="28575"/>
                </a:lnTo>
                <a:close/>
              </a:path>
            </a:pathLst>
          </a:custGeom>
          <a:solidFill>
            <a:srgbClr val="8496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5850635" y="2861310"/>
            <a:ext cx="1355090" cy="76200"/>
          </a:xfrm>
          <a:custGeom>
            <a:rect b="b" l="l" r="r" t="t"/>
            <a:pathLst>
              <a:path extrusionOk="0" h="76200" w="135509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893"/>
                </a:lnTo>
                <a:lnTo>
                  <a:pt x="11144" y="65008"/>
                </a:lnTo>
                <a:lnTo>
                  <a:pt x="23252" y="73193"/>
                </a:lnTo>
                <a:lnTo>
                  <a:pt x="38100" y="76200"/>
                </a:lnTo>
                <a:lnTo>
                  <a:pt x="52947" y="73193"/>
                </a:lnTo>
                <a:lnTo>
                  <a:pt x="65055" y="65008"/>
                </a:lnTo>
                <a:lnTo>
                  <a:pt x="73211" y="52893"/>
                </a:lnTo>
                <a:lnTo>
                  <a:pt x="74275" y="47625"/>
                </a:lnTo>
                <a:lnTo>
                  <a:pt x="38100" y="47625"/>
                </a:lnTo>
                <a:lnTo>
                  <a:pt x="38100" y="28575"/>
                </a:lnTo>
                <a:lnTo>
                  <a:pt x="74282" y="28575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extrusionOk="0" h="76200" w="1355090">
                <a:moveTo>
                  <a:pt x="74282" y="28575"/>
                </a:moveTo>
                <a:lnTo>
                  <a:pt x="38100" y="28575"/>
                </a:lnTo>
                <a:lnTo>
                  <a:pt x="38100" y="47625"/>
                </a:lnTo>
                <a:lnTo>
                  <a:pt x="74275" y="47625"/>
                </a:lnTo>
                <a:lnTo>
                  <a:pt x="76200" y="38100"/>
                </a:lnTo>
                <a:lnTo>
                  <a:pt x="74282" y="28575"/>
                </a:lnTo>
                <a:close/>
              </a:path>
              <a:path extrusionOk="0" h="76200" w="1355090">
                <a:moveTo>
                  <a:pt x="95250" y="28575"/>
                </a:moveTo>
                <a:lnTo>
                  <a:pt x="74282" y="28575"/>
                </a:lnTo>
                <a:lnTo>
                  <a:pt x="76200" y="38100"/>
                </a:lnTo>
                <a:lnTo>
                  <a:pt x="74275" y="47625"/>
                </a:lnTo>
                <a:lnTo>
                  <a:pt x="95250" y="47625"/>
                </a:lnTo>
                <a:lnTo>
                  <a:pt x="95250" y="28575"/>
                </a:lnTo>
                <a:close/>
              </a:path>
              <a:path extrusionOk="0" h="76200" w="1355090">
                <a:moveTo>
                  <a:pt x="171450" y="28575"/>
                </a:moveTo>
                <a:lnTo>
                  <a:pt x="114300" y="28575"/>
                </a:lnTo>
                <a:lnTo>
                  <a:pt x="114300" y="47625"/>
                </a:lnTo>
                <a:lnTo>
                  <a:pt x="171450" y="47625"/>
                </a:lnTo>
                <a:lnTo>
                  <a:pt x="171450" y="28575"/>
                </a:lnTo>
                <a:close/>
              </a:path>
              <a:path extrusionOk="0" h="76200" w="1355090">
                <a:moveTo>
                  <a:pt x="247650" y="28575"/>
                </a:moveTo>
                <a:lnTo>
                  <a:pt x="190500" y="28575"/>
                </a:lnTo>
                <a:lnTo>
                  <a:pt x="190500" y="47625"/>
                </a:lnTo>
                <a:lnTo>
                  <a:pt x="247650" y="47625"/>
                </a:lnTo>
                <a:lnTo>
                  <a:pt x="247650" y="28575"/>
                </a:lnTo>
                <a:close/>
              </a:path>
              <a:path extrusionOk="0" h="76200" w="1355090">
                <a:moveTo>
                  <a:pt x="323723" y="28575"/>
                </a:moveTo>
                <a:lnTo>
                  <a:pt x="266700" y="28575"/>
                </a:lnTo>
                <a:lnTo>
                  <a:pt x="266700" y="47625"/>
                </a:lnTo>
                <a:lnTo>
                  <a:pt x="323723" y="47625"/>
                </a:lnTo>
                <a:lnTo>
                  <a:pt x="323723" y="28575"/>
                </a:lnTo>
                <a:close/>
              </a:path>
              <a:path extrusionOk="0" h="76200" w="1355090">
                <a:moveTo>
                  <a:pt x="399923" y="28575"/>
                </a:moveTo>
                <a:lnTo>
                  <a:pt x="342773" y="28575"/>
                </a:lnTo>
                <a:lnTo>
                  <a:pt x="342773" y="47625"/>
                </a:lnTo>
                <a:lnTo>
                  <a:pt x="399923" y="47625"/>
                </a:lnTo>
                <a:lnTo>
                  <a:pt x="399923" y="28575"/>
                </a:lnTo>
                <a:close/>
              </a:path>
              <a:path extrusionOk="0" h="76200" w="1355090">
                <a:moveTo>
                  <a:pt x="476123" y="28575"/>
                </a:moveTo>
                <a:lnTo>
                  <a:pt x="418973" y="28575"/>
                </a:lnTo>
                <a:lnTo>
                  <a:pt x="418973" y="47625"/>
                </a:lnTo>
                <a:lnTo>
                  <a:pt x="476123" y="47625"/>
                </a:lnTo>
                <a:lnTo>
                  <a:pt x="476123" y="28575"/>
                </a:lnTo>
                <a:close/>
              </a:path>
              <a:path extrusionOk="0" h="76200" w="1355090">
                <a:moveTo>
                  <a:pt x="552323" y="28575"/>
                </a:moveTo>
                <a:lnTo>
                  <a:pt x="495173" y="28575"/>
                </a:lnTo>
                <a:lnTo>
                  <a:pt x="495173" y="47625"/>
                </a:lnTo>
                <a:lnTo>
                  <a:pt x="552323" y="47625"/>
                </a:lnTo>
                <a:lnTo>
                  <a:pt x="552323" y="28575"/>
                </a:lnTo>
                <a:close/>
              </a:path>
              <a:path extrusionOk="0" h="76200" w="1355090">
                <a:moveTo>
                  <a:pt x="628523" y="28575"/>
                </a:moveTo>
                <a:lnTo>
                  <a:pt x="571373" y="28575"/>
                </a:lnTo>
                <a:lnTo>
                  <a:pt x="571373" y="47625"/>
                </a:lnTo>
                <a:lnTo>
                  <a:pt x="628523" y="47625"/>
                </a:lnTo>
                <a:lnTo>
                  <a:pt x="628523" y="28575"/>
                </a:lnTo>
                <a:close/>
              </a:path>
              <a:path extrusionOk="0" h="76200" w="1355090">
                <a:moveTo>
                  <a:pt x="704722" y="28575"/>
                </a:moveTo>
                <a:lnTo>
                  <a:pt x="647573" y="28575"/>
                </a:lnTo>
                <a:lnTo>
                  <a:pt x="647573" y="47625"/>
                </a:lnTo>
                <a:lnTo>
                  <a:pt x="704722" y="47625"/>
                </a:lnTo>
                <a:lnTo>
                  <a:pt x="704722" y="28575"/>
                </a:lnTo>
                <a:close/>
              </a:path>
              <a:path extrusionOk="0" h="76200" w="1355090">
                <a:moveTo>
                  <a:pt x="780922" y="28575"/>
                </a:moveTo>
                <a:lnTo>
                  <a:pt x="723772" y="28575"/>
                </a:lnTo>
                <a:lnTo>
                  <a:pt x="723772" y="47625"/>
                </a:lnTo>
                <a:lnTo>
                  <a:pt x="780922" y="47625"/>
                </a:lnTo>
                <a:lnTo>
                  <a:pt x="780922" y="28575"/>
                </a:lnTo>
                <a:close/>
              </a:path>
              <a:path extrusionOk="0" h="76200" w="1355090">
                <a:moveTo>
                  <a:pt x="856995" y="28575"/>
                </a:moveTo>
                <a:lnTo>
                  <a:pt x="799845" y="28575"/>
                </a:lnTo>
                <a:lnTo>
                  <a:pt x="799845" y="47625"/>
                </a:lnTo>
                <a:lnTo>
                  <a:pt x="856995" y="47625"/>
                </a:lnTo>
                <a:lnTo>
                  <a:pt x="856995" y="28575"/>
                </a:lnTo>
                <a:close/>
              </a:path>
              <a:path extrusionOk="0" h="76200" w="1355090">
                <a:moveTo>
                  <a:pt x="933195" y="28575"/>
                </a:moveTo>
                <a:lnTo>
                  <a:pt x="876045" y="28575"/>
                </a:lnTo>
                <a:lnTo>
                  <a:pt x="876045" y="47625"/>
                </a:lnTo>
                <a:lnTo>
                  <a:pt x="933195" y="47625"/>
                </a:lnTo>
                <a:lnTo>
                  <a:pt x="933195" y="28575"/>
                </a:lnTo>
                <a:close/>
              </a:path>
              <a:path extrusionOk="0" h="76200" w="1355090">
                <a:moveTo>
                  <a:pt x="1009395" y="28575"/>
                </a:moveTo>
                <a:lnTo>
                  <a:pt x="952245" y="28575"/>
                </a:lnTo>
                <a:lnTo>
                  <a:pt x="952245" y="47625"/>
                </a:lnTo>
                <a:lnTo>
                  <a:pt x="1009395" y="47625"/>
                </a:lnTo>
                <a:lnTo>
                  <a:pt x="1009395" y="28575"/>
                </a:lnTo>
                <a:close/>
              </a:path>
              <a:path extrusionOk="0" h="76200" w="1355090">
                <a:moveTo>
                  <a:pt x="1085595" y="28575"/>
                </a:moveTo>
                <a:lnTo>
                  <a:pt x="1028445" y="28575"/>
                </a:lnTo>
                <a:lnTo>
                  <a:pt x="1028445" y="47625"/>
                </a:lnTo>
                <a:lnTo>
                  <a:pt x="1085595" y="47625"/>
                </a:lnTo>
                <a:lnTo>
                  <a:pt x="1085595" y="28575"/>
                </a:lnTo>
                <a:close/>
              </a:path>
              <a:path extrusionOk="0" h="76200" w="1355090">
                <a:moveTo>
                  <a:pt x="1161795" y="28575"/>
                </a:moveTo>
                <a:lnTo>
                  <a:pt x="1104645" y="28575"/>
                </a:lnTo>
                <a:lnTo>
                  <a:pt x="1104645" y="47625"/>
                </a:lnTo>
                <a:lnTo>
                  <a:pt x="1161795" y="47625"/>
                </a:lnTo>
                <a:lnTo>
                  <a:pt x="1161795" y="28575"/>
                </a:lnTo>
                <a:close/>
              </a:path>
              <a:path extrusionOk="0" h="76200" w="1355090">
                <a:moveTo>
                  <a:pt x="1237995" y="28575"/>
                </a:moveTo>
                <a:lnTo>
                  <a:pt x="1180845" y="28575"/>
                </a:lnTo>
                <a:lnTo>
                  <a:pt x="1180845" y="47625"/>
                </a:lnTo>
                <a:lnTo>
                  <a:pt x="1237995" y="47625"/>
                </a:lnTo>
                <a:lnTo>
                  <a:pt x="1237995" y="28575"/>
                </a:lnTo>
                <a:close/>
              </a:path>
              <a:path extrusionOk="0" h="76200" w="1355090">
                <a:moveTo>
                  <a:pt x="1316482" y="0"/>
                </a:moveTo>
                <a:lnTo>
                  <a:pt x="1301688" y="2988"/>
                </a:lnTo>
                <a:lnTo>
                  <a:pt x="1289573" y="11144"/>
                </a:lnTo>
                <a:lnTo>
                  <a:pt x="1281388" y="23252"/>
                </a:lnTo>
                <a:lnTo>
                  <a:pt x="1278382" y="38100"/>
                </a:lnTo>
                <a:lnTo>
                  <a:pt x="1281388" y="52893"/>
                </a:lnTo>
                <a:lnTo>
                  <a:pt x="1289573" y="65008"/>
                </a:lnTo>
                <a:lnTo>
                  <a:pt x="1301688" y="73193"/>
                </a:lnTo>
                <a:lnTo>
                  <a:pt x="1316482" y="76200"/>
                </a:lnTo>
                <a:lnTo>
                  <a:pt x="1331329" y="73193"/>
                </a:lnTo>
                <a:lnTo>
                  <a:pt x="1343437" y="65008"/>
                </a:lnTo>
                <a:lnTo>
                  <a:pt x="1351593" y="52893"/>
                </a:lnTo>
                <a:lnTo>
                  <a:pt x="1352657" y="47625"/>
                </a:lnTo>
                <a:lnTo>
                  <a:pt x="1314068" y="47625"/>
                </a:lnTo>
                <a:lnTo>
                  <a:pt x="1314068" y="28575"/>
                </a:lnTo>
                <a:lnTo>
                  <a:pt x="1352664" y="28575"/>
                </a:lnTo>
                <a:lnTo>
                  <a:pt x="1351593" y="23252"/>
                </a:lnTo>
                <a:lnTo>
                  <a:pt x="1343437" y="11144"/>
                </a:lnTo>
                <a:lnTo>
                  <a:pt x="1331329" y="2988"/>
                </a:lnTo>
                <a:lnTo>
                  <a:pt x="1316482" y="0"/>
                </a:lnTo>
                <a:close/>
              </a:path>
              <a:path extrusionOk="0" h="76200" w="1355090">
                <a:moveTo>
                  <a:pt x="1280310" y="28575"/>
                </a:moveTo>
                <a:lnTo>
                  <a:pt x="1257045" y="28575"/>
                </a:lnTo>
                <a:lnTo>
                  <a:pt x="1257045" y="47625"/>
                </a:lnTo>
                <a:lnTo>
                  <a:pt x="1280317" y="47625"/>
                </a:lnTo>
                <a:lnTo>
                  <a:pt x="1278382" y="38100"/>
                </a:lnTo>
                <a:lnTo>
                  <a:pt x="1280310" y="28575"/>
                </a:lnTo>
                <a:close/>
              </a:path>
              <a:path extrusionOk="0" h="76200" w="1355090">
                <a:moveTo>
                  <a:pt x="1352664" y="28575"/>
                </a:moveTo>
                <a:lnTo>
                  <a:pt x="1314068" y="28575"/>
                </a:lnTo>
                <a:lnTo>
                  <a:pt x="1314068" y="47625"/>
                </a:lnTo>
                <a:lnTo>
                  <a:pt x="1352657" y="47625"/>
                </a:lnTo>
                <a:lnTo>
                  <a:pt x="1354582" y="38100"/>
                </a:lnTo>
                <a:lnTo>
                  <a:pt x="1352664" y="28575"/>
                </a:lnTo>
                <a:close/>
              </a:path>
            </a:pathLst>
          </a:custGeom>
          <a:solidFill>
            <a:srgbClr val="8496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1341247" y="1672589"/>
            <a:ext cx="2961005" cy="374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400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Diagnostic stratégique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7391400" y="945197"/>
            <a:ext cx="3096260" cy="385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Démarche stratégique 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" name="Google Shape;146;p3"/>
          <p:cNvGrpSpPr/>
          <p:nvPr/>
        </p:nvGrpSpPr>
        <p:grpSpPr>
          <a:xfrm>
            <a:off x="5504688" y="1307858"/>
            <a:ext cx="265430" cy="3448684"/>
            <a:chOff x="5504688" y="1307858"/>
            <a:chExt cx="265430" cy="3448684"/>
          </a:xfrm>
        </p:grpSpPr>
        <p:pic>
          <p:nvPicPr>
            <p:cNvPr id="147" name="Google Shape;147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68696" y="2835402"/>
              <a:ext cx="128015" cy="1280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3"/>
            <p:cNvSpPr/>
            <p:nvPr/>
          </p:nvSpPr>
          <p:spPr>
            <a:xfrm>
              <a:off x="5504688" y="2762123"/>
              <a:ext cx="265430" cy="265430"/>
            </a:xfrm>
            <a:custGeom>
              <a:rect b="b" l="l" r="r" t="t"/>
              <a:pathLst>
                <a:path extrusionOk="0" h="265430" w="265429">
                  <a:moveTo>
                    <a:pt x="132841" y="0"/>
                  </a:moveTo>
                  <a:lnTo>
                    <a:pt x="90887" y="6767"/>
                  </a:lnTo>
                  <a:lnTo>
                    <a:pt x="54425" y="25611"/>
                  </a:lnTo>
                  <a:lnTo>
                    <a:pt x="25656" y="54342"/>
                  </a:lnTo>
                  <a:lnTo>
                    <a:pt x="6780" y="90773"/>
                  </a:lnTo>
                  <a:lnTo>
                    <a:pt x="0" y="132714"/>
                  </a:lnTo>
                  <a:lnTo>
                    <a:pt x="6780" y="174594"/>
                  </a:lnTo>
                  <a:lnTo>
                    <a:pt x="25656" y="210987"/>
                  </a:lnTo>
                  <a:lnTo>
                    <a:pt x="54425" y="239699"/>
                  </a:lnTo>
                  <a:lnTo>
                    <a:pt x="90887" y="258536"/>
                  </a:lnTo>
                  <a:lnTo>
                    <a:pt x="132841" y="265302"/>
                  </a:lnTo>
                  <a:lnTo>
                    <a:pt x="174792" y="258536"/>
                  </a:lnTo>
                  <a:lnTo>
                    <a:pt x="207557" y="241553"/>
                  </a:lnTo>
                  <a:lnTo>
                    <a:pt x="132841" y="241553"/>
                  </a:lnTo>
                  <a:lnTo>
                    <a:pt x="90473" y="232995"/>
                  </a:lnTo>
                  <a:lnTo>
                    <a:pt x="55832" y="209661"/>
                  </a:lnTo>
                  <a:lnTo>
                    <a:pt x="32454" y="175063"/>
                  </a:lnTo>
                  <a:lnTo>
                    <a:pt x="23875" y="132714"/>
                  </a:lnTo>
                  <a:lnTo>
                    <a:pt x="32454" y="90366"/>
                  </a:lnTo>
                  <a:lnTo>
                    <a:pt x="55832" y="55768"/>
                  </a:lnTo>
                  <a:lnTo>
                    <a:pt x="90473" y="32434"/>
                  </a:lnTo>
                  <a:lnTo>
                    <a:pt x="132841" y="23875"/>
                  </a:lnTo>
                  <a:lnTo>
                    <a:pt x="207788" y="23875"/>
                  </a:lnTo>
                  <a:lnTo>
                    <a:pt x="174792" y="6767"/>
                  </a:lnTo>
                  <a:lnTo>
                    <a:pt x="132841" y="0"/>
                  </a:lnTo>
                  <a:close/>
                </a:path>
                <a:path extrusionOk="0" h="265430" w="265429">
                  <a:moveTo>
                    <a:pt x="207788" y="23875"/>
                  </a:moveTo>
                  <a:lnTo>
                    <a:pt x="132841" y="23875"/>
                  </a:lnTo>
                  <a:lnTo>
                    <a:pt x="175283" y="32434"/>
                  </a:lnTo>
                  <a:lnTo>
                    <a:pt x="209962" y="55768"/>
                  </a:lnTo>
                  <a:lnTo>
                    <a:pt x="233354" y="90366"/>
                  </a:lnTo>
                  <a:lnTo>
                    <a:pt x="241935" y="132714"/>
                  </a:lnTo>
                  <a:lnTo>
                    <a:pt x="233354" y="175063"/>
                  </a:lnTo>
                  <a:lnTo>
                    <a:pt x="209962" y="209661"/>
                  </a:lnTo>
                  <a:lnTo>
                    <a:pt x="175283" y="232995"/>
                  </a:lnTo>
                  <a:lnTo>
                    <a:pt x="132841" y="241553"/>
                  </a:lnTo>
                  <a:lnTo>
                    <a:pt x="207557" y="241553"/>
                  </a:lnTo>
                  <a:lnTo>
                    <a:pt x="211134" y="239699"/>
                  </a:lnTo>
                  <a:lnTo>
                    <a:pt x="239735" y="210987"/>
                  </a:lnTo>
                  <a:lnTo>
                    <a:pt x="258460" y="174594"/>
                  </a:lnTo>
                  <a:lnTo>
                    <a:pt x="265175" y="132714"/>
                  </a:lnTo>
                  <a:lnTo>
                    <a:pt x="258460" y="90773"/>
                  </a:lnTo>
                  <a:lnTo>
                    <a:pt x="239735" y="54342"/>
                  </a:lnTo>
                  <a:lnTo>
                    <a:pt x="211134" y="25611"/>
                  </a:lnTo>
                  <a:lnTo>
                    <a:pt x="207788" y="23875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623560" y="1307858"/>
              <a:ext cx="27940" cy="448309"/>
            </a:xfrm>
            <a:custGeom>
              <a:rect b="b" l="l" r="r" t="t"/>
              <a:pathLst>
                <a:path extrusionOk="0" h="448310" w="27939">
                  <a:moveTo>
                    <a:pt x="27432" y="0"/>
                  </a:moveTo>
                  <a:lnTo>
                    <a:pt x="0" y="0"/>
                  </a:lnTo>
                  <a:lnTo>
                    <a:pt x="0" y="448170"/>
                  </a:lnTo>
                  <a:lnTo>
                    <a:pt x="27432" y="44817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A4A4A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0" name="Google Shape;150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577840" y="1820164"/>
              <a:ext cx="128015" cy="1280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" name="Google Shape;151;p3"/>
            <p:cNvSpPr/>
            <p:nvPr/>
          </p:nvSpPr>
          <p:spPr>
            <a:xfrm>
              <a:off x="5504688" y="1756029"/>
              <a:ext cx="265430" cy="265430"/>
            </a:xfrm>
            <a:custGeom>
              <a:rect b="b" l="l" r="r" t="t"/>
              <a:pathLst>
                <a:path extrusionOk="0" h="265430" w="265429">
                  <a:moveTo>
                    <a:pt x="132841" y="0"/>
                  </a:moveTo>
                  <a:lnTo>
                    <a:pt x="90887" y="6767"/>
                  </a:lnTo>
                  <a:lnTo>
                    <a:pt x="54425" y="25611"/>
                  </a:lnTo>
                  <a:lnTo>
                    <a:pt x="25656" y="54342"/>
                  </a:lnTo>
                  <a:lnTo>
                    <a:pt x="6780" y="90773"/>
                  </a:lnTo>
                  <a:lnTo>
                    <a:pt x="0" y="132715"/>
                  </a:lnTo>
                  <a:lnTo>
                    <a:pt x="6780" y="174594"/>
                  </a:lnTo>
                  <a:lnTo>
                    <a:pt x="25656" y="210987"/>
                  </a:lnTo>
                  <a:lnTo>
                    <a:pt x="54425" y="239699"/>
                  </a:lnTo>
                  <a:lnTo>
                    <a:pt x="90887" y="258536"/>
                  </a:lnTo>
                  <a:lnTo>
                    <a:pt x="132841" y="265303"/>
                  </a:lnTo>
                  <a:lnTo>
                    <a:pt x="174792" y="258536"/>
                  </a:lnTo>
                  <a:lnTo>
                    <a:pt x="207557" y="241554"/>
                  </a:lnTo>
                  <a:lnTo>
                    <a:pt x="132841" y="241554"/>
                  </a:lnTo>
                  <a:lnTo>
                    <a:pt x="90473" y="232995"/>
                  </a:lnTo>
                  <a:lnTo>
                    <a:pt x="55832" y="209661"/>
                  </a:lnTo>
                  <a:lnTo>
                    <a:pt x="32454" y="175063"/>
                  </a:lnTo>
                  <a:lnTo>
                    <a:pt x="23875" y="132715"/>
                  </a:lnTo>
                  <a:lnTo>
                    <a:pt x="32454" y="90366"/>
                  </a:lnTo>
                  <a:lnTo>
                    <a:pt x="55832" y="55768"/>
                  </a:lnTo>
                  <a:lnTo>
                    <a:pt x="90473" y="32434"/>
                  </a:lnTo>
                  <a:lnTo>
                    <a:pt x="132841" y="23875"/>
                  </a:lnTo>
                  <a:lnTo>
                    <a:pt x="207788" y="23875"/>
                  </a:lnTo>
                  <a:lnTo>
                    <a:pt x="174792" y="6767"/>
                  </a:lnTo>
                  <a:lnTo>
                    <a:pt x="132841" y="0"/>
                  </a:lnTo>
                  <a:close/>
                </a:path>
                <a:path extrusionOk="0" h="265430" w="265429">
                  <a:moveTo>
                    <a:pt x="207788" y="23875"/>
                  </a:moveTo>
                  <a:lnTo>
                    <a:pt x="132841" y="23875"/>
                  </a:lnTo>
                  <a:lnTo>
                    <a:pt x="175283" y="32434"/>
                  </a:lnTo>
                  <a:lnTo>
                    <a:pt x="209962" y="55768"/>
                  </a:lnTo>
                  <a:lnTo>
                    <a:pt x="233354" y="90366"/>
                  </a:lnTo>
                  <a:lnTo>
                    <a:pt x="241935" y="132715"/>
                  </a:lnTo>
                  <a:lnTo>
                    <a:pt x="233354" y="175063"/>
                  </a:lnTo>
                  <a:lnTo>
                    <a:pt x="209962" y="209661"/>
                  </a:lnTo>
                  <a:lnTo>
                    <a:pt x="175283" y="232995"/>
                  </a:lnTo>
                  <a:lnTo>
                    <a:pt x="132841" y="241554"/>
                  </a:lnTo>
                  <a:lnTo>
                    <a:pt x="207557" y="241554"/>
                  </a:lnTo>
                  <a:lnTo>
                    <a:pt x="211134" y="239699"/>
                  </a:lnTo>
                  <a:lnTo>
                    <a:pt x="239735" y="210987"/>
                  </a:lnTo>
                  <a:lnTo>
                    <a:pt x="258460" y="174594"/>
                  </a:lnTo>
                  <a:lnTo>
                    <a:pt x="265175" y="132715"/>
                  </a:lnTo>
                  <a:lnTo>
                    <a:pt x="258460" y="90773"/>
                  </a:lnTo>
                  <a:lnTo>
                    <a:pt x="239735" y="54342"/>
                  </a:lnTo>
                  <a:lnTo>
                    <a:pt x="211134" y="25611"/>
                  </a:lnTo>
                  <a:lnTo>
                    <a:pt x="207788" y="23875"/>
                  </a:lnTo>
                  <a:close/>
                </a:path>
              </a:pathLst>
            </a:custGeom>
            <a:solidFill>
              <a:srgbClr val="A4A4A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623560" y="2030425"/>
              <a:ext cx="45720" cy="713740"/>
            </a:xfrm>
            <a:custGeom>
              <a:rect b="b" l="l" r="r" t="t"/>
              <a:pathLst>
                <a:path extrusionOk="0" h="713739" w="45720">
                  <a:moveTo>
                    <a:pt x="45720" y="0"/>
                  </a:moveTo>
                  <a:lnTo>
                    <a:pt x="0" y="0"/>
                  </a:lnTo>
                  <a:lnTo>
                    <a:pt x="0" y="713409"/>
                  </a:lnTo>
                  <a:lnTo>
                    <a:pt x="45720" y="713409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3" name="Google Shape;153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568696" y="4097527"/>
              <a:ext cx="137159" cy="1280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3"/>
            <p:cNvSpPr/>
            <p:nvPr/>
          </p:nvSpPr>
          <p:spPr>
            <a:xfrm>
              <a:off x="5504688" y="3036569"/>
              <a:ext cx="265430" cy="1253490"/>
            </a:xfrm>
            <a:custGeom>
              <a:rect b="b" l="l" r="r" t="t"/>
              <a:pathLst>
                <a:path extrusionOk="0" h="1253489" w="265429">
                  <a:moveTo>
                    <a:pt x="265176" y="1120394"/>
                  </a:moveTo>
                  <a:lnTo>
                    <a:pt x="258457" y="1078522"/>
                  </a:lnTo>
                  <a:lnTo>
                    <a:pt x="241935" y="1046429"/>
                  </a:lnTo>
                  <a:lnTo>
                    <a:pt x="241935" y="1120394"/>
                  </a:lnTo>
                  <a:lnTo>
                    <a:pt x="233349" y="1162748"/>
                  </a:lnTo>
                  <a:lnTo>
                    <a:pt x="209956" y="1197343"/>
                  </a:lnTo>
                  <a:lnTo>
                    <a:pt x="175272" y="1220685"/>
                  </a:lnTo>
                  <a:lnTo>
                    <a:pt x="132842" y="1229233"/>
                  </a:lnTo>
                  <a:lnTo>
                    <a:pt x="90462" y="1220685"/>
                  </a:lnTo>
                  <a:lnTo>
                    <a:pt x="55829" y="1197343"/>
                  </a:lnTo>
                  <a:lnTo>
                    <a:pt x="32448" y="1162748"/>
                  </a:lnTo>
                  <a:lnTo>
                    <a:pt x="23876" y="1120394"/>
                  </a:lnTo>
                  <a:lnTo>
                    <a:pt x="32448" y="1078052"/>
                  </a:lnTo>
                  <a:lnTo>
                    <a:pt x="55829" y="1043457"/>
                  </a:lnTo>
                  <a:lnTo>
                    <a:pt x="90462" y="1020114"/>
                  </a:lnTo>
                  <a:lnTo>
                    <a:pt x="132842" y="1011555"/>
                  </a:lnTo>
                  <a:lnTo>
                    <a:pt x="175272" y="1020114"/>
                  </a:lnTo>
                  <a:lnTo>
                    <a:pt x="209956" y="1043457"/>
                  </a:lnTo>
                  <a:lnTo>
                    <a:pt x="233349" y="1078052"/>
                  </a:lnTo>
                  <a:lnTo>
                    <a:pt x="241935" y="1120394"/>
                  </a:lnTo>
                  <a:lnTo>
                    <a:pt x="241935" y="1046429"/>
                  </a:lnTo>
                  <a:lnTo>
                    <a:pt x="211124" y="1013421"/>
                  </a:lnTo>
                  <a:lnTo>
                    <a:pt x="174790" y="994575"/>
                  </a:lnTo>
                  <a:lnTo>
                    <a:pt x="155448" y="991463"/>
                  </a:lnTo>
                  <a:lnTo>
                    <a:pt x="155448" y="0"/>
                  </a:lnTo>
                  <a:lnTo>
                    <a:pt x="109728" y="0"/>
                  </a:lnTo>
                  <a:lnTo>
                    <a:pt x="109728" y="991539"/>
                  </a:lnTo>
                  <a:lnTo>
                    <a:pt x="90881" y="994575"/>
                  </a:lnTo>
                  <a:lnTo>
                    <a:pt x="54419" y="1013421"/>
                  </a:lnTo>
                  <a:lnTo>
                    <a:pt x="25654" y="1042123"/>
                  </a:lnTo>
                  <a:lnTo>
                    <a:pt x="6769" y="1078522"/>
                  </a:lnTo>
                  <a:lnTo>
                    <a:pt x="0" y="1120394"/>
                  </a:lnTo>
                  <a:lnTo>
                    <a:pt x="6769" y="1162278"/>
                  </a:lnTo>
                  <a:lnTo>
                    <a:pt x="25654" y="1198676"/>
                  </a:lnTo>
                  <a:lnTo>
                    <a:pt x="54419" y="1227378"/>
                  </a:lnTo>
                  <a:lnTo>
                    <a:pt x="90881" y="1246225"/>
                  </a:lnTo>
                  <a:lnTo>
                    <a:pt x="132842" y="1252982"/>
                  </a:lnTo>
                  <a:lnTo>
                    <a:pt x="174790" y="1246225"/>
                  </a:lnTo>
                  <a:lnTo>
                    <a:pt x="207556" y="1229233"/>
                  </a:lnTo>
                  <a:lnTo>
                    <a:pt x="211124" y="1227378"/>
                  </a:lnTo>
                  <a:lnTo>
                    <a:pt x="239725" y="1198676"/>
                  </a:lnTo>
                  <a:lnTo>
                    <a:pt x="258457" y="1162278"/>
                  </a:lnTo>
                  <a:lnTo>
                    <a:pt x="265176" y="1120394"/>
                  </a:lnTo>
                  <a:close/>
                </a:path>
              </a:pathLst>
            </a:custGeom>
            <a:solidFill>
              <a:srgbClr val="A4A4A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632704" y="4298708"/>
              <a:ext cx="27940" cy="457834"/>
            </a:xfrm>
            <a:custGeom>
              <a:rect b="b" l="l" r="r" t="t"/>
              <a:pathLst>
                <a:path extrusionOk="0" h="457835" w="27939">
                  <a:moveTo>
                    <a:pt x="27430" y="0"/>
                  </a:moveTo>
                  <a:lnTo>
                    <a:pt x="0" y="0"/>
                  </a:lnTo>
                  <a:lnTo>
                    <a:pt x="0" y="457314"/>
                  </a:lnTo>
                  <a:lnTo>
                    <a:pt x="27430" y="457314"/>
                  </a:lnTo>
                  <a:lnTo>
                    <a:pt x="2743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3"/>
          <p:cNvSpPr/>
          <p:nvPr/>
        </p:nvSpPr>
        <p:spPr>
          <a:xfrm>
            <a:off x="5932932" y="4864353"/>
            <a:ext cx="1355090" cy="76200"/>
          </a:xfrm>
          <a:custGeom>
            <a:rect b="b" l="l" r="r" t="t"/>
            <a:pathLst>
              <a:path extrusionOk="0" h="76200" w="135509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893"/>
                </a:lnTo>
                <a:lnTo>
                  <a:pt x="11144" y="65008"/>
                </a:lnTo>
                <a:lnTo>
                  <a:pt x="23252" y="73193"/>
                </a:lnTo>
                <a:lnTo>
                  <a:pt x="38100" y="76200"/>
                </a:lnTo>
                <a:lnTo>
                  <a:pt x="52947" y="73193"/>
                </a:lnTo>
                <a:lnTo>
                  <a:pt x="65055" y="65008"/>
                </a:lnTo>
                <a:lnTo>
                  <a:pt x="73211" y="52893"/>
                </a:lnTo>
                <a:lnTo>
                  <a:pt x="74275" y="47625"/>
                </a:lnTo>
                <a:lnTo>
                  <a:pt x="38100" y="47625"/>
                </a:lnTo>
                <a:lnTo>
                  <a:pt x="38100" y="28575"/>
                </a:lnTo>
                <a:lnTo>
                  <a:pt x="74282" y="28575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extrusionOk="0" h="76200" w="1355090">
                <a:moveTo>
                  <a:pt x="74282" y="28575"/>
                </a:moveTo>
                <a:lnTo>
                  <a:pt x="38100" y="28575"/>
                </a:lnTo>
                <a:lnTo>
                  <a:pt x="38100" y="47625"/>
                </a:lnTo>
                <a:lnTo>
                  <a:pt x="74275" y="47625"/>
                </a:lnTo>
                <a:lnTo>
                  <a:pt x="76200" y="38100"/>
                </a:lnTo>
                <a:lnTo>
                  <a:pt x="74282" y="28575"/>
                </a:lnTo>
                <a:close/>
              </a:path>
              <a:path extrusionOk="0" h="76200" w="1355090">
                <a:moveTo>
                  <a:pt x="95250" y="28575"/>
                </a:moveTo>
                <a:lnTo>
                  <a:pt x="74282" y="28575"/>
                </a:lnTo>
                <a:lnTo>
                  <a:pt x="76200" y="38100"/>
                </a:lnTo>
                <a:lnTo>
                  <a:pt x="74275" y="47625"/>
                </a:lnTo>
                <a:lnTo>
                  <a:pt x="95250" y="47625"/>
                </a:lnTo>
                <a:lnTo>
                  <a:pt x="95250" y="28575"/>
                </a:lnTo>
                <a:close/>
              </a:path>
              <a:path extrusionOk="0" h="76200" w="1355090">
                <a:moveTo>
                  <a:pt x="171450" y="28575"/>
                </a:moveTo>
                <a:lnTo>
                  <a:pt x="114300" y="28575"/>
                </a:lnTo>
                <a:lnTo>
                  <a:pt x="114300" y="47625"/>
                </a:lnTo>
                <a:lnTo>
                  <a:pt x="171450" y="47625"/>
                </a:lnTo>
                <a:lnTo>
                  <a:pt x="171450" y="28575"/>
                </a:lnTo>
                <a:close/>
              </a:path>
              <a:path extrusionOk="0" h="76200" w="1355090">
                <a:moveTo>
                  <a:pt x="247650" y="28575"/>
                </a:moveTo>
                <a:lnTo>
                  <a:pt x="190500" y="28575"/>
                </a:lnTo>
                <a:lnTo>
                  <a:pt x="190500" y="47625"/>
                </a:lnTo>
                <a:lnTo>
                  <a:pt x="247650" y="47625"/>
                </a:lnTo>
                <a:lnTo>
                  <a:pt x="247650" y="28575"/>
                </a:lnTo>
                <a:close/>
              </a:path>
              <a:path extrusionOk="0" h="76200" w="1355090">
                <a:moveTo>
                  <a:pt x="323722" y="28575"/>
                </a:moveTo>
                <a:lnTo>
                  <a:pt x="266700" y="28575"/>
                </a:lnTo>
                <a:lnTo>
                  <a:pt x="266700" y="47625"/>
                </a:lnTo>
                <a:lnTo>
                  <a:pt x="323722" y="47625"/>
                </a:lnTo>
                <a:lnTo>
                  <a:pt x="323722" y="28575"/>
                </a:lnTo>
                <a:close/>
              </a:path>
              <a:path extrusionOk="0" h="76200" w="1355090">
                <a:moveTo>
                  <a:pt x="399922" y="28575"/>
                </a:moveTo>
                <a:lnTo>
                  <a:pt x="342772" y="28575"/>
                </a:lnTo>
                <a:lnTo>
                  <a:pt x="342772" y="47625"/>
                </a:lnTo>
                <a:lnTo>
                  <a:pt x="399922" y="47625"/>
                </a:lnTo>
                <a:lnTo>
                  <a:pt x="399922" y="28575"/>
                </a:lnTo>
                <a:close/>
              </a:path>
              <a:path extrusionOk="0" h="76200" w="1355090">
                <a:moveTo>
                  <a:pt x="476122" y="28575"/>
                </a:moveTo>
                <a:lnTo>
                  <a:pt x="418972" y="28575"/>
                </a:lnTo>
                <a:lnTo>
                  <a:pt x="418972" y="47625"/>
                </a:lnTo>
                <a:lnTo>
                  <a:pt x="476122" y="47625"/>
                </a:lnTo>
                <a:lnTo>
                  <a:pt x="476122" y="28575"/>
                </a:lnTo>
                <a:close/>
              </a:path>
              <a:path extrusionOk="0" h="76200" w="1355090">
                <a:moveTo>
                  <a:pt x="552322" y="28575"/>
                </a:moveTo>
                <a:lnTo>
                  <a:pt x="495172" y="28575"/>
                </a:lnTo>
                <a:lnTo>
                  <a:pt x="495172" y="47625"/>
                </a:lnTo>
                <a:lnTo>
                  <a:pt x="552322" y="47625"/>
                </a:lnTo>
                <a:lnTo>
                  <a:pt x="552322" y="28575"/>
                </a:lnTo>
                <a:close/>
              </a:path>
              <a:path extrusionOk="0" h="76200" w="1355090">
                <a:moveTo>
                  <a:pt x="628522" y="28575"/>
                </a:moveTo>
                <a:lnTo>
                  <a:pt x="571372" y="28575"/>
                </a:lnTo>
                <a:lnTo>
                  <a:pt x="571372" y="47625"/>
                </a:lnTo>
                <a:lnTo>
                  <a:pt x="628522" y="47625"/>
                </a:lnTo>
                <a:lnTo>
                  <a:pt x="628522" y="28575"/>
                </a:lnTo>
                <a:close/>
              </a:path>
              <a:path extrusionOk="0" h="76200" w="1355090">
                <a:moveTo>
                  <a:pt x="704722" y="28575"/>
                </a:moveTo>
                <a:lnTo>
                  <a:pt x="647572" y="28575"/>
                </a:lnTo>
                <a:lnTo>
                  <a:pt x="647572" y="47625"/>
                </a:lnTo>
                <a:lnTo>
                  <a:pt x="704722" y="47625"/>
                </a:lnTo>
                <a:lnTo>
                  <a:pt x="704722" y="28575"/>
                </a:lnTo>
                <a:close/>
              </a:path>
              <a:path extrusionOk="0" h="76200" w="1355090">
                <a:moveTo>
                  <a:pt x="780922" y="28575"/>
                </a:moveTo>
                <a:lnTo>
                  <a:pt x="723772" y="28575"/>
                </a:lnTo>
                <a:lnTo>
                  <a:pt x="723772" y="47625"/>
                </a:lnTo>
                <a:lnTo>
                  <a:pt x="780922" y="47625"/>
                </a:lnTo>
                <a:lnTo>
                  <a:pt x="780922" y="28575"/>
                </a:lnTo>
                <a:close/>
              </a:path>
              <a:path extrusionOk="0" h="76200" w="1355090">
                <a:moveTo>
                  <a:pt x="856995" y="28575"/>
                </a:moveTo>
                <a:lnTo>
                  <a:pt x="799845" y="28575"/>
                </a:lnTo>
                <a:lnTo>
                  <a:pt x="799845" y="47625"/>
                </a:lnTo>
                <a:lnTo>
                  <a:pt x="856995" y="47625"/>
                </a:lnTo>
                <a:lnTo>
                  <a:pt x="856995" y="28575"/>
                </a:lnTo>
                <a:close/>
              </a:path>
              <a:path extrusionOk="0" h="76200" w="1355090">
                <a:moveTo>
                  <a:pt x="933195" y="28575"/>
                </a:moveTo>
                <a:lnTo>
                  <a:pt x="876045" y="28575"/>
                </a:lnTo>
                <a:lnTo>
                  <a:pt x="876045" y="47625"/>
                </a:lnTo>
                <a:lnTo>
                  <a:pt x="933195" y="47625"/>
                </a:lnTo>
                <a:lnTo>
                  <a:pt x="933195" y="28575"/>
                </a:lnTo>
                <a:close/>
              </a:path>
              <a:path extrusionOk="0" h="76200" w="1355090">
                <a:moveTo>
                  <a:pt x="1009395" y="28575"/>
                </a:moveTo>
                <a:lnTo>
                  <a:pt x="952245" y="28575"/>
                </a:lnTo>
                <a:lnTo>
                  <a:pt x="952245" y="47625"/>
                </a:lnTo>
                <a:lnTo>
                  <a:pt x="1009395" y="47625"/>
                </a:lnTo>
                <a:lnTo>
                  <a:pt x="1009395" y="28575"/>
                </a:lnTo>
                <a:close/>
              </a:path>
              <a:path extrusionOk="0" h="76200" w="1355090">
                <a:moveTo>
                  <a:pt x="1085595" y="28575"/>
                </a:moveTo>
                <a:lnTo>
                  <a:pt x="1028445" y="28575"/>
                </a:lnTo>
                <a:lnTo>
                  <a:pt x="1028445" y="47625"/>
                </a:lnTo>
                <a:lnTo>
                  <a:pt x="1085595" y="47625"/>
                </a:lnTo>
                <a:lnTo>
                  <a:pt x="1085595" y="28575"/>
                </a:lnTo>
                <a:close/>
              </a:path>
              <a:path extrusionOk="0" h="76200" w="1355090">
                <a:moveTo>
                  <a:pt x="1161795" y="28575"/>
                </a:moveTo>
                <a:lnTo>
                  <a:pt x="1104645" y="28575"/>
                </a:lnTo>
                <a:lnTo>
                  <a:pt x="1104645" y="47625"/>
                </a:lnTo>
                <a:lnTo>
                  <a:pt x="1161795" y="47625"/>
                </a:lnTo>
                <a:lnTo>
                  <a:pt x="1161795" y="28575"/>
                </a:lnTo>
                <a:close/>
              </a:path>
              <a:path extrusionOk="0" h="76200" w="1355090">
                <a:moveTo>
                  <a:pt x="1237995" y="28575"/>
                </a:moveTo>
                <a:lnTo>
                  <a:pt x="1180845" y="28575"/>
                </a:lnTo>
                <a:lnTo>
                  <a:pt x="1180845" y="47625"/>
                </a:lnTo>
                <a:lnTo>
                  <a:pt x="1237995" y="47625"/>
                </a:lnTo>
                <a:lnTo>
                  <a:pt x="1237995" y="28575"/>
                </a:lnTo>
                <a:close/>
              </a:path>
              <a:path extrusionOk="0" h="76200" w="1355090">
                <a:moveTo>
                  <a:pt x="1316482" y="0"/>
                </a:moveTo>
                <a:lnTo>
                  <a:pt x="1301688" y="2988"/>
                </a:lnTo>
                <a:lnTo>
                  <a:pt x="1289573" y="11144"/>
                </a:lnTo>
                <a:lnTo>
                  <a:pt x="1281388" y="23252"/>
                </a:lnTo>
                <a:lnTo>
                  <a:pt x="1278382" y="38100"/>
                </a:lnTo>
                <a:lnTo>
                  <a:pt x="1281388" y="52893"/>
                </a:lnTo>
                <a:lnTo>
                  <a:pt x="1289573" y="65008"/>
                </a:lnTo>
                <a:lnTo>
                  <a:pt x="1301688" y="73193"/>
                </a:lnTo>
                <a:lnTo>
                  <a:pt x="1316482" y="76200"/>
                </a:lnTo>
                <a:lnTo>
                  <a:pt x="1331329" y="73193"/>
                </a:lnTo>
                <a:lnTo>
                  <a:pt x="1343437" y="65008"/>
                </a:lnTo>
                <a:lnTo>
                  <a:pt x="1351593" y="52893"/>
                </a:lnTo>
                <a:lnTo>
                  <a:pt x="1352657" y="47625"/>
                </a:lnTo>
                <a:lnTo>
                  <a:pt x="1314068" y="47625"/>
                </a:lnTo>
                <a:lnTo>
                  <a:pt x="1314068" y="28575"/>
                </a:lnTo>
                <a:lnTo>
                  <a:pt x="1352664" y="28575"/>
                </a:lnTo>
                <a:lnTo>
                  <a:pt x="1351593" y="23252"/>
                </a:lnTo>
                <a:lnTo>
                  <a:pt x="1343437" y="11144"/>
                </a:lnTo>
                <a:lnTo>
                  <a:pt x="1331329" y="2988"/>
                </a:lnTo>
                <a:lnTo>
                  <a:pt x="1316482" y="0"/>
                </a:lnTo>
                <a:close/>
              </a:path>
              <a:path extrusionOk="0" h="76200" w="1355090">
                <a:moveTo>
                  <a:pt x="1280310" y="28575"/>
                </a:moveTo>
                <a:lnTo>
                  <a:pt x="1257045" y="28575"/>
                </a:lnTo>
                <a:lnTo>
                  <a:pt x="1257045" y="47625"/>
                </a:lnTo>
                <a:lnTo>
                  <a:pt x="1280317" y="47625"/>
                </a:lnTo>
                <a:lnTo>
                  <a:pt x="1278382" y="38100"/>
                </a:lnTo>
                <a:lnTo>
                  <a:pt x="1280310" y="28575"/>
                </a:lnTo>
                <a:close/>
              </a:path>
              <a:path extrusionOk="0" h="76200" w="1355090">
                <a:moveTo>
                  <a:pt x="1352664" y="28575"/>
                </a:moveTo>
                <a:lnTo>
                  <a:pt x="1314068" y="28575"/>
                </a:lnTo>
                <a:lnTo>
                  <a:pt x="1314068" y="47625"/>
                </a:lnTo>
                <a:lnTo>
                  <a:pt x="1352657" y="47625"/>
                </a:lnTo>
                <a:lnTo>
                  <a:pt x="1354582" y="38100"/>
                </a:lnTo>
                <a:lnTo>
                  <a:pt x="1352664" y="28575"/>
                </a:lnTo>
                <a:close/>
              </a:path>
            </a:pathLst>
          </a:custGeom>
          <a:solidFill>
            <a:srgbClr val="8496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7408798" y="2552319"/>
            <a:ext cx="4417695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5080" rtl="0" algn="l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Analyse	du Macro-Environnement  (PESTEL)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4323588" y="1864360"/>
            <a:ext cx="1110615" cy="77470"/>
          </a:xfrm>
          <a:custGeom>
            <a:rect b="b" l="l" r="r" t="t"/>
            <a:pathLst>
              <a:path extrusionOk="0" h="77469" w="1110614">
                <a:moveTo>
                  <a:pt x="38100" y="0"/>
                </a:moveTo>
                <a:lnTo>
                  <a:pt x="23306" y="2988"/>
                </a:lnTo>
                <a:lnTo>
                  <a:pt x="11191" y="11144"/>
                </a:lnTo>
                <a:lnTo>
                  <a:pt x="3006" y="23252"/>
                </a:lnTo>
                <a:lnTo>
                  <a:pt x="0" y="38100"/>
                </a:lnTo>
                <a:lnTo>
                  <a:pt x="2988" y="52893"/>
                </a:lnTo>
                <a:lnTo>
                  <a:pt x="11144" y="65008"/>
                </a:lnTo>
                <a:lnTo>
                  <a:pt x="23252" y="73193"/>
                </a:lnTo>
                <a:lnTo>
                  <a:pt x="38100" y="76200"/>
                </a:lnTo>
                <a:lnTo>
                  <a:pt x="52920" y="73193"/>
                </a:lnTo>
                <a:lnTo>
                  <a:pt x="65008" y="65055"/>
                </a:lnTo>
                <a:lnTo>
                  <a:pt x="73193" y="52947"/>
                </a:lnTo>
                <a:lnTo>
                  <a:pt x="74271" y="47625"/>
                </a:lnTo>
                <a:lnTo>
                  <a:pt x="38100" y="47625"/>
                </a:lnTo>
                <a:lnTo>
                  <a:pt x="38100" y="28575"/>
                </a:lnTo>
                <a:lnTo>
                  <a:pt x="74282" y="28575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extrusionOk="0" h="77469" w="1110614">
                <a:moveTo>
                  <a:pt x="74282" y="28575"/>
                </a:moveTo>
                <a:lnTo>
                  <a:pt x="38100" y="28575"/>
                </a:lnTo>
                <a:lnTo>
                  <a:pt x="38100" y="47625"/>
                </a:lnTo>
                <a:lnTo>
                  <a:pt x="74271" y="47625"/>
                </a:lnTo>
                <a:lnTo>
                  <a:pt x="76200" y="38100"/>
                </a:lnTo>
                <a:lnTo>
                  <a:pt x="74282" y="28575"/>
                </a:lnTo>
                <a:close/>
              </a:path>
              <a:path extrusionOk="0" h="77469" w="1110614">
                <a:moveTo>
                  <a:pt x="95250" y="28575"/>
                </a:moveTo>
                <a:lnTo>
                  <a:pt x="74282" y="28575"/>
                </a:lnTo>
                <a:lnTo>
                  <a:pt x="76200" y="38100"/>
                </a:lnTo>
                <a:lnTo>
                  <a:pt x="74271" y="47625"/>
                </a:lnTo>
                <a:lnTo>
                  <a:pt x="95250" y="47625"/>
                </a:lnTo>
                <a:lnTo>
                  <a:pt x="95250" y="28575"/>
                </a:lnTo>
                <a:close/>
              </a:path>
              <a:path extrusionOk="0" h="77469" w="1110614">
                <a:moveTo>
                  <a:pt x="114300" y="28575"/>
                </a:moveTo>
                <a:lnTo>
                  <a:pt x="114300" y="47625"/>
                </a:lnTo>
                <a:lnTo>
                  <a:pt x="171450" y="47751"/>
                </a:lnTo>
                <a:lnTo>
                  <a:pt x="171450" y="28701"/>
                </a:lnTo>
                <a:lnTo>
                  <a:pt x="114300" y="28575"/>
                </a:lnTo>
                <a:close/>
              </a:path>
              <a:path extrusionOk="0" h="77469" w="1110614">
                <a:moveTo>
                  <a:pt x="247650" y="28701"/>
                </a:moveTo>
                <a:lnTo>
                  <a:pt x="190500" y="28701"/>
                </a:lnTo>
                <a:lnTo>
                  <a:pt x="190500" y="47751"/>
                </a:lnTo>
                <a:lnTo>
                  <a:pt x="247650" y="47751"/>
                </a:lnTo>
                <a:lnTo>
                  <a:pt x="247650" y="28701"/>
                </a:lnTo>
                <a:close/>
              </a:path>
              <a:path extrusionOk="0" h="77469" w="1110614">
                <a:moveTo>
                  <a:pt x="266700" y="28701"/>
                </a:moveTo>
                <a:lnTo>
                  <a:pt x="266573" y="47751"/>
                </a:lnTo>
                <a:lnTo>
                  <a:pt x="323723" y="47878"/>
                </a:lnTo>
                <a:lnTo>
                  <a:pt x="323723" y="28828"/>
                </a:lnTo>
                <a:lnTo>
                  <a:pt x="266700" y="28701"/>
                </a:lnTo>
                <a:close/>
              </a:path>
              <a:path extrusionOk="0" h="77469" w="1110614">
                <a:moveTo>
                  <a:pt x="399923" y="28828"/>
                </a:moveTo>
                <a:lnTo>
                  <a:pt x="342773" y="28828"/>
                </a:lnTo>
                <a:lnTo>
                  <a:pt x="342773" y="47878"/>
                </a:lnTo>
                <a:lnTo>
                  <a:pt x="399923" y="47878"/>
                </a:lnTo>
                <a:lnTo>
                  <a:pt x="399923" y="28828"/>
                </a:lnTo>
                <a:close/>
              </a:path>
              <a:path extrusionOk="0" h="77469" w="1110614">
                <a:moveTo>
                  <a:pt x="418973" y="28828"/>
                </a:moveTo>
                <a:lnTo>
                  <a:pt x="418973" y="47878"/>
                </a:lnTo>
                <a:lnTo>
                  <a:pt x="476123" y="48005"/>
                </a:lnTo>
                <a:lnTo>
                  <a:pt x="476123" y="28955"/>
                </a:lnTo>
                <a:lnTo>
                  <a:pt x="418973" y="28828"/>
                </a:lnTo>
                <a:close/>
              </a:path>
              <a:path extrusionOk="0" h="77469" w="1110614">
                <a:moveTo>
                  <a:pt x="552323" y="28955"/>
                </a:moveTo>
                <a:lnTo>
                  <a:pt x="495173" y="28955"/>
                </a:lnTo>
                <a:lnTo>
                  <a:pt x="495173" y="48005"/>
                </a:lnTo>
                <a:lnTo>
                  <a:pt x="552323" y="48005"/>
                </a:lnTo>
                <a:lnTo>
                  <a:pt x="552323" y="28955"/>
                </a:lnTo>
                <a:close/>
              </a:path>
              <a:path extrusionOk="0" h="77469" w="1110614">
                <a:moveTo>
                  <a:pt x="628523" y="28955"/>
                </a:moveTo>
                <a:lnTo>
                  <a:pt x="571373" y="28955"/>
                </a:lnTo>
                <a:lnTo>
                  <a:pt x="571373" y="48005"/>
                </a:lnTo>
                <a:lnTo>
                  <a:pt x="628523" y="48005"/>
                </a:lnTo>
                <a:lnTo>
                  <a:pt x="628523" y="28955"/>
                </a:lnTo>
                <a:close/>
              </a:path>
              <a:path extrusionOk="0" h="77469" w="1110614">
                <a:moveTo>
                  <a:pt x="704723" y="29082"/>
                </a:moveTo>
                <a:lnTo>
                  <a:pt x="647573" y="29082"/>
                </a:lnTo>
                <a:lnTo>
                  <a:pt x="647573" y="48132"/>
                </a:lnTo>
                <a:lnTo>
                  <a:pt x="704723" y="48132"/>
                </a:lnTo>
                <a:lnTo>
                  <a:pt x="704723" y="29082"/>
                </a:lnTo>
                <a:close/>
              </a:path>
              <a:path extrusionOk="0" h="77469" w="1110614">
                <a:moveTo>
                  <a:pt x="780923" y="29082"/>
                </a:moveTo>
                <a:lnTo>
                  <a:pt x="723773" y="29082"/>
                </a:lnTo>
                <a:lnTo>
                  <a:pt x="723773" y="48132"/>
                </a:lnTo>
                <a:lnTo>
                  <a:pt x="780796" y="48132"/>
                </a:lnTo>
                <a:lnTo>
                  <a:pt x="780923" y="29082"/>
                </a:lnTo>
                <a:close/>
              </a:path>
              <a:path extrusionOk="0" h="77469" w="1110614">
                <a:moveTo>
                  <a:pt x="856996" y="29210"/>
                </a:moveTo>
                <a:lnTo>
                  <a:pt x="799973" y="29210"/>
                </a:lnTo>
                <a:lnTo>
                  <a:pt x="799846" y="48260"/>
                </a:lnTo>
                <a:lnTo>
                  <a:pt x="856996" y="48260"/>
                </a:lnTo>
                <a:lnTo>
                  <a:pt x="856996" y="29210"/>
                </a:lnTo>
                <a:close/>
              </a:path>
              <a:path extrusionOk="0" h="77469" w="1110614">
                <a:moveTo>
                  <a:pt x="933196" y="29210"/>
                </a:moveTo>
                <a:lnTo>
                  <a:pt x="876046" y="29210"/>
                </a:lnTo>
                <a:lnTo>
                  <a:pt x="876046" y="48260"/>
                </a:lnTo>
                <a:lnTo>
                  <a:pt x="933196" y="48260"/>
                </a:lnTo>
                <a:lnTo>
                  <a:pt x="933196" y="29210"/>
                </a:lnTo>
                <a:close/>
              </a:path>
              <a:path extrusionOk="0" h="77469" w="1110614">
                <a:moveTo>
                  <a:pt x="1009396" y="29337"/>
                </a:moveTo>
                <a:lnTo>
                  <a:pt x="952246" y="29337"/>
                </a:lnTo>
                <a:lnTo>
                  <a:pt x="952246" y="48387"/>
                </a:lnTo>
                <a:lnTo>
                  <a:pt x="1009396" y="48387"/>
                </a:lnTo>
                <a:lnTo>
                  <a:pt x="1009396" y="29337"/>
                </a:lnTo>
                <a:close/>
              </a:path>
              <a:path extrusionOk="0" h="77469" w="1110614">
                <a:moveTo>
                  <a:pt x="1072134" y="762"/>
                </a:moveTo>
                <a:lnTo>
                  <a:pt x="1057284" y="3750"/>
                </a:lnTo>
                <a:lnTo>
                  <a:pt x="1045162" y="11906"/>
                </a:lnTo>
                <a:lnTo>
                  <a:pt x="1036968" y="24014"/>
                </a:lnTo>
                <a:lnTo>
                  <a:pt x="1033907" y="38862"/>
                </a:lnTo>
                <a:lnTo>
                  <a:pt x="1036913" y="53709"/>
                </a:lnTo>
                <a:lnTo>
                  <a:pt x="1045122" y="65833"/>
                </a:lnTo>
                <a:lnTo>
                  <a:pt x="1057223" y="73975"/>
                </a:lnTo>
                <a:lnTo>
                  <a:pt x="1072007" y="76962"/>
                </a:lnTo>
                <a:lnTo>
                  <a:pt x="1086857" y="73973"/>
                </a:lnTo>
                <a:lnTo>
                  <a:pt x="1098973" y="65817"/>
                </a:lnTo>
                <a:lnTo>
                  <a:pt x="1107118" y="53762"/>
                </a:lnTo>
                <a:lnTo>
                  <a:pt x="1108205" y="48387"/>
                </a:lnTo>
                <a:lnTo>
                  <a:pt x="1072007" y="48387"/>
                </a:lnTo>
                <a:lnTo>
                  <a:pt x="1072007" y="29337"/>
                </a:lnTo>
                <a:lnTo>
                  <a:pt x="1108168" y="29337"/>
                </a:lnTo>
                <a:lnTo>
                  <a:pt x="1107120" y="24122"/>
                </a:lnTo>
                <a:lnTo>
                  <a:pt x="1098978" y="11969"/>
                </a:lnTo>
                <a:lnTo>
                  <a:pt x="1086907" y="3770"/>
                </a:lnTo>
                <a:lnTo>
                  <a:pt x="1072134" y="762"/>
                </a:lnTo>
                <a:close/>
              </a:path>
              <a:path extrusionOk="0" h="77469" w="1110614">
                <a:moveTo>
                  <a:pt x="1035871" y="29337"/>
                </a:moveTo>
                <a:lnTo>
                  <a:pt x="1028446" y="29337"/>
                </a:lnTo>
                <a:lnTo>
                  <a:pt x="1028446" y="48387"/>
                </a:lnTo>
                <a:lnTo>
                  <a:pt x="1035835" y="48387"/>
                </a:lnTo>
                <a:lnTo>
                  <a:pt x="1033907" y="38862"/>
                </a:lnTo>
                <a:lnTo>
                  <a:pt x="1035871" y="29337"/>
                </a:lnTo>
                <a:close/>
              </a:path>
              <a:path extrusionOk="0" h="77469" w="1110614">
                <a:moveTo>
                  <a:pt x="1108168" y="29337"/>
                </a:moveTo>
                <a:lnTo>
                  <a:pt x="1072007" y="29337"/>
                </a:lnTo>
                <a:lnTo>
                  <a:pt x="1072007" y="48387"/>
                </a:lnTo>
                <a:lnTo>
                  <a:pt x="1108205" y="48387"/>
                </a:lnTo>
                <a:lnTo>
                  <a:pt x="1110107" y="38988"/>
                </a:lnTo>
                <a:lnTo>
                  <a:pt x="1108168" y="29337"/>
                </a:lnTo>
                <a:close/>
              </a:path>
            </a:pathLst>
          </a:custGeom>
          <a:solidFill>
            <a:srgbClr val="8496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4003547" y="4105147"/>
            <a:ext cx="1355090" cy="76200"/>
          </a:xfrm>
          <a:custGeom>
            <a:rect b="b" l="l" r="r" t="t"/>
            <a:pathLst>
              <a:path extrusionOk="0" h="76200" w="1355089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282" y="47625"/>
                </a:lnTo>
                <a:lnTo>
                  <a:pt x="38100" y="47625"/>
                </a:lnTo>
                <a:lnTo>
                  <a:pt x="38100" y="28575"/>
                </a:lnTo>
                <a:lnTo>
                  <a:pt x="74282" y="28575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extrusionOk="0" h="76200" w="1355089">
                <a:moveTo>
                  <a:pt x="74282" y="28575"/>
                </a:moveTo>
                <a:lnTo>
                  <a:pt x="38100" y="28575"/>
                </a:lnTo>
                <a:lnTo>
                  <a:pt x="38100" y="47625"/>
                </a:lnTo>
                <a:lnTo>
                  <a:pt x="74282" y="47625"/>
                </a:lnTo>
                <a:lnTo>
                  <a:pt x="76200" y="38100"/>
                </a:lnTo>
                <a:lnTo>
                  <a:pt x="74282" y="28575"/>
                </a:lnTo>
                <a:close/>
              </a:path>
              <a:path extrusionOk="0" h="76200" w="1355089">
                <a:moveTo>
                  <a:pt x="95250" y="28575"/>
                </a:moveTo>
                <a:lnTo>
                  <a:pt x="74282" y="28575"/>
                </a:lnTo>
                <a:lnTo>
                  <a:pt x="76200" y="38100"/>
                </a:lnTo>
                <a:lnTo>
                  <a:pt x="74282" y="47625"/>
                </a:lnTo>
                <a:lnTo>
                  <a:pt x="95250" y="47625"/>
                </a:lnTo>
                <a:lnTo>
                  <a:pt x="95250" y="28575"/>
                </a:lnTo>
                <a:close/>
              </a:path>
              <a:path extrusionOk="0" h="76200" w="1355089">
                <a:moveTo>
                  <a:pt x="171450" y="28575"/>
                </a:moveTo>
                <a:lnTo>
                  <a:pt x="114300" y="28575"/>
                </a:lnTo>
                <a:lnTo>
                  <a:pt x="114300" y="47625"/>
                </a:lnTo>
                <a:lnTo>
                  <a:pt x="171450" y="47625"/>
                </a:lnTo>
                <a:lnTo>
                  <a:pt x="171450" y="28575"/>
                </a:lnTo>
                <a:close/>
              </a:path>
              <a:path extrusionOk="0" h="76200" w="1355089">
                <a:moveTo>
                  <a:pt x="247650" y="28575"/>
                </a:moveTo>
                <a:lnTo>
                  <a:pt x="190500" y="28575"/>
                </a:lnTo>
                <a:lnTo>
                  <a:pt x="190500" y="47625"/>
                </a:lnTo>
                <a:lnTo>
                  <a:pt x="247650" y="47625"/>
                </a:lnTo>
                <a:lnTo>
                  <a:pt x="247650" y="28575"/>
                </a:lnTo>
                <a:close/>
              </a:path>
              <a:path extrusionOk="0" h="76200" w="1355089">
                <a:moveTo>
                  <a:pt x="323723" y="28575"/>
                </a:moveTo>
                <a:lnTo>
                  <a:pt x="266700" y="28575"/>
                </a:lnTo>
                <a:lnTo>
                  <a:pt x="266700" y="47625"/>
                </a:lnTo>
                <a:lnTo>
                  <a:pt x="323723" y="47625"/>
                </a:lnTo>
                <a:lnTo>
                  <a:pt x="323723" y="28575"/>
                </a:lnTo>
                <a:close/>
              </a:path>
              <a:path extrusionOk="0" h="76200" w="1355089">
                <a:moveTo>
                  <a:pt x="399923" y="28575"/>
                </a:moveTo>
                <a:lnTo>
                  <a:pt x="342773" y="28575"/>
                </a:lnTo>
                <a:lnTo>
                  <a:pt x="342773" y="47625"/>
                </a:lnTo>
                <a:lnTo>
                  <a:pt x="399923" y="47625"/>
                </a:lnTo>
                <a:lnTo>
                  <a:pt x="399923" y="28575"/>
                </a:lnTo>
                <a:close/>
              </a:path>
              <a:path extrusionOk="0" h="76200" w="1355089">
                <a:moveTo>
                  <a:pt x="476123" y="28575"/>
                </a:moveTo>
                <a:lnTo>
                  <a:pt x="418973" y="28575"/>
                </a:lnTo>
                <a:lnTo>
                  <a:pt x="418973" y="47625"/>
                </a:lnTo>
                <a:lnTo>
                  <a:pt x="476123" y="47625"/>
                </a:lnTo>
                <a:lnTo>
                  <a:pt x="476123" y="28575"/>
                </a:lnTo>
                <a:close/>
              </a:path>
              <a:path extrusionOk="0" h="76200" w="1355089">
                <a:moveTo>
                  <a:pt x="552323" y="28575"/>
                </a:moveTo>
                <a:lnTo>
                  <a:pt x="495173" y="28575"/>
                </a:lnTo>
                <a:lnTo>
                  <a:pt x="495173" y="47625"/>
                </a:lnTo>
                <a:lnTo>
                  <a:pt x="552323" y="47625"/>
                </a:lnTo>
                <a:lnTo>
                  <a:pt x="552323" y="28575"/>
                </a:lnTo>
                <a:close/>
              </a:path>
              <a:path extrusionOk="0" h="76200" w="1355089">
                <a:moveTo>
                  <a:pt x="628523" y="28575"/>
                </a:moveTo>
                <a:lnTo>
                  <a:pt x="571373" y="28575"/>
                </a:lnTo>
                <a:lnTo>
                  <a:pt x="571373" y="47625"/>
                </a:lnTo>
                <a:lnTo>
                  <a:pt x="628523" y="47625"/>
                </a:lnTo>
                <a:lnTo>
                  <a:pt x="628523" y="28575"/>
                </a:lnTo>
                <a:close/>
              </a:path>
              <a:path extrusionOk="0" h="76200" w="1355089">
                <a:moveTo>
                  <a:pt x="704723" y="28575"/>
                </a:moveTo>
                <a:lnTo>
                  <a:pt x="647573" y="28575"/>
                </a:lnTo>
                <a:lnTo>
                  <a:pt x="647573" y="47625"/>
                </a:lnTo>
                <a:lnTo>
                  <a:pt x="704723" y="47625"/>
                </a:lnTo>
                <a:lnTo>
                  <a:pt x="704723" y="28575"/>
                </a:lnTo>
                <a:close/>
              </a:path>
              <a:path extrusionOk="0" h="76200" w="1355089">
                <a:moveTo>
                  <a:pt x="780923" y="28575"/>
                </a:moveTo>
                <a:lnTo>
                  <a:pt x="723773" y="28575"/>
                </a:lnTo>
                <a:lnTo>
                  <a:pt x="723773" y="47625"/>
                </a:lnTo>
                <a:lnTo>
                  <a:pt x="780923" y="47625"/>
                </a:lnTo>
                <a:lnTo>
                  <a:pt x="780923" y="28575"/>
                </a:lnTo>
                <a:close/>
              </a:path>
              <a:path extrusionOk="0" h="76200" w="1355089">
                <a:moveTo>
                  <a:pt x="856996" y="28575"/>
                </a:moveTo>
                <a:lnTo>
                  <a:pt x="799846" y="28575"/>
                </a:lnTo>
                <a:lnTo>
                  <a:pt x="799846" y="47625"/>
                </a:lnTo>
                <a:lnTo>
                  <a:pt x="856996" y="47625"/>
                </a:lnTo>
                <a:lnTo>
                  <a:pt x="856996" y="28575"/>
                </a:lnTo>
                <a:close/>
              </a:path>
              <a:path extrusionOk="0" h="76200" w="1355089">
                <a:moveTo>
                  <a:pt x="933196" y="28575"/>
                </a:moveTo>
                <a:lnTo>
                  <a:pt x="876046" y="28575"/>
                </a:lnTo>
                <a:lnTo>
                  <a:pt x="876046" y="47625"/>
                </a:lnTo>
                <a:lnTo>
                  <a:pt x="933196" y="47625"/>
                </a:lnTo>
                <a:lnTo>
                  <a:pt x="933196" y="28575"/>
                </a:lnTo>
                <a:close/>
              </a:path>
              <a:path extrusionOk="0" h="76200" w="1355089">
                <a:moveTo>
                  <a:pt x="1009396" y="28575"/>
                </a:moveTo>
                <a:lnTo>
                  <a:pt x="952246" y="28575"/>
                </a:lnTo>
                <a:lnTo>
                  <a:pt x="952246" y="47625"/>
                </a:lnTo>
                <a:lnTo>
                  <a:pt x="1009396" y="47625"/>
                </a:lnTo>
                <a:lnTo>
                  <a:pt x="1009396" y="28575"/>
                </a:lnTo>
                <a:close/>
              </a:path>
              <a:path extrusionOk="0" h="76200" w="1355089">
                <a:moveTo>
                  <a:pt x="1085596" y="28575"/>
                </a:moveTo>
                <a:lnTo>
                  <a:pt x="1028446" y="28575"/>
                </a:lnTo>
                <a:lnTo>
                  <a:pt x="1028446" y="47625"/>
                </a:lnTo>
                <a:lnTo>
                  <a:pt x="1085596" y="47625"/>
                </a:lnTo>
                <a:lnTo>
                  <a:pt x="1085596" y="28575"/>
                </a:lnTo>
                <a:close/>
              </a:path>
              <a:path extrusionOk="0" h="76200" w="1355089">
                <a:moveTo>
                  <a:pt x="1161796" y="28575"/>
                </a:moveTo>
                <a:lnTo>
                  <a:pt x="1104646" y="28575"/>
                </a:lnTo>
                <a:lnTo>
                  <a:pt x="1104646" y="47625"/>
                </a:lnTo>
                <a:lnTo>
                  <a:pt x="1161796" y="47625"/>
                </a:lnTo>
                <a:lnTo>
                  <a:pt x="1161796" y="28575"/>
                </a:lnTo>
                <a:close/>
              </a:path>
              <a:path extrusionOk="0" h="76200" w="1355089">
                <a:moveTo>
                  <a:pt x="1237996" y="28575"/>
                </a:moveTo>
                <a:lnTo>
                  <a:pt x="1180846" y="28575"/>
                </a:lnTo>
                <a:lnTo>
                  <a:pt x="1180846" y="47625"/>
                </a:lnTo>
                <a:lnTo>
                  <a:pt x="1237996" y="47625"/>
                </a:lnTo>
                <a:lnTo>
                  <a:pt x="1237996" y="28575"/>
                </a:lnTo>
                <a:close/>
              </a:path>
              <a:path extrusionOk="0" h="76200" w="1355089">
                <a:moveTo>
                  <a:pt x="1316481" y="0"/>
                </a:moveTo>
                <a:lnTo>
                  <a:pt x="1301688" y="2988"/>
                </a:lnTo>
                <a:lnTo>
                  <a:pt x="1289573" y="11144"/>
                </a:lnTo>
                <a:lnTo>
                  <a:pt x="1281388" y="23252"/>
                </a:lnTo>
                <a:lnTo>
                  <a:pt x="1278381" y="38100"/>
                </a:lnTo>
                <a:lnTo>
                  <a:pt x="1281388" y="52947"/>
                </a:lnTo>
                <a:lnTo>
                  <a:pt x="1289573" y="65055"/>
                </a:lnTo>
                <a:lnTo>
                  <a:pt x="1301688" y="73211"/>
                </a:lnTo>
                <a:lnTo>
                  <a:pt x="1316481" y="76200"/>
                </a:lnTo>
                <a:lnTo>
                  <a:pt x="1331329" y="73211"/>
                </a:lnTo>
                <a:lnTo>
                  <a:pt x="1343437" y="65055"/>
                </a:lnTo>
                <a:lnTo>
                  <a:pt x="1351593" y="52947"/>
                </a:lnTo>
                <a:lnTo>
                  <a:pt x="1352664" y="47625"/>
                </a:lnTo>
                <a:lnTo>
                  <a:pt x="1314068" y="47625"/>
                </a:lnTo>
                <a:lnTo>
                  <a:pt x="1314068" y="28575"/>
                </a:lnTo>
                <a:lnTo>
                  <a:pt x="1352664" y="28575"/>
                </a:lnTo>
                <a:lnTo>
                  <a:pt x="1351593" y="23252"/>
                </a:lnTo>
                <a:lnTo>
                  <a:pt x="1343437" y="11144"/>
                </a:lnTo>
                <a:lnTo>
                  <a:pt x="1331329" y="2988"/>
                </a:lnTo>
                <a:lnTo>
                  <a:pt x="1316481" y="0"/>
                </a:lnTo>
                <a:close/>
              </a:path>
              <a:path extrusionOk="0" h="76200" w="1355089">
                <a:moveTo>
                  <a:pt x="1280310" y="28575"/>
                </a:moveTo>
                <a:lnTo>
                  <a:pt x="1257046" y="28575"/>
                </a:lnTo>
                <a:lnTo>
                  <a:pt x="1257046" y="47625"/>
                </a:lnTo>
                <a:lnTo>
                  <a:pt x="1280310" y="47625"/>
                </a:lnTo>
                <a:lnTo>
                  <a:pt x="1278381" y="38100"/>
                </a:lnTo>
                <a:lnTo>
                  <a:pt x="1280310" y="28575"/>
                </a:lnTo>
                <a:close/>
              </a:path>
              <a:path extrusionOk="0" h="76200" w="1355089">
                <a:moveTo>
                  <a:pt x="1352664" y="28575"/>
                </a:moveTo>
                <a:lnTo>
                  <a:pt x="1314068" y="28575"/>
                </a:lnTo>
                <a:lnTo>
                  <a:pt x="1314068" y="47625"/>
                </a:lnTo>
                <a:lnTo>
                  <a:pt x="1352664" y="47625"/>
                </a:lnTo>
                <a:lnTo>
                  <a:pt x="1354581" y="38100"/>
                </a:lnTo>
                <a:lnTo>
                  <a:pt x="1352664" y="28575"/>
                </a:lnTo>
                <a:close/>
              </a:path>
            </a:pathLst>
          </a:custGeom>
          <a:solidFill>
            <a:srgbClr val="8496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0" name="Google Shape;160;p3"/>
          <p:cNvGrpSpPr/>
          <p:nvPr/>
        </p:nvGrpSpPr>
        <p:grpSpPr>
          <a:xfrm>
            <a:off x="5522976" y="5048770"/>
            <a:ext cx="265430" cy="695312"/>
            <a:chOff x="5522976" y="5048770"/>
            <a:chExt cx="265430" cy="695312"/>
          </a:xfrm>
        </p:grpSpPr>
        <p:sp>
          <p:nvSpPr>
            <p:cNvPr id="161" name="Google Shape;161;p3"/>
            <p:cNvSpPr/>
            <p:nvPr/>
          </p:nvSpPr>
          <p:spPr>
            <a:xfrm>
              <a:off x="5632704" y="5048770"/>
              <a:ext cx="27940" cy="439420"/>
            </a:xfrm>
            <a:custGeom>
              <a:rect b="b" l="l" r="r" t="t"/>
              <a:pathLst>
                <a:path extrusionOk="0" h="439420" w="27939">
                  <a:moveTo>
                    <a:pt x="27430" y="0"/>
                  </a:moveTo>
                  <a:lnTo>
                    <a:pt x="0" y="0"/>
                  </a:lnTo>
                  <a:lnTo>
                    <a:pt x="0" y="439026"/>
                  </a:lnTo>
                  <a:lnTo>
                    <a:pt x="27430" y="439026"/>
                  </a:lnTo>
                  <a:lnTo>
                    <a:pt x="27430" y="0"/>
                  </a:lnTo>
                  <a:close/>
                </a:path>
              </a:pathLst>
            </a:custGeom>
            <a:solidFill>
              <a:srgbClr val="A4A4A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2" name="Google Shape;162;p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596128" y="5542660"/>
              <a:ext cx="128016" cy="1280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3"/>
            <p:cNvSpPr/>
            <p:nvPr/>
          </p:nvSpPr>
          <p:spPr>
            <a:xfrm>
              <a:off x="5522976" y="5478652"/>
              <a:ext cx="265430" cy="265430"/>
            </a:xfrm>
            <a:custGeom>
              <a:rect b="b" l="l" r="r" t="t"/>
              <a:pathLst>
                <a:path extrusionOk="0" h="265429" w="265429">
                  <a:moveTo>
                    <a:pt x="132841" y="0"/>
                  </a:moveTo>
                  <a:lnTo>
                    <a:pt x="90887" y="6766"/>
                  </a:lnTo>
                  <a:lnTo>
                    <a:pt x="54425" y="25603"/>
                  </a:lnTo>
                  <a:lnTo>
                    <a:pt x="25656" y="54315"/>
                  </a:lnTo>
                  <a:lnTo>
                    <a:pt x="6780" y="90708"/>
                  </a:lnTo>
                  <a:lnTo>
                    <a:pt x="0" y="132588"/>
                  </a:lnTo>
                  <a:lnTo>
                    <a:pt x="6780" y="174490"/>
                  </a:lnTo>
                  <a:lnTo>
                    <a:pt x="25656" y="210895"/>
                  </a:lnTo>
                  <a:lnTo>
                    <a:pt x="54425" y="239612"/>
                  </a:lnTo>
                  <a:lnTo>
                    <a:pt x="90887" y="258448"/>
                  </a:lnTo>
                  <a:lnTo>
                    <a:pt x="132841" y="265214"/>
                  </a:lnTo>
                  <a:lnTo>
                    <a:pt x="174792" y="258448"/>
                  </a:lnTo>
                  <a:lnTo>
                    <a:pt x="207608" y="241439"/>
                  </a:lnTo>
                  <a:lnTo>
                    <a:pt x="132841" y="241439"/>
                  </a:lnTo>
                  <a:lnTo>
                    <a:pt x="90473" y="232877"/>
                  </a:lnTo>
                  <a:lnTo>
                    <a:pt x="55832" y="209535"/>
                  </a:lnTo>
                  <a:lnTo>
                    <a:pt x="32454" y="174933"/>
                  </a:lnTo>
                  <a:lnTo>
                    <a:pt x="23875" y="132588"/>
                  </a:lnTo>
                  <a:lnTo>
                    <a:pt x="32454" y="90239"/>
                  </a:lnTo>
                  <a:lnTo>
                    <a:pt x="55832" y="55641"/>
                  </a:lnTo>
                  <a:lnTo>
                    <a:pt x="90473" y="32307"/>
                  </a:lnTo>
                  <a:lnTo>
                    <a:pt x="132841" y="23749"/>
                  </a:lnTo>
                  <a:lnTo>
                    <a:pt x="207557" y="23749"/>
                  </a:lnTo>
                  <a:lnTo>
                    <a:pt x="174792" y="6766"/>
                  </a:lnTo>
                  <a:lnTo>
                    <a:pt x="132841" y="0"/>
                  </a:lnTo>
                  <a:close/>
                </a:path>
                <a:path extrusionOk="0" h="265429" w="265429">
                  <a:moveTo>
                    <a:pt x="207557" y="23749"/>
                  </a:moveTo>
                  <a:lnTo>
                    <a:pt x="132841" y="23749"/>
                  </a:lnTo>
                  <a:lnTo>
                    <a:pt x="175283" y="32307"/>
                  </a:lnTo>
                  <a:lnTo>
                    <a:pt x="209962" y="55641"/>
                  </a:lnTo>
                  <a:lnTo>
                    <a:pt x="233354" y="90239"/>
                  </a:lnTo>
                  <a:lnTo>
                    <a:pt x="241935" y="132588"/>
                  </a:lnTo>
                  <a:lnTo>
                    <a:pt x="233354" y="174933"/>
                  </a:lnTo>
                  <a:lnTo>
                    <a:pt x="209962" y="209535"/>
                  </a:lnTo>
                  <a:lnTo>
                    <a:pt x="175283" y="232877"/>
                  </a:lnTo>
                  <a:lnTo>
                    <a:pt x="132841" y="241439"/>
                  </a:lnTo>
                  <a:lnTo>
                    <a:pt x="207608" y="241439"/>
                  </a:lnTo>
                  <a:lnTo>
                    <a:pt x="211134" y="239612"/>
                  </a:lnTo>
                  <a:lnTo>
                    <a:pt x="239735" y="210895"/>
                  </a:lnTo>
                  <a:lnTo>
                    <a:pt x="258460" y="174490"/>
                  </a:lnTo>
                  <a:lnTo>
                    <a:pt x="265175" y="132588"/>
                  </a:lnTo>
                  <a:lnTo>
                    <a:pt x="258460" y="90708"/>
                  </a:lnTo>
                  <a:lnTo>
                    <a:pt x="239735" y="54315"/>
                  </a:lnTo>
                  <a:lnTo>
                    <a:pt x="211134" y="25603"/>
                  </a:lnTo>
                  <a:lnTo>
                    <a:pt x="207557" y="237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3"/>
          <p:cNvSpPr txBox="1"/>
          <p:nvPr/>
        </p:nvSpPr>
        <p:spPr>
          <a:xfrm>
            <a:off x="258787" y="3802570"/>
            <a:ext cx="4715295" cy="634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0" rtl="0" algn="l">
              <a:lnSpc>
                <a:spcPct val="9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Analyse du Micro-Environnement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9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( Le modèle des 5 forces de PORTER)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 txBox="1"/>
          <p:nvPr/>
        </p:nvSpPr>
        <p:spPr>
          <a:xfrm>
            <a:off x="7461756" y="4675314"/>
            <a:ext cx="3663443" cy="386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Memoboost GAME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11265027" y="6526834"/>
            <a:ext cx="104775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39679" y="156349"/>
            <a:ext cx="1166505" cy="45389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"/>
          <p:cNvSpPr/>
          <p:nvPr/>
        </p:nvSpPr>
        <p:spPr>
          <a:xfrm>
            <a:off x="1143000" y="375031"/>
            <a:ext cx="448309" cy="512445"/>
          </a:xfrm>
          <a:custGeom>
            <a:rect b="b" l="l" r="r" t="t"/>
            <a:pathLst>
              <a:path extrusionOk="0" h="512444" w="448309">
                <a:moveTo>
                  <a:pt x="0" y="0"/>
                </a:moveTo>
                <a:lnTo>
                  <a:pt x="0" y="512191"/>
                </a:lnTo>
                <a:lnTo>
                  <a:pt x="448056" y="25603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 txBox="1"/>
          <p:nvPr>
            <p:ph type="title"/>
          </p:nvPr>
        </p:nvSpPr>
        <p:spPr>
          <a:xfrm>
            <a:off x="1856104" y="425577"/>
            <a:ext cx="60579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350">
                <a:solidFill>
                  <a:srgbClr val="4453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</a:t>
            </a:r>
            <a:endParaRPr sz="2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4"/>
          <p:cNvGrpSpPr/>
          <p:nvPr/>
        </p:nvGrpSpPr>
        <p:grpSpPr>
          <a:xfrm>
            <a:off x="1853184" y="304858"/>
            <a:ext cx="8814816" cy="6067045"/>
            <a:chOff x="329184" y="356615"/>
            <a:chExt cx="8814816" cy="6067045"/>
          </a:xfrm>
        </p:grpSpPr>
        <p:pic>
          <p:nvPicPr>
            <p:cNvPr id="175" name="Google Shape;17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5666" y="1608640"/>
              <a:ext cx="1294031" cy="791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4"/>
            <p:cNvSpPr/>
            <p:nvPr/>
          </p:nvSpPr>
          <p:spPr>
            <a:xfrm>
              <a:off x="388619" y="1650491"/>
              <a:ext cx="1280160" cy="2540"/>
            </a:xfrm>
            <a:custGeom>
              <a:rect b="b" l="l" r="r" t="t"/>
              <a:pathLst>
                <a:path extrusionOk="0" h="2539" w="1280160">
                  <a:moveTo>
                    <a:pt x="1280160" y="215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E7E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4"/>
            <p:cNvSpPr/>
            <p:nvPr/>
          </p:nvSpPr>
          <p:spPr>
            <a:xfrm>
              <a:off x="658368" y="1655063"/>
              <a:ext cx="896619" cy="210820"/>
            </a:xfrm>
            <a:custGeom>
              <a:rect b="b" l="l" r="r" t="t"/>
              <a:pathLst>
                <a:path extrusionOk="0" h="210819" w="896619">
                  <a:moveTo>
                    <a:pt x="896112" y="0"/>
                  </a:moveTo>
                  <a:lnTo>
                    <a:pt x="0" y="0"/>
                  </a:lnTo>
                  <a:lnTo>
                    <a:pt x="131444" y="210312"/>
                  </a:lnTo>
                  <a:lnTo>
                    <a:pt x="764666" y="210312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475488" y="1353312"/>
              <a:ext cx="988060" cy="512445"/>
            </a:xfrm>
            <a:custGeom>
              <a:rect b="b" l="l" r="r" t="t"/>
              <a:pathLst>
                <a:path extrusionOk="0" h="512444" w="988060">
                  <a:moveTo>
                    <a:pt x="663702" y="0"/>
                  </a:moveTo>
                  <a:lnTo>
                    <a:pt x="0" y="0"/>
                  </a:lnTo>
                  <a:lnTo>
                    <a:pt x="323850" y="512063"/>
                  </a:lnTo>
                  <a:lnTo>
                    <a:pt x="987552" y="512063"/>
                  </a:lnTo>
                  <a:lnTo>
                    <a:pt x="663702" y="0"/>
                  </a:lnTo>
                  <a:close/>
                </a:path>
              </a:pathLst>
            </a:custGeom>
            <a:solidFill>
              <a:srgbClr val="9437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9" name="Google Shape;179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6344" y="1481327"/>
              <a:ext cx="5042915" cy="23454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2920" y="1572768"/>
              <a:ext cx="4919472" cy="22219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8912" y="1325879"/>
              <a:ext cx="864108" cy="15681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4"/>
            <p:cNvSpPr/>
            <p:nvPr/>
          </p:nvSpPr>
          <p:spPr>
            <a:xfrm>
              <a:off x="475488" y="1362455"/>
              <a:ext cx="741045" cy="1445260"/>
            </a:xfrm>
            <a:custGeom>
              <a:rect b="b" l="l" r="r" t="t"/>
              <a:pathLst>
                <a:path extrusionOk="0" h="1445260" w="741044">
                  <a:moveTo>
                    <a:pt x="740664" y="0"/>
                  </a:moveTo>
                  <a:lnTo>
                    <a:pt x="0" y="0"/>
                  </a:lnTo>
                  <a:lnTo>
                    <a:pt x="0" y="1444752"/>
                  </a:lnTo>
                  <a:lnTo>
                    <a:pt x="740664" y="1039241"/>
                  </a:lnTo>
                  <a:lnTo>
                    <a:pt x="740664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3" name="Google Shape;183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94960" y="356615"/>
              <a:ext cx="3749040" cy="48554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5666" y="4141528"/>
              <a:ext cx="1294031" cy="791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4"/>
            <p:cNvSpPr/>
            <p:nvPr/>
          </p:nvSpPr>
          <p:spPr>
            <a:xfrm>
              <a:off x="388619" y="4183380"/>
              <a:ext cx="1280160" cy="2540"/>
            </a:xfrm>
            <a:custGeom>
              <a:rect b="b" l="l" r="r" t="t"/>
              <a:pathLst>
                <a:path extrusionOk="0" h="2539" w="1280160">
                  <a:moveTo>
                    <a:pt x="1280160" y="215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E7E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658368" y="4187951"/>
              <a:ext cx="896619" cy="201295"/>
            </a:xfrm>
            <a:custGeom>
              <a:rect b="b" l="l" r="r" t="t"/>
              <a:pathLst>
                <a:path extrusionOk="0" h="201295" w="896619">
                  <a:moveTo>
                    <a:pt x="896112" y="0"/>
                  </a:moveTo>
                  <a:lnTo>
                    <a:pt x="0" y="0"/>
                  </a:lnTo>
                  <a:lnTo>
                    <a:pt x="125729" y="201168"/>
                  </a:lnTo>
                  <a:lnTo>
                    <a:pt x="770382" y="201168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4AACC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475488" y="3886200"/>
              <a:ext cx="988060" cy="502920"/>
            </a:xfrm>
            <a:custGeom>
              <a:rect b="b" l="l" r="r" t="t"/>
              <a:pathLst>
                <a:path extrusionOk="0" h="502920" w="988060">
                  <a:moveTo>
                    <a:pt x="669493" y="0"/>
                  </a:moveTo>
                  <a:lnTo>
                    <a:pt x="0" y="0"/>
                  </a:lnTo>
                  <a:lnTo>
                    <a:pt x="318058" y="502919"/>
                  </a:lnTo>
                  <a:lnTo>
                    <a:pt x="987552" y="502919"/>
                  </a:lnTo>
                  <a:lnTo>
                    <a:pt x="669493" y="0"/>
                  </a:lnTo>
                  <a:close/>
                </a:path>
              </a:pathLst>
            </a:custGeom>
            <a:solidFill>
              <a:srgbClr val="3085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8" name="Google Shape;188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29184" y="4078224"/>
              <a:ext cx="5052060" cy="23454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65760" y="4169663"/>
              <a:ext cx="4928616" cy="2221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" name="Google Shape;190;p4"/>
          <p:cNvSpPr txBox="1"/>
          <p:nvPr/>
        </p:nvSpPr>
        <p:spPr>
          <a:xfrm>
            <a:off x="2847595" y="4514151"/>
            <a:ext cx="3789679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Ces	choix	et	ces	décisions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spcBef>
                <a:spcPts val="65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résument	la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4888611" y="4879975"/>
            <a:ext cx="1755139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stratégie	de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2847595" y="5246688"/>
            <a:ext cx="1552575" cy="387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l’entreprise.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3" name="Google Shape;193;p4"/>
          <p:cNvGrpSpPr/>
          <p:nvPr/>
        </p:nvGrpSpPr>
        <p:grpSpPr>
          <a:xfrm>
            <a:off x="1962913" y="3849623"/>
            <a:ext cx="864108" cy="1568195"/>
            <a:chOff x="438912" y="3849623"/>
            <a:chExt cx="864108" cy="1568195"/>
          </a:xfrm>
        </p:grpSpPr>
        <p:pic>
          <p:nvPicPr>
            <p:cNvPr id="194" name="Google Shape;194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8912" y="3849623"/>
              <a:ext cx="864108" cy="15681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4"/>
            <p:cNvSpPr/>
            <p:nvPr/>
          </p:nvSpPr>
          <p:spPr>
            <a:xfrm>
              <a:off x="475488" y="3886199"/>
              <a:ext cx="741045" cy="1445260"/>
            </a:xfrm>
            <a:custGeom>
              <a:rect b="b" l="l" r="r" t="t"/>
              <a:pathLst>
                <a:path extrusionOk="0" h="1445260" w="741044">
                  <a:moveTo>
                    <a:pt x="740664" y="0"/>
                  </a:moveTo>
                  <a:lnTo>
                    <a:pt x="0" y="0"/>
                  </a:lnTo>
                  <a:lnTo>
                    <a:pt x="0" y="1444752"/>
                  </a:lnTo>
                  <a:lnTo>
                    <a:pt x="740664" y="1039241"/>
                  </a:lnTo>
                  <a:lnTo>
                    <a:pt x="740664" y="0"/>
                  </a:lnTo>
                  <a:close/>
                </a:path>
              </a:pathLst>
            </a:custGeom>
            <a:solidFill>
              <a:srgbClr val="4AACC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6" name="Google Shape;196;p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03504" y="4078223"/>
              <a:ext cx="534924" cy="6720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p4"/>
            <p:cNvSpPr/>
            <p:nvPr/>
          </p:nvSpPr>
          <p:spPr>
            <a:xfrm>
              <a:off x="640080" y="4114799"/>
              <a:ext cx="411480" cy="548640"/>
            </a:xfrm>
            <a:custGeom>
              <a:rect b="b" l="l" r="r" t="t"/>
              <a:pathLst>
                <a:path extrusionOk="0" h="548639" w="411480">
                  <a:moveTo>
                    <a:pt x="276682" y="454025"/>
                  </a:moveTo>
                  <a:lnTo>
                    <a:pt x="134797" y="454025"/>
                  </a:lnTo>
                  <a:lnTo>
                    <a:pt x="140114" y="459678"/>
                  </a:lnTo>
                  <a:lnTo>
                    <a:pt x="150758" y="467365"/>
                  </a:lnTo>
                  <a:lnTo>
                    <a:pt x="156083" y="472948"/>
                  </a:lnTo>
                  <a:lnTo>
                    <a:pt x="163169" y="539242"/>
                  </a:lnTo>
                  <a:lnTo>
                    <a:pt x="170268" y="548639"/>
                  </a:lnTo>
                  <a:lnTo>
                    <a:pt x="241211" y="548639"/>
                  </a:lnTo>
                  <a:lnTo>
                    <a:pt x="241211" y="539242"/>
                  </a:lnTo>
                  <a:lnTo>
                    <a:pt x="245426" y="523561"/>
                  </a:lnTo>
                  <a:lnTo>
                    <a:pt x="251189" y="488628"/>
                  </a:lnTo>
                  <a:lnTo>
                    <a:pt x="255397" y="472948"/>
                  </a:lnTo>
                  <a:lnTo>
                    <a:pt x="260721" y="467365"/>
                  </a:lnTo>
                  <a:lnTo>
                    <a:pt x="271365" y="459678"/>
                  </a:lnTo>
                  <a:lnTo>
                    <a:pt x="276682" y="454025"/>
                  </a:lnTo>
                  <a:close/>
                </a:path>
                <a:path extrusionOk="0" h="548639" w="411480">
                  <a:moveTo>
                    <a:pt x="99326" y="47243"/>
                  </a:moveTo>
                  <a:lnTo>
                    <a:pt x="92227" y="47243"/>
                  </a:lnTo>
                  <a:lnTo>
                    <a:pt x="78372" y="54792"/>
                  </a:lnTo>
                  <a:lnTo>
                    <a:pt x="61191" y="72104"/>
                  </a:lnTo>
                  <a:lnTo>
                    <a:pt x="45339" y="91178"/>
                  </a:lnTo>
                  <a:lnTo>
                    <a:pt x="35471" y="104012"/>
                  </a:lnTo>
                  <a:lnTo>
                    <a:pt x="35471" y="122936"/>
                  </a:lnTo>
                  <a:lnTo>
                    <a:pt x="44892" y="136981"/>
                  </a:lnTo>
                  <a:lnTo>
                    <a:pt x="52320" y="150145"/>
                  </a:lnTo>
                  <a:lnTo>
                    <a:pt x="58420" y="161547"/>
                  </a:lnTo>
                  <a:lnTo>
                    <a:pt x="63855" y="170306"/>
                  </a:lnTo>
                  <a:lnTo>
                    <a:pt x="62746" y="182864"/>
                  </a:lnTo>
                  <a:lnTo>
                    <a:pt x="60305" y="192754"/>
                  </a:lnTo>
                  <a:lnTo>
                    <a:pt x="57865" y="200882"/>
                  </a:lnTo>
                  <a:lnTo>
                    <a:pt x="56756" y="208152"/>
                  </a:lnTo>
                  <a:lnTo>
                    <a:pt x="7099" y="217550"/>
                  </a:lnTo>
                  <a:lnTo>
                    <a:pt x="0" y="217550"/>
                  </a:lnTo>
                  <a:lnTo>
                    <a:pt x="0" y="321563"/>
                  </a:lnTo>
                  <a:lnTo>
                    <a:pt x="7099" y="321563"/>
                  </a:lnTo>
                  <a:lnTo>
                    <a:pt x="56756" y="331088"/>
                  </a:lnTo>
                  <a:lnTo>
                    <a:pt x="57865" y="343646"/>
                  </a:lnTo>
                  <a:lnTo>
                    <a:pt x="60305" y="353536"/>
                  </a:lnTo>
                  <a:lnTo>
                    <a:pt x="62746" y="361664"/>
                  </a:lnTo>
                  <a:lnTo>
                    <a:pt x="63855" y="368935"/>
                  </a:lnTo>
                  <a:lnTo>
                    <a:pt x="58420" y="381638"/>
                  </a:lnTo>
                  <a:lnTo>
                    <a:pt x="52320" y="392556"/>
                  </a:lnTo>
                  <a:lnTo>
                    <a:pt x="44892" y="403475"/>
                  </a:lnTo>
                  <a:lnTo>
                    <a:pt x="35471" y="416179"/>
                  </a:lnTo>
                  <a:lnTo>
                    <a:pt x="35471" y="435101"/>
                  </a:lnTo>
                  <a:lnTo>
                    <a:pt x="47219" y="449294"/>
                  </a:lnTo>
                  <a:lnTo>
                    <a:pt x="73379" y="477678"/>
                  </a:lnTo>
                  <a:lnTo>
                    <a:pt x="85128" y="491870"/>
                  </a:lnTo>
                  <a:lnTo>
                    <a:pt x="85128" y="501395"/>
                  </a:lnTo>
                  <a:lnTo>
                    <a:pt x="92227" y="501395"/>
                  </a:lnTo>
                  <a:lnTo>
                    <a:pt x="99326" y="491870"/>
                  </a:lnTo>
                  <a:lnTo>
                    <a:pt x="134797" y="454025"/>
                  </a:lnTo>
                  <a:lnTo>
                    <a:pt x="362914" y="454025"/>
                  </a:lnTo>
                  <a:lnTo>
                    <a:pt x="366267" y="449294"/>
                  </a:lnTo>
                  <a:lnTo>
                    <a:pt x="376008" y="435101"/>
                  </a:lnTo>
                  <a:lnTo>
                    <a:pt x="376008" y="416179"/>
                  </a:lnTo>
                  <a:lnTo>
                    <a:pt x="366587" y="403475"/>
                  </a:lnTo>
                  <a:lnTo>
                    <a:pt x="359159" y="392556"/>
                  </a:lnTo>
                  <a:lnTo>
                    <a:pt x="353059" y="381638"/>
                  </a:lnTo>
                  <a:lnTo>
                    <a:pt x="347624" y="368935"/>
                  </a:lnTo>
                  <a:lnTo>
                    <a:pt x="348733" y="361664"/>
                  </a:lnTo>
                  <a:lnTo>
                    <a:pt x="349410" y="359410"/>
                  </a:lnTo>
                  <a:lnTo>
                    <a:pt x="205739" y="359410"/>
                  </a:lnTo>
                  <a:lnTo>
                    <a:pt x="179690" y="352758"/>
                  </a:lnTo>
                  <a:lnTo>
                    <a:pt x="156967" y="334581"/>
                  </a:lnTo>
                  <a:lnTo>
                    <a:pt x="140894" y="307546"/>
                  </a:lnTo>
                  <a:lnTo>
                    <a:pt x="134797" y="274319"/>
                  </a:lnTo>
                  <a:lnTo>
                    <a:pt x="140894" y="235586"/>
                  </a:lnTo>
                  <a:lnTo>
                    <a:pt x="156967" y="205724"/>
                  </a:lnTo>
                  <a:lnTo>
                    <a:pt x="179690" y="186505"/>
                  </a:lnTo>
                  <a:lnTo>
                    <a:pt x="205739" y="179705"/>
                  </a:lnTo>
                  <a:lnTo>
                    <a:pt x="344434" y="179705"/>
                  </a:lnTo>
                  <a:lnTo>
                    <a:pt x="340537" y="170306"/>
                  </a:lnTo>
                  <a:lnTo>
                    <a:pt x="349959" y="161547"/>
                  </a:lnTo>
                  <a:lnTo>
                    <a:pt x="357385" y="150145"/>
                  </a:lnTo>
                  <a:lnTo>
                    <a:pt x="363481" y="136981"/>
                  </a:lnTo>
                  <a:lnTo>
                    <a:pt x="368909" y="122936"/>
                  </a:lnTo>
                  <a:lnTo>
                    <a:pt x="376008" y="122936"/>
                  </a:lnTo>
                  <a:lnTo>
                    <a:pt x="376008" y="113537"/>
                  </a:lnTo>
                  <a:lnTo>
                    <a:pt x="368909" y="113537"/>
                  </a:lnTo>
                  <a:lnTo>
                    <a:pt x="361265" y="93839"/>
                  </a:lnTo>
                  <a:lnTo>
                    <a:pt x="355624" y="85089"/>
                  </a:lnTo>
                  <a:lnTo>
                    <a:pt x="134797" y="85089"/>
                  </a:lnTo>
                  <a:lnTo>
                    <a:pt x="99326" y="47243"/>
                  </a:lnTo>
                  <a:close/>
                </a:path>
                <a:path extrusionOk="0" h="548639" w="411480">
                  <a:moveTo>
                    <a:pt x="362914" y="454025"/>
                  </a:moveTo>
                  <a:lnTo>
                    <a:pt x="276682" y="454025"/>
                  </a:lnTo>
                  <a:lnTo>
                    <a:pt x="312153" y="491870"/>
                  </a:lnTo>
                  <a:lnTo>
                    <a:pt x="319252" y="501395"/>
                  </a:lnTo>
                  <a:lnTo>
                    <a:pt x="333107" y="492377"/>
                  </a:lnTo>
                  <a:lnTo>
                    <a:pt x="350288" y="471820"/>
                  </a:lnTo>
                  <a:lnTo>
                    <a:pt x="362914" y="454025"/>
                  </a:lnTo>
                  <a:close/>
                </a:path>
                <a:path extrusionOk="0" h="548639" w="411480">
                  <a:moveTo>
                    <a:pt x="344434" y="179705"/>
                  </a:moveTo>
                  <a:lnTo>
                    <a:pt x="205739" y="179705"/>
                  </a:lnTo>
                  <a:lnTo>
                    <a:pt x="231789" y="186505"/>
                  </a:lnTo>
                  <a:lnTo>
                    <a:pt x="254512" y="205724"/>
                  </a:lnTo>
                  <a:lnTo>
                    <a:pt x="270585" y="235586"/>
                  </a:lnTo>
                  <a:lnTo>
                    <a:pt x="276682" y="274319"/>
                  </a:lnTo>
                  <a:lnTo>
                    <a:pt x="270585" y="307546"/>
                  </a:lnTo>
                  <a:lnTo>
                    <a:pt x="254512" y="334581"/>
                  </a:lnTo>
                  <a:lnTo>
                    <a:pt x="231789" y="352758"/>
                  </a:lnTo>
                  <a:lnTo>
                    <a:pt x="205739" y="359410"/>
                  </a:lnTo>
                  <a:lnTo>
                    <a:pt x="349410" y="359410"/>
                  </a:lnTo>
                  <a:lnTo>
                    <a:pt x="351174" y="353536"/>
                  </a:lnTo>
                  <a:lnTo>
                    <a:pt x="353614" y="343646"/>
                  </a:lnTo>
                  <a:lnTo>
                    <a:pt x="354723" y="331088"/>
                  </a:lnTo>
                  <a:lnTo>
                    <a:pt x="404380" y="321563"/>
                  </a:lnTo>
                  <a:lnTo>
                    <a:pt x="411480" y="321563"/>
                  </a:lnTo>
                  <a:lnTo>
                    <a:pt x="411480" y="217550"/>
                  </a:lnTo>
                  <a:lnTo>
                    <a:pt x="404380" y="217550"/>
                  </a:lnTo>
                  <a:lnTo>
                    <a:pt x="354723" y="208152"/>
                  </a:lnTo>
                  <a:lnTo>
                    <a:pt x="353503" y="200882"/>
                  </a:lnTo>
                  <a:lnTo>
                    <a:pt x="350288" y="192754"/>
                  </a:lnTo>
                  <a:lnTo>
                    <a:pt x="345744" y="182864"/>
                  </a:lnTo>
                  <a:lnTo>
                    <a:pt x="344434" y="179705"/>
                  </a:lnTo>
                  <a:close/>
                </a:path>
                <a:path extrusionOk="0" h="548639" w="411480">
                  <a:moveTo>
                    <a:pt x="262496" y="75692"/>
                  </a:moveTo>
                  <a:lnTo>
                    <a:pt x="148983" y="75692"/>
                  </a:lnTo>
                  <a:lnTo>
                    <a:pt x="141884" y="85089"/>
                  </a:lnTo>
                  <a:lnTo>
                    <a:pt x="269595" y="85089"/>
                  </a:lnTo>
                  <a:lnTo>
                    <a:pt x="262496" y="75692"/>
                  </a:lnTo>
                  <a:close/>
                </a:path>
                <a:path extrusionOk="0" h="548639" w="411480">
                  <a:moveTo>
                    <a:pt x="326351" y="47243"/>
                  </a:moveTo>
                  <a:lnTo>
                    <a:pt x="312153" y="47243"/>
                  </a:lnTo>
                  <a:lnTo>
                    <a:pt x="276682" y="85089"/>
                  </a:lnTo>
                  <a:lnTo>
                    <a:pt x="355624" y="85089"/>
                  </a:lnTo>
                  <a:lnTo>
                    <a:pt x="350292" y="76819"/>
                  </a:lnTo>
                  <a:lnTo>
                    <a:pt x="326351" y="47243"/>
                  </a:lnTo>
                  <a:close/>
                </a:path>
                <a:path extrusionOk="0" h="548639" w="411480">
                  <a:moveTo>
                    <a:pt x="241211" y="0"/>
                  </a:moveTo>
                  <a:lnTo>
                    <a:pt x="163169" y="0"/>
                  </a:lnTo>
                  <a:lnTo>
                    <a:pt x="163169" y="9398"/>
                  </a:lnTo>
                  <a:lnTo>
                    <a:pt x="162062" y="23739"/>
                  </a:lnTo>
                  <a:lnTo>
                    <a:pt x="159626" y="38973"/>
                  </a:lnTo>
                  <a:lnTo>
                    <a:pt x="157190" y="55993"/>
                  </a:lnTo>
                  <a:lnTo>
                    <a:pt x="156083" y="75692"/>
                  </a:lnTo>
                  <a:lnTo>
                    <a:pt x="255397" y="75692"/>
                  </a:lnTo>
                  <a:lnTo>
                    <a:pt x="241211" y="9398"/>
                  </a:lnTo>
                  <a:lnTo>
                    <a:pt x="2412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4"/>
          <p:cNvSpPr txBox="1"/>
          <p:nvPr>
            <p:ph type="title"/>
          </p:nvPr>
        </p:nvSpPr>
        <p:spPr>
          <a:xfrm>
            <a:off x="2798444" y="1971547"/>
            <a:ext cx="4104640" cy="148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5080" rtl="0" algn="just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350">
                <a:solidFill>
                  <a:srgbClr val="001F5F"/>
                </a:solidFill>
              </a:rPr>
              <a:t>Les enterprises optent pour des  choix et prennent des décisions  qui encadrent et orientent leur  développement.</a:t>
            </a:r>
            <a:endParaRPr sz="2350"/>
          </a:p>
        </p:txBody>
      </p:sp>
      <p:grpSp>
        <p:nvGrpSpPr>
          <p:cNvPr id="199" name="Google Shape;199;p4"/>
          <p:cNvGrpSpPr/>
          <p:nvPr/>
        </p:nvGrpSpPr>
        <p:grpSpPr>
          <a:xfrm>
            <a:off x="1702636" y="44679"/>
            <a:ext cx="7472351" cy="4840840"/>
            <a:chOff x="178636" y="44679"/>
            <a:chExt cx="7472351" cy="4840840"/>
          </a:xfrm>
        </p:grpSpPr>
        <p:pic>
          <p:nvPicPr>
            <p:cNvPr id="200" name="Google Shape;200;p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40079" y="1700784"/>
              <a:ext cx="425195" cy="6720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4"/>
            <p:cNvSpPr/>
            <p:nvPr/>
          </p:nvSpPr>
          <p:spPr>
            <a:xfrm>
              <a:off x="676656" y="1737359"/>
              <a:ext cx="302260" cy="548640"/>
            </a:xfrm>
            <a:custGeom>
              <a:rect b="b" l="l" r="r" t="t"/>
              <a:pathLst>
                <a:path extrusionOk="0" h="548639" w="302259">
                  <a:moveTo>
                    <a:pt x="201168" y="164592"/>
                  </a:moveTo>
                  <a:lnTo>
                    <a:pt x="118872" y="164592"/>
                  </a:lnTo>
                  <a:lnTo>
                    <a:pt x="138366" y="196596"/>
                  </a:lnTo>
                  <a:lnTo>
                    <a:pt x="160020" y="228600"/>
                  </a:lnTo>
                  <a:lnTo>
                    <a:pt x="181673" y="196596"/>
                  </a:lnTo>
                  <a:lnTo>
                    <a:pt x="201168" y="164592"/>
                  </a:lnTo>
                  <a:close/>
                </a:path>
                <a:path extrusionOk="0" h="548639" w="302259">
                  <a:moveTo>
                    <a:pt x="301752" y="0"/>
                  </a:moveTo>
                  <a:lnTo>
                    <a:pt x="258648" y="0"/>
                  </a:lnTo>
                  <a:lnTo>
                    <a:pt x="258648" y="52070"/>
                  </a:lnTo>
                  <a:lnTo>
                    <a:pt x="254990" y="107937"/>
                  </a:lnTo>
                  <a:lnTo>
                    <a:pt x="242925" y="158457"/>
                  </a:lnTo>
                  <a:lnTo>
                    <a:pt x="220751" y="198323"/>
                  </a:lnTo>
                  <a:lnTo>
                    <a:pt x="186804" y="222250"/>
                  </a:lnTo>
                  <a:lnTo>
                    <a:pt x="176022" y="227076"/>
                  </a:lnTo>
                  <a:lnTo>
                    <a:pt x="176022" y="326390"/>
                  </a:lnTo>
                  <a:lnTo>
                    <a:pt x="186804" y="326390"/>
                  </a:lnTo>
                  <a:lnTo>
                    <a:pt x="220751" y="351002"/>
                  </a:lnTo>
                  <a:lnTo>
                    <a:pt x="242925" y="392010"/>
                  </a:lnTo>
                  <a:lnTo>
                    <a:pt x="254990" y="442747"/>
                  </a:lnTo>
                  <a:lnTo>
                    <a:pt x="258648" y="496570"/>
                  </a:lnTo>
                  <a:lnTo>
                    <a:pt x="240677" y="496570"/>
                  </a:lnTo>
                  <a:lnTo>
                    <a:pt x="201168" y="439801"/>
                  </a:lnTo>
                  <a:lnTo>
                    <a:pt x="154470" y="364236"/>
                  </a:lnTo>
                  <a:lnTo>
                    <a:pt x="107772" y="439801"/>
                  </a:lnTo>
                  <a:lnTo>
                    <a:pt x="71843" y="496570"/>
                  </a:lnTo>
                  <a:lnTo>
                    <a:pt x="46697" y="496570"/>
                  </a:lnTo>
                  <a:lnTo>
                    <a:pt x="51917" y="442747"/>
                  </a:lnTo>
                  <a:lnTo>
                    <a:pt x="64198" y="392010"/>
                  </a:lnTo>
                  <a:lnTo>
                    <a:pt x="86601" y="351002"/>
                  </a:lnTo>
                  <a:lnTo>
                    <a:pt x="122135" y="326390"/>
                  </a:lnTo>
                  <a:lnTo>
                    <a:pt x="129324" y="326390"/>
                  </a:lnTo>
                  <a:lnTo>
                    <a:pt x="129324" y="227076"/>
                  </a:lnTo>
                  <a:lnTo>
                    <a:pt x="86601" y="198323"/>
                  </a:lnTo>
                  <a:lnTo>
                    <a:pt x="64198" y="158457"/>
                  </a:lnTo>
                  <a:lnTo>
                    <a:pt x="51917" y="107937"/>
                  </a:lnTo>
                  <a:lnTo>
                    <a:pt x="46697" y="52070"/>
                  </a:lnTo>
                  <a:lnTo>
                    <a:pt x="258648" y="52070"/>
                  </a:lnTo>
                  <a:lnTo>
                    <a:pt x="258648" y="0"/>
                  </a:lnTo>
                  <a:lnTo>
                    <a:pt x="0" y="0"/>
                  </a:lnTo>
                  <a:lnTo>
                    <a:pt x="0" y="52070"/>
                  </a:lnTo>
                  <a:lnTo>
                    <a:pt x="25146" y="52070"/>
                  </a:lnTo>
                  <a:lnTo>
                    <a:pt x="30289" y="110363"/>
                  </a:lnTo>
                  <a:lnTo>
                    <a:pt x="41287" y="159816"/>
                  </a:lnTo>
                  <a:lnTo>
                    <a:pt x="57988" y="199529"/>
                  </a:lnTo>
                  <a:lnTo>
                    <a:pt x="80200" y="228561"/>
                  </a:lnTo>
                  <a:lnTo>
                    <a:pt x="107772" y="245999"/>
                  </a:lnTo>
                  <a:lnTo>
                    <a:pt x="107772" y="302641"/>
                  </a:lnTo>
                  <a:lnTo>
                    <a:pt x="60807" y="351218"/>
                  </a:lnTo>
                  <a:lnTo>
                    <a:pt x="44653" y="390220"/>
                  </a:lnTo>
                  <a:lnTo>
                    <a:pt x="33845" y="438746"/>
                  </a:lnTo>
                  <a:lnTo>
                    <a:pt x="28740" y="496570"/>
                  </a:lnTo>
                  <a:lnTo>
                    <a:pt x="0" y="496570"/>
                  </a:lnTo>
                  <a:lnTo>
                    <a:pt x="0" y="548640"/>
                  </a:lnTo>
                  <a:lnTo>
                    <a:pt x="301752" y="548640"/>
                  </a:lnTo>
                  <a:lnTo>
                    <a:pt x="301752" y="496570"/>
                  </a:lnTo>
                  <a:lnTo>
                    <a:pt x="280200" y="496570"/>
                  </a:lnTo>
                  <a:lnTo>
                    <a:pt x="275043" y="438746"/>
                  </a:lnTo>
                  <a:lnTo>
                    <a:pt x="264045" y="390220"/>
                  </a:lnTo>
                  <a:lnTo>
                    <a:pt x="247345" y="351218"/>
                  </a:lnTo>
                  <a:lnTo>
                    <a:pt x="225132" y="321945"/>
                  </a:lnTo>
                  <a:lnTo>
                    <a:pt x="197573" y="302641"/>
                  </a:lnTo>
                  <a:lnTo>
                    <a:pt x="197573" y="245999"/>
                  </a:lnTo>
                  <a:lnTo>
                    <a:pt x="247345" y="199529"/>
                  </a:lnTo>
                  <a:lnTo>
                    <a:pt x="264045" y="159816"/>
                  </a:lnTo>
                  <a:lnTo>
                    <a:pt x="275043" y="110363"/>
                  </a:lnTo>
                  <a:lnTo>
                    <a:pt x="280200" y="52070"/>
                  </a:lnTo>
                  <a:lnTo>
                    <a:pt x="301752" y="52070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4"/>
            <p:cNvSpPr/>
            <p:nvPr/>
          </p:nvSpPr>
          <p:spPr>
            <a:xfrm>
              <a:off x="2805684" y="776358"/>
              <a:ext cx="4048760" cy="1548765"/>
            </a:xfrm>
            <a:custGeom>
              <a:rect b="b" l="l" r="r" t="t"/>
              <a:pathLst>
                <a:path extrusionOk="0" h="1548764" w="4048759">
                  <a:moveTo>
                    <a:pt x="4048506" y="61460"/>
                  </a:moveTo>
                  <a:lnTo>
                    <a:pt x="3984551" y="56641"/>
                  </a:lnTo>
                  <a:lnTo>
                    <a:pt x="3919414" y="51408"/>
                  </a:lnTo>
                  <a:lnTo>
                    <a:pt x="3853120" y="45882"/>
                  </a:lnTo>
                  <a:lnTo>
                    <a:pt x="3785696" y="40181"/>
                  </a:lnTo>
                  <a:lnTo>
                    <a:pt x="3751568" y="37303"/>
                  </a:lnTo>
                  <a:lnTo>
                    <a:pt x="3682496" y="31567"/>
                  </a:lnTo>
                  <a:lnTo>
                    <a:pt x="3612357" y="25956"/>
                  </a:lnTo>
                  <a:lnTo>
                    <a:pt x="3541179" y="20591"/>
                  </a:lnTo>
                  <a:lnTo>
                    <a:pt x="3468985" y="15592"/>
                  </a:lnTo>
                  <a:lnTo>
                    <a:pt x="3395804" y="11079"/>
                  </a:lnTo>
                  <a:lnTo>
                    <a:pt x="3321659" y="7172"/>
                  </a:lnTo>
                  <a:lnTo>
                    <a:pt x="3246577" y="3991"/>
                  </a:lnTo>
                  <a:lnTo>
                    <a:pt x="3170584" y="1655"/>
                  </a:lnTo>
                  <a:lnTo>
                    <a:pt x="3132254" y="842"/>
                  </a:lnTo>
                  <a:lnTo>
                    <a:pt x="3093705" y="285"/>
                  </a:lnTo>
                  <a:lnTo>
                    <a:pt x="3054942" y="0"/>
                  </a:lnTo>
                  <a:lnTo>
                    <a:pt x="3015967" y="0"/>
                  </a:lnTo>
                  <a:lnTo>
                    <a:pt x="2976784" y="303"/>
                  </a:lnTo>
                  <a:lnTo>
                    <a:pt x="2937395" y="922"/>
                  </a:lnTo>
                  <a:lnTo>
                    <a:pt x="2897804" y="1872"/>
                  </a:lnTo>
                  <a:lnTo>
                    <a:pt x="2858015" y="3168"/>
                  </a:lnTo>
                  <a:lnTo>
                    <a:pt x="2818030" y="4826"/>
                  </a:lnTo>
                  <a:lnTo>
                    <a:pt x="2777853" y="6861"/>
                  </a:lnTo>
                  <a:lnTo>
                    <a:pt x="2737487" y="9286"/>
                  </a:lnTo>
                  <a:lnTo>
                    <a:pt x="2696935" y="12118"/>
                  </a:lnTo>
                  <a:lnTo>
                    <a:pt x="2656200" y="15372"/>
                  </a:lnTo>
                  <a:lnTo>
                    <a:pt x="2615286" y="19061"/>
                  </a:lnTo>
                  <a:lnTo>
                    <a:pt x="2574196" y="23202"/>
                  </a:lnTo>
                  <a:lnTo>
                    <a:pt x="2532932" y="27810"/>
                  </a:lnTo>
                  <a:lnTo>
                    <a:pt x="2491500" y="32898"/>
                  </a:lnTo>
                  <a:lnTo>
                    <a:pt x="2449900" y="38483"/>
                  </a:lnTo>
                  <a:lnTo>
                    <a:pt x="2408138" y="44580"/>
                  </a:lnTo>
                  <a:lnTo>
                    <a:pt x="2366215" y="51203"/>
                  </a:lnTo>
                  <a:lnTo>
                    <a:pt x="2324135" y="58367"/>
                  </a:lnTo>
                  <a:lnTo>
                    <a:pt x="2281902" y="66087"/>
                  </a:lnTo>
                  <a:lnTo>
                    <a:pt x="2239519" y="74379"/>
                  </a:lnTo>
                  <a:lnTo>
                    <a:pt x="2196988" y="83256"/>
                  </a:lnTo>
                  <a:lnTo>
                    <a:pt x="2154314" y="92736"/>
                  </a:lnTo>
                  <a:lnTo>
                    <a:pt x="2111499" y="102831"/>
                  </a:lnTo>
                  <a:lnTo>
                    <a:pt x="2068546" y="113558"/>
                  </a:lnTo>
                  <a:lnTo>
                    <a:pt x="2025460" y="124931"/>
                  </a:lnTo>
                  <a:lnTo>
                    <a:pt x="1982242" y="136965"/>
                  </a:lnTo>
                  <a:lnTo>
                    <a:pt x="1938897" y="149676"/>
                  </a:lnTo>
                  <a:lnTo>
                    <a:pt x="1895427" y="163078"/>
                  </a:lnTo>
                  <a:lnTo>
                    <a:pt x="1851836" y="177186"/>
                  </a:lnTo>
                  <a:lnTo>
                    <a:pt x="1808126" y="192015"/>
                  </a:lnTo>
                  <a:lnTo>
                    <a:pt x="1764302" y="207581"/>
                  </a:lnTo>
                  <a:lnTo>
                    <a:pt x="1720366" y="223898"/>
                  </a:lnTo>
                  <a:lnTo>
                    <a:pt x="1676322" y="240981"/>
                  </a:lnTo>
                  <a:lnTo>
                    <a:pt x="1632173" y="258845"/>
                  </a:lnTo>
                  <a:lnTo>
                    <a:pt x="1587922" y="277506"/>
                  </a:lnTo>
                  <a:lnTo>
                    <a:pt x="1543572" y="296978"/>
                  </a:lnTo>
                  <a:lnTo>
                    <a:pt x="1499127" y="317276"/>
                  </a:lnTo>
                  <a:lnTo>
                    <a:pt x="1454589" y="338415"/>
                  </a:lnTo>
                  <a:lnTo>
                    <a:pt x="1409962" y="360410"/>
                  </a:lnTo>
                  <a:lnTo>
                    <a:pt x="1365250" y="383277"/>
                  </a:lnTo>
                  <a:lnTo>
                    <a:pt x="1320455" y="407030"/>
                  </a:lnTo>
                  <a:lnTo>
                    <a:pt x="1275581" y="431684"/>
                  </a:lnTo>
                  <a:lnTo>
                    <a:pt x="1230630" y="457254"/>
                  </a:lnTo>
                  <a:lnTo>
                    <a:pt x="1185607" y="483755"/>
                  </a:lnTo>
                  <a:lnTo>
                    <a:pt x="1140514" y="511203"/>
                  </a:lnTo>
                  <a:lnTo>
                    <a:pt x="1095355" y="539611"/>
                  </a:lnTo>
                  <a:lnTo>
                    <a:pt x="1050133" y="568996"/>
                  </a:lnTo>
                  <a:lnTo>
                    <a:pt x="1004850" y="599372"/>
                  </a:lnTo>
                  <a:lnTo>
                    <a:pt x="959511" y="630754"/>
                  </a:lnTo>
                  <a:lnTo>
                    <a:pt x="914118" y="663158"/>
                  </a:lnTo>
                  <a:lnTo>
                    <a:pt x="868675" y="696597"/>
                  </a:lnTo>
                  <a:lnTo>
                    <a:pt x="823185" y="731088"/>
                  </a:lnTo>
                  <a:lnTo>
                    <a:pt x="777651" y="766644"/>
                  </a:lnTo>
                  <a:lnTo>
                    <a:pt x="732077" y="803282"/>
                  </a:lnTo>
                  <a:lnTo>
                    <a:pt x="686465" y="841016"/>
                  </a:lnTo>
                  <a:lnTo>
                    <a:pt x="640819" y="879861"/>
                  </a:lnTo>
                  <a:lnTo>
                    <a:pt x="595142" y="919833"/>
                  </a:lnTo>
                  <a:lnTo>
                    <a:pt x="549438" y="960945"/>
                  </a:lnTo>
                  <a:lnTo>
                    <a:pt x="503709" y="1003213"/>
                  </a:lnTo>
                  <a:lnTo>
                    <a:pt x="457959" y="1046653"/>
                  </a:lnTo>
                  <a:lnTo>
                    <a:pt x="412191" y="1091278"/>
                  </a:lnTo>
                  <a:lnTo>
                    <a:pt x="366408" y="1137105"/>
                  </a:lnTo>
                  <a:lnTo>
                    <a:pt x="320613" y="1184148"/>
                  </a:lnTo>
                  <a:lnTo>
                    <a:pt x="274810" y="1232422"/>
                  </a:lnTo>
                  <a:lnTo>
                    <a:pt x="229002" y="1281942"/>
                  </a:lnTo>
                  <a:lnTo>
                    <a:pt x="183193" y="1332723"/>
                  </a:lnTo>
                  <a:lnTo>
                    <a:pt x="137384" y="1384780"/>
                  </a:lnTo>
                  <a:lnTo>
                    <a:pt x="91580" y="1438128"/>
                  </a:lnTo>
                  <a:lnTo>
                    <a:pt x="45784" y="1492782"/>
                  </a:lnTo>
                  <a:lnTo>
                    <a:pt x="0" y="1548757"/>
                  </a:lnTo>
                </a:path>
              </a:pathLst>
            </a:custGeom>
            <a:noFill/>
            <a:ln cap="flat" cmpd="sng" w="31750">
              <a:solidFill>
                <a:srgbClr val="EC7C3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2676397" y="3125299"/>
              <a:ext cx="4974590" cy="1760220"/>
            </a:xfrm>
            <a:custGeom>
              <a:rect b="b" l="l" r="r" t="t"/>
              <a:pathLst>
                <a:path extrusionOk="0" h="1760220" w="4974590">
                  <a:moveTo>
                    <a:pt x="4974208" y="109390"/>
                  </a:moveTo>
                  <a:lnTo>
                    <a:pt x="4908838" y="102936"/>
                  </a:lnTo>
                  <a:lnTo>
                    <a:pt x="4842459" y="96102"/>
                  </a:lnTo>
                  <a:lnTo>
                    <a:pt x="4775091" y="88968"/>
                  </a:lnTo>
                  <a:lnTo>
                    <a:pt x="4706755" y="81616"/>
                  </a:lnTo>
                  <a:lnTo>
                    <a:pt x="4672231" y="77883"/>
                  </a:lnTo>
                  <a:lnTo>
                    <a:pt x="4637471" y="74126"/>
                  </a:lnTo>
                  <a:lnTo>
                    <a:pt x="4567259" y="66579"/>
                  </a:lnTo>
                  <a:lnTo>
                    <a:pt x="4496139" y="59056"/>
                  </a:lnTo>
                  <a:lnTo>
                    <a:pt x="4424131" y="51638"/>
                  </a:lnTo>
                  <a:lnTo>
                    <a:pt x="4351255" y="44406"/>
                  </a:lnTo>
                  <a:lnTo>
                    <a:pt x="4277531" y="37440"/>
                  </a:lnTo>
                  <a:lnTo>
                    <a:pt x="4202980" y="30821"/>
                  </a:lnTo>
                  <a:lnTo>
                    <a:pt x="4127621" y="24630"/>
                  </a:lnTo>
                  <a:lnTo>
                    <a:pt x="4051475" y="18948"/>
                  </a:lnTo>
                  <a:lnTo>
                    <a:pt x="4013113" y="16323"/>
                  </a:lnTo>
                  <a:lnTo>
                    <a:pt x="3974561" y="13855"/>
                  </a:lnTo>
                  <a:lnTo>
                    <a:pt x="3935823" y="11555"/>
                  </a:lnTo>
                  <a:lnTo>
                    <a:pt x="3896901" y="9433"/>
                  </a:lnTo>
                  <a:lnTo>
                    <a:pt x="3857796" y="7499"/>
                  </a:lnTo>
                  <a:lnTo>
                    <a:pt x="3818513" y="5763"/>
                  </a:lnTo>
                  <a:lnTo>
                    <a:pt x="3779053" y="4235"/>
                  </a:lnTo>
                  <a:lnTo>
                    <a:pt x="3739418" y="2924"/>
                  </a:lnTo>
                  <a:lnTo>
                    <a:pt x="3699612" y="1843"/>
                  </a:lnTo>
                  <a:lnTo>
                    <a:pt x="3659637" y="999"/>
                  </a:lnTo>
                  <a:lnTo>
                    <a:pt x="3619494" y="404"/>
                  </a:lnTo>
                  <a:lnTo>
                    <a:pt x="3579188" y="67"/>
                  </a:lnTo>
                  <a:lnTo>
                    <a:pt x="3538720" y="0"/>
                  </a:lnTo>
                  <a:lnTo>
                    <a:pt x="3498093" y="210"/>
                  </a:lnTo>
                  <a:lnTo>
                    <a:pt x="3457309" y="710"/>
                  </a:lnTo>
                  <a:lnTo>
                    <a:pt x="3416371" y="1509"/>
                  </a:lnTo>
                  <a:lnTo>
                    <a:pt x="3375282" y="2617"/>
                  </a:lnTo>
                  <a:lnTo>
                    <a:pt x="3334043" y="4044"/>
                  </a:lnTo>
                  <a:lnTo>
                    <a:pt x="3292658" y="5800"/>
                  </a:lnTo>
                  <a:lnTo>
                    <a:pt x="3251129" y="7896"/>
                  </a:lnTo>
                  <a:lnTo>
                    <a:pt x="3209458" y="10341"/>
                  </a:lnTo>
                  <a:lnTo>
                    <a:pt x="3167648" y="13145"/>
                  </a:lnTo>
                  <a:lnTo>
                    <a:pt x="3125701" y="16320"/>
                  </a:lnTo>
                  <a:lnTo>
                    <a:pt x="3083621" y="19874"/>
                  </a:lnTo>
                  <a:lnTo>
                    <a:pt x="3041409" y="23818"/>
                  </a:lnTo>
                  <a:lnTo>
                    <a:pt x="2999068" y="28162"/>
                  </a:lnTo>
                  <a:lnTo>
                    <a:pt x="2956600" y="32916"/>
                  </a:lnTo>
                  <a:lnTo>
                    <a:pt x="2914009" y="38091"/>
                  </a:lnTo>
                  <a:lnTo>
                    <a:pt x="2871296" y="43695"/>
                  </a:lnTo>
                  <a:lnTo>
                    <a:pt x="2828464" y="49740"/>
                  </a:lnTo>
                  <a:lnTo>
                    <a:pt x="2785515" y="56236"/>
                  </a:lnTo>
                  <a:lnTo>
                    <a:pt x="2742453" y="63192"/>
                  </a:lnTo>
                  <a:lnTo>
                    <a:pt x="2699279" y="70619"/>
                  </a:lnTo>
                  <a:lnTo>
                    <a:pt x="2655997" y="78527"/>
                  </a:lnTo>
                  <a:lnTo>
                    <a:pt x="2612608" y="86926"/>
                  </a:lnTo>
                  <a:lnTo>
                    <a:pt x="2569115" y="95825"/>
                  </a:lnTo>
                  <a:lnTo>
                    <a:pt x="2525521" y="105236"/>
                  </a:lnTo>
                  <a:lnTo>
                    <a:pt x="2481828" y="115168"/>
                  </a:lnTo>
                  <a:lnTo>
                    <a:pt x="2438038" y="125632"/>
                  </a:lnTo>
                  <a:lnTo>
                    <a:pt x="2394155" y="136637"/>
                  </a:lnTo>
                  <a:lnTo>
                    <a:pt x="2350180" y="148193"/>
                  </a:lnTo>
                  <a:lnTo>
                    <a:pt x="2306117" y="160311"/>
                  </a:lnTo>
                  <a:lnTo>
                    <a:pt x="2261967" y="173001"/>
                  </a:lnTo>
                  <a:lnTo>
                    <a:pt x="2217734" y="186273"/>
                  </a:lnTo>
                  <a:lnTo>
                    <a:pt x="2173419" y="200136"/>
                  </a:lnTo>
                  <a:lnTo>
                    <a:pt x="2129026" y="214602"/>
                  </a:lnTo>
                  <a:lnTo>
                    <a:pt x="2084556" y="229680"/>
                  </a:lnTo>
                  <a:lnTo>
                    <a:pt x="2040013" y="245380"/>
                  </a:lnTo>
                  <a:lnTo>
                    <a:pt x="1995398" y="261712"/>
                  </a:lnTo>
                  <a:lnTo>
                    <a:pt x="1950715" y="278687"/>
                  </a:lnTo>
                  <a:lnTo>
                    <a:pt x="1905965" y="296315"/>
                  </a:lnTo>
                  <a:lnTo>
                    <a:pt x="1861152" y="314605"/>
                  </a:lnTo>
                  <a:lnTo>
                    <a:pt x="1816278" y="333568"/>
                  </a:lnTo>
                  <a:lnTo>
                    <a:pt x="1771345" y="353214"/>
                  </a:lnTo>
                  <a:lnTo>
                    <a:pt x="1726356" y="373553"/>
                  </a:lnTo>
                  <a:lnTo>
                    <a:pt x="1681313" y="394595"/>
                  </a:lnTo>
                  <a:lnTo>
                    <a:pt x="1636219" y="416350"/>
                  </a:lnTo>
                  <a:lnTo>
                    <a:pt x="1591076" y="438829"/>
                  </a:lnTo>
                  <a:lnTo>
                    <a:pt x="1545888" y="462041"/>
                  </a:lnTo>
                  <a:lnTo>
                    <a:pt x="1500656" y="485996"/>
                  </a:lnTo>
                  <a:lnTo>
                    <a:pt x="1455383" y="510705"/>
                  </a:lnTo>
                  <a:lnTo>
                    <a:pt x="1410071" y="536178"/>
                  </a:lnTo>
                  <a:lnTo>
                    <a:pt x="1364723" y="562424"/>
                  </a:lnTo>
                  <a:lnTo>
                    <a:pt x="1319342" y="589455"/>
                  </a:lnTo>
                  <a:lnTo>
                    <a:pt x="1273930" y="617279"/>
                  </a:lnTo>
                  <a:lnTo>
                    <a:pt x="1228489" y="645908"/>
                  </a:lnTo>
                  <a:lnTo>
                    <a:pt x="1183022" y="675350"/>
                  </a:lnTo>
                  <a:lnTo>
                    <a:pt x="1137532" y="705617"/>
                  </a:lnTo>
                  <a:lnTo>
                    <a:pt x="1092021" y="736719"/>
                  </a:lnTo>
                  <a:lnTo>
                    <a:pt x="1046491" y="768665"/>
                  </a:lnTo>
                  <a:lnTo>
                    <a:pt x="1000946" y="801466"/>
                  </a:lnTo>
                  <a:lnTo>
                    <a:pt x="955387" y="835131"/>
                  </a:lnTo>
                  <a:lnTo>
                    <a:pt x="909817" y="869672"/>
                  </a:lnTo>
                  <a:lnTo>
                    <a:pt x="864239" y="905097"/>
                  </a:lnTo>
                  <a:lnTo>
                    <a:pt x="818655" y="941417"/>
                  </a:lnTo>
                  <a:lnTo>
                    <a:pt x="773067" y="978643"/>
                  </a:lnTo>
                  <a:lnTo>
                    <a:pt x="727479" y="1016784"/>
                  </a:lnTo>
                  <a:lnTo>
                    <a:pt x="681892" y="1055850"/>
                  </a:lnTo>
                  <a:lnTo>
                    <a:pt x="636309" y="1095851"/>
                  </a:lnTo>
                  <a:lnTo>
                    <a:pt x="590734" y="1136798"/>
                  </a:lnTo>
                  <a:lnTo>
                    <a:pt x="545167" y="1178701"/>
                  </a:lnTo>
                  <a:lnTo>
                    <a:pt x="499612" y="1221570"/>
                  </a:lnTo>
                  <a:lnTo>
                    <a:pt x="454071" y="1265414"/>
                  </a:lnTo>
                  <a:lnTo>
                    <a:pt x="408547" y="1310245"/>
                  </a:lnTo>
                  <a:lnTo>
                    <a:pt x="363043" y="1356071"/>
                  </a:lnTo>
                  <a:lnTo>
                    <a:pt x="317560" y="1402904"/>
                  </a:lnTo>
                  <a:lnTo>
                    <a:pt x="272101" y="1450753"/>
                  </a:lnTo>
                  <a:lnTo>
                    <a:pt x="226669" y="1499628"/>
                  </a:lnTo>
                  <a:lnTo>
                    <a:pt x="181267" y="1549540"/>
                  </a:lnTo>
                  <a:lnTo>
                    <a:pt x="135896" y="1600499"/>
                  </a:lnTo>
                  <a:lnTo>
                    <a:pt x="90559" y="1652514"/>
                  </a:lnTo>
                  <a:lnTo>
                    <a:pt x="45260" y="1705596"/>
                  </a:lnTo>
                  <a:lnTo>
                    <a:pt x="0" y="1759755"/>
                  </a:lnTo>
                </a:path>
              </a:pathLst>
            </a:custGeom>
            <a:noFill/>
            <a:ln cap="flat" cmpd="sng" w="31750">
              <a:solidFill>
                <a:srgbClr val="4471C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4" name="Google Shape;204;p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78636" y="44679"/>
              <a:ext cx="2134475" cy="5510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5" name="Google Shape;205;p4"/>
          <p:cNvSpPr txBox="1"/>
          <p:nvPr/>
        </p:nvSpPr>
        <p:spPr>
          <a:xfrm>
            <a:off x="10837750" y="62937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5"/>
          <p:cNvGrpSpPr/>
          <p:nvPr/>
        </p:nvGrpSpPr>
        <p:grpSpPr>
          <a:xfrm>
            <a:off x="1828800" y="315679"/>
            <a:ext cx="8814816" cy="6067045"/>
            <a:chOff x="329184" y="356615"/>
            <a:chExt cx="8814816" cy="6067045"/>
          </a:xfrm>
        </p:grpSpPr>
        <p:pic>
          <p:nvPicPr>
            <p:cNvPr id="211" name="Google Shape;211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5666" y="1608640"/>
              <a:ext cx="1294031" cy="791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" name="Google Shape;212;p5"/>
            <p:cNvSpPr/>
            <p:nvPr/>
          </p:nvSpPr>
          <p:spPr>
            <a:xfrm>
              <a:off x="388619" y="1650491"/>
              <a:ext cx="1280160" cy="2540"/>
            </a:xfrm>
            <a:custGeom>
              <a:rect b="b" l="l" r="r" t="t"/>
              <a:pathLst>
                <a:path extrusionOk="0" h="2539" w="1280160">
                  <a:moveTo>
                    <a:pt x="1280160" y="215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E7E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5"/>
            <p:cNvSpPr/>
            <p:nvPr/>
          </p:nvSpPr>
          <p:spPr>
            <a:xfrm>
              <a:off x="658368" y="1655063"/>
              <a:ext cx="896619" cy="210820"/>
            </a:xfrm>
            <a:custGeom>
              <a:rect b="b" l="l" r="r" t="t"/>
              <a:pathLst>
                <a:path extrusionOk="0" h="210819" w="896619">
                  <a:moveTo>
                    <a:pt x="896112" y="0"/>
                  </a:moveTo>
                  <a:lnTo>
                    <a:pt x="0" y="0"/>
                  </a:lnTo>
                  <a:lnTo>
                    <a:pt x="131444" y="210312"/>
                  </a:lnTo>
                  <a:lnTo>
                    <a:pt x="764666" y="210312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5"/>
            <p:cNvSpPr/>
            <p:nvPr/>
          </p:nvSpPr>
          <p:spPr>
            <a:xfrm>
              <a:off x="475488" y="1353312"/>
              <a:ext cx="988060" cy="512445"/>
            </a:xfrm>
            <a:custGeom>
              <a:rect b="b" l="l" r="r" t="t"/>
              <a:pathLst>
                <a:path extrusionOk="0" h="512444" w="988060">
                  <a:moveTo>
                    <a:pt x="663702" y="0"/>
                  </a:moveTo>
                  <a:lnTo>
                    <a:pt x="0" y="0"/>
                  </a:lnTo>
                  <a:lnTo>
                    <a:pt x="323850" y="512063"/>
                  </a:lnTo>
                  <a:lnTo>
                    <a:pt x="987552" y="512063"/>
                  </a:lnTo>
                  <a:lnTo>
                    <a:pt x="663702" y="0"/>
                  </a:lnTo>
                  <a:close/>
                </a:path>
              </a:pathLst>
            </a:custGeom>
            <a:solidFill>
              <a:srgbClr val="9437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5" name="Google Shape;215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6344" y="1481327"/>
              <a:ext cx="5042915" cy="23454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2920" y="1572768"/>
              <a:ext cx="4919472" cy="22219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8912" y="1325879"/>
              <a:ext cx="864108" cy="15681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Google Shape;218;p5"/>
            <p:cNvSpPr/>
            <p:nvPr/>
          </p:nvSpPr>
          <p:spPr>
            <a:xfrm>
              <a:off x="475488" y="1362455"/>
              <a:ext cx="741045" cy="1445260"/>
            </a:xfrm>
            <a:custGeom>
              <a:rect b="b" l="l" r="r" t="t"/>
              <a:pathLst>
                <a:path extrusionOk="0" h="1445260" w="741044">
                  <a:moveTo>
                    <a:pt x="740664" y="0"/>
                  </a:moveTo>
                  <a:lnTo>
                    <a:pt x="0" y="0"/>
                  </a:lnTo>
                  <a:lnTo>
                    <a:pt x="0" y="1444752"/>
                  </a:lnTo>
                  <a:lnTo>
                    <a:pt x="740664" y="1039241"/>
                  </a:lnTo>
                  <a:lnTo>
                    <a:pt x="740664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9" name="Google Shape;219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94960" y="356615"/>
              <a:ext cx="3749040" cy="48554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5666" y="4141528"/>
              <a:ext cx="1294031" cy="791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p5"/>
            <p:cNvSpPr/>
            <p:nvPr/>
          </p:nvSpPr>
          <p:spPr>
            <a:xfrm>
              <a:off x="388619" y="4183380"/>
              <a:ext cx="1280160" cy="2540"/>
            </a:xfrm>
            <a:custGeom>
              <a:rect b="b" l="l" r="r" t="t"/>
              <a:pathLst>
                <a:path extrusionOk="0" h="2539" w="1280160">
                  <a:moveTo>
                    <a:pt x="1280160" y="215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E7E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658368" y="4187951"/>
              <a:ext cx="896619" cy="201295"/>
            </a:xfrm>
            <a:custGeom>
              <a:rect b="b" l="l" r="r" t="t"/>
              <a:pathLst>
                <a:path extrusionOk="0" h="201295" w="896619">
                  <a:moveTo>
                    <a:pt x="896112" y="0"/>
                  </a:moveTo>
                  <a:lnTo>
                    <a:pt x="0" y="0"/>
                  </a:lnTo>
                  <a:lnTo>
                    <a:pt x="125729" y="201168"/>
                  </a:lnTo>
                  <a:lnTo>
                    <a:pt x="770382" y="201168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4AACC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475488" y="3886200"/>
              <a:ext cx="988060" cy="502920"/>
            </a:xfrm>
            <a:custGeom>
              <a:rect b="b" l="l" r="r" t="t"/>
              <a:pathLst>
                <a:path extrusionOk="0" h="502920" w="988060">
                  <a:moveTo>
                    <a:pt x="669493" y="0"/>
                  </a:moveTo>
                  <a:lnTo>
                    <a:pt x="0" y="0"/>
                  </a:lnTo>
                  <a:lnTo>
                    <a:pt x="318058" y="502919"/>
                  </a:lnTo>
                  <a:lnTo>
                    <a:pt x="987552" y="502919"/>
                  </a:lnTo>
                  <a:lnTo>
                    <a:pt x="669493" y="0"/>
                  </a:lnTo>
                  <a:close/>
                </a:path>
              </a:pathLst>
            </a:custGeom>
            <a:solidFill>
              <a:srgbClr val="3085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4" name="Google Shape;224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29184" y="4078224"/>
              <a:ext cx="5052060" cy="23454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65760" y="4169663"/>
              <a:ext cx="4928616" cy="2221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6" name="Google Shape;226;p5"/>
          <p:cNvSpPr txBox="1"/>
          <p:nvPr/>
        </p:nvSpPr>
        <p:spPr>
          <a:xfrm>
            <a:off x="2847595" y="4514151"/>
            <a:ext cx="3789679" cy="1100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Pour prendre ces décisions l’entreprise se base sur une démarche.  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7" name="Google Shape;227;p5"/>
          <p:cNvGrpSpPr/>
          <p:nvPr/>
        </p:nvGrpSpPr>
        <p:grpSpPr>
          <a:xfrm>
            <a:off x="1962913" y="3849623"/>
            <a:ext cx="864108" cy="1568195"/>
            <a:chOff x="438912" y="3849623"/>
            <a:chExt cx="864108" cy="1568195"/>
          </a:xfrm>
        </p:grpSpPr>
        <p:pic>
          <p:nvPicPr>
            <p:cNvPr id="228" name="Google Shape;228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8912" y="3849623"/>
              <a:ext cx="864108" cy="15681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5"/>
            <p:cNvSpPr/>
            <p:nvPr/>
          </p:nvSpPr>
          <p:spPr>
            <a:xfrm>
              <a:off x="475488" y="3886199"/>
              <a:ext cx="741045" cy="1445260"/>
            </a:xfrm>
            <a:custGeom>
              <a:rect b="b" l="l" r="r" t="t"/>
              <a:pathLst>
                <a:path extrusionOk="0" h="1445260" w="741044">
                  <a:moveTo>
                    <a:pt x="740664" y="0"/>
                  </a:moveTo>
                  <a:lnTo>
                    <a:pt x="0" y="0"/>
                  </a:lnTo>
                  <a:lnTo>
                    <a:pt x="0" y="1444752"/>
                  </a:lnTo>
                  <a:lnTo>
                    <a:pt x="740664" y="1039241"/>
                  </a:lnTo>
                  <a:lnTo>
                    <a:pt x="740664" y="0"/>
                  </a:lnTo>
                  <a:close/>
                </a:path>
              </a:pathLst>
            </a:custGeom>
            <a:solidFill>
              <a:srgbClr val="4AACC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0" name="Google Shape;230;p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03504" y="4078223"/>
              <a:ext cx="534924" cy="6720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" name="Google Shape;231;p5"/>
            <p:cNvSpPr/>
            <p:nvPr/>
          </p:nvSpPr>
          <p:spPr>
            <a:xfrm>
              <a:off x="640080" y="4114799"/>
              <a:ext cx="411480" cy="548640"/>
            </a:xfrm>
            <a:custGeom>
              <a:rect b="b" l="l" r="r" t="t"/>
              <a:pathLst>
                <a:path extrusionOk="0" h="548639" w="411480">
                  <a:moveTo>
                    <a:pt x="276682" y="454025"/>
                  </a:moveTo>
                  <a:lnTo>
                    <a:pt x="134797" y="454025"/>
                  </a:lnTo>
                  <a:lnTo>
                    <a:pt x="140114" y="459678"/>
                  </a:lnTo>
                  <a:lnTo>
                    <a:pt x="150758" y="467365"/>
                  </a:lnTo>
                  <a:lnTo>
                    <a:pt x="156083" y="472948"/>
                  </a:lnTo>
                  <a:lnTo>
                    <a:pt x="163169" y="539242"/>
                  </a:lnTo>
                  <a:lnTo>
                    <a:pt x="170268" y="548639"/>
                  </a:lnTo>
                  <a:lnTo>
                    <a:pt x="241211" y="548639"/>
                  </a:lnTo>
                  <a:lnTo>
                    <a:pt x="241211" y="539242"/>
                  </a:lnTo>
                  <a:lnTo>
                    <a:pt x="245426" y="523561"/>
                  </a:lnTo>
                  <a:lnTo>
                    <a:pt x="251189" y="488628"/>
                  </a:lnTo>
                  <a:lnTo>
                    <a:pt x="255397" y="472948"/>
                  </a:lnTo>
                  <a:lnTo>
                    <a:pt x="260721" y="467365"/>
                  </a:lnTo>
                  <a:lnTo>
                    <a:pt x="271365" y="459678"/>
                  </a:lnTo>
                  <a:lnTo>
                    <a:pt x="276682" y="454025"/>
                  </a:lnTo>
                  <a:close/>
                </a:path>
                <a:path extrusionOk="0" h="548639" w="411480">
                  <a:moveTo>
                    <a:pt x="99326" y="47243"/>
                  </a:moveTo>
                  <a:lnTo>
                    <a:pt x="92227" y="47243"/>
                  </a:lnTo>
                  <a:lnTo>
                    <a:pt x="78372" y="54792"/>
                  </a:lnTo>
                  <a:lnTo>
                    <a:pt x="61191" y="72104"/>
                  </a:lnTo>
                  <a:lnTo>
                    <a:pt x="45339" y="91178"/>
                  </a:lnTo>
                  <a:lnTo>
                    <a:pt x="35471" y="104012"/>
                  </a:lnTo>
                  <a:lnTo>
                    <a:pt x="35471" y="122936"/>
                  </a:lnTo>
                  <a:lnTo>
                    <a:pt x="44892" y="136981"/>
                  </a:lnTo>
                  <a:lnTo>
                    <a:pt x="52320" y="150145"/>
                  </a:lnTo>
                  <a:lnTo>
                    <a:pt x="58420" y="161547"/>
                  </a:lnTo>
                  <a:lnTo>
                    <a:pt x="63855" y="170306"/>
                  </a:lnTo>
                  <a:lnTo>
                    <a:pt x="62746" y="182864"/>
                  </a:lnTo>
                  <a:lnTo>
                    <a:pt x="60305" y="192754"/>
                  </a:lnTo>
                  <a:lnTo>
                    <a:pt x="57865" y="200882"/>
                  </a:lnTo>
                  <a:lnTo>
                    <a:pt x="56756" y="208152"/>
                  </a:lnTo>
                  <a:lnTo>
                    <a:pt x="7099" y="217550"/>
                  </a:lnTo>
                  <a:lnTo>
                    <a:pt x="0" y="217550"/>
                  </a:lnTo>
                  <a:lnTo>
                    <a:pt x="0" y="321563"/>
                  </a:lnTo>
                  <a:lnTo>
                    <a:pt x="7099" y="321563"/>
                  </a:lnTo>
                  <a:lnTo>
                    <a:pt x="56756" y="331088"/>
                  </a:lnTo>
                  <a:lnTo>
                    <a:pt x="57865" y="343646"/>
                  </a:lnTo>
                  <a:lnTo>
                    <a:pt x="60305" y="353536"/>
                  </a:lnTo>
                  <a:lnTo>
                    <a:pt x="62746" y="361664"/>
                  </a:lnTo>
                  <a:lnTo>
                    <a:pt x="63855" y="368935"/>
                  </a:lnTo>
                  <a:lnTo>
                    <a:pt x="58420" y="381638"/>
                  </a:lnTo>
                  <a:lnTo>
                    <a:pt x="52320" y="392556"/>
                  </a:lnTo>
                  <a:lnTo>
                    <a:pt x="44892" y="403475"/>
                  </a:lnTo>
                  <a:lnTo>
                    <a:pt x="35471" y="416179"/>
                  </a:lnTo>
                  <a:lnTo>
                    <a:pt x="35471" y="435101"/>
                  </a:lnTo>
                  <a:lnTo>
                    <a:pt x="47219" y="449294"/>
                  </a:lnTo>
                  <a:lnTo>
                    <a:pt x="73379" y="477678"/>
                  </a:lnTo>
                  <a:lnTo>
                    <a:pt x="85128" y="491870"/>
                  </a:lnTo>
                  <a:lnTo>
                    <a:pt x="85128" y="501395"/>
                  </a:lnTo>
                  <a:lnTo>
                    <a:pt x="92227" y="501395"/>
                  </a:lnTo>
                  <a:lnTo>
                    <a:pt x="99326" y="491870"/>
                  </a:lnTo>
                  <a:lnTo>
                    <a:pt x="134797" y="454025"/>
                  </a:lnTo>
                  <a:lnTo>
                    <a:pt x="362914" y="454025"/>
                  </a:lnTo>
                  <a:lnTo>
                    <a:pt x="366267" y="449294"/>
                  </a:lnTo>
                  <a:lnTo>
                    <a:pt x="376008" y="435101"/>
                  </a:lnTo>
                  <a:lnTo>
                    <a:pt x="376008" y="416179"/>
                  </a:lnTo>
                  <a:lnTo>
                    <a:pt x="366587" y="403475"/>
                  </a:lnTo>
                  <a:lnTo>
                    <a:pt x="359159" y="392556"/>
                  </a:lnTo>
                  <a:lnTo>
                    <a:pt x="353059" y="381638"/>
                  </a:lnTo>
                  <a:lnTo>
                    <a:pt x="347624" y="368935"/>
                  </a:lnTo>
                  <a:lnTo>
                    <a:pt x="348733" y="361664"/>
                  </a:lnTo>
                  <a:lnTo>
                    <a:pt x="349410" y="359410"/>
                  </a:lnTo>
                  <a:lnTo>
                    <a:pt x="205739" y="359410"/>
                  </a:lnTo>
                  <a:lnTo>
                    <a:pt x="179690" y="352758"/>
                  </a:lnTo>
                  <a:lnTo>
                    <a:pt x="156967" y="334581"/>
                  </a:lnTo>
                  <a:lnTo>
                    <a:pt x="140894" y="307546"/>
                  </a:lnTo>
                  <a:lnTo>
                    <a:pt x="134797" y="274319"/>
                  </a:lnTo>
                  <a:lnTo>
                    <a:pt x="140894" y="235586"/>
                  </a:lnTo>
                  <a:lnTo>
                    <a:pt x="156967" y="205724"/>
                  </a:lnTo>
                  <a:lnTo>
                    <a:pt x="179690" y="186505"/>
                  </a:lnTo>
                  <a:lnTo>
                    <a:pt x="205739" y="179705"/>
                  </a:lnTo>
                  <a:lnTo>
                    <a:pt x="344434" y="179705"/>
                  </a:lnTo>
                  <a:lnTo>
                    <a:pt x="340537" y="170306"/>
                  </a:lnTo>
                  <a:lnTo>
                    <a:pt x="349959" y="161547"/>
                  </a:lnTo>
                  <a:lnTo>
                    <a:pt x="357385" y="150145"/>
                  </a:lnTo>
                  <a:lnTo>
                    <a:pt x="363481" y="136981"/>
                  </a:lnTo>
                  <a:lnTo>
                    <a:pt x="368909" y="122936"/>
                  </a:lnTo>
                  <a:lnTo>
                    <a:pt x="376008" y="122936"/>
                  </a:lnTo>
                  <a:lnTo>
                    <a:pt x="376008" y="113537"/>
                  </a:lnTo>
                  <a:lnTo>
                    <a:pt x="368909" y="113537"/>
                  </a:lnTo>
                  <a:lnTo>
                    <a:pt x="361265" y="93839"/>
                  </a:lnTo>
                  <a:lnTo>
                    <a:pt x="355624" y="85089"/>
                  </a:lnTo>
                  <a:lnTo>
                    <a:pt x="134797" y="85089"/>
                  </a:lnTo>
                  <a:lnTo>
                    <a:pt x="99326" y="47243"/>
                  </a:lnTo>
                  <a:close/>
                </a:path>
                <a:path extrusionOk="0" h="548639" w="411480">
                  <a:moveTo>
                    <a:pt x="362914" y="454025"/>
                  </a:moveTo>
                  <a:lnTo>
                    <a:pt x="276682" y="454025"/>
                  </a:lnTo>
                  <a:lnTo>
                    <a:pt x="312153" y="491870"/>
                  </a:lnTo>
                  <a:lnTo>
                    <a:pt x="319252" y="501395"/>
                  </a:lnTo>
                  <a:lnTo>
                    <a:pt x="333107" y="492377"/>
                  </a:lnTo>
                  <a:lnTo>
                    <a:pt x="350288" y="471820"/>
                  </a:lnTo>
                  <a:lnTo>
                    <a:pt x="362914" y="454025"/>
                  </a:lnTo>
                  <a:close/>
                </a:path>
                <a:path extrusionOk="0" h="548639" w="411480">
                  <a:moveTo>
                    <a:pt x="344434" y="179705"/>
                  </a:moveTo>
                  <a:lnTo>
                    <a:pt x="205739" y="179705"/>
                  </a:lnTo>
                  <a:lnTo>
                    <a:pt x="231789" y="186505"/>
                  </a:lnTo>
                  <a:lnTo>
                    <a:pt x="254512" y="205724"/>
                  </a:lnTo>
                  <a:lnTo>
                    <a:pt x="270585" y="235586"/>
                  </a:lnTo>
                  <a:lnTo>
                    <a:pt x="276682" y="274319"/>
                  </a:lnTo>
                  <a:lnTo>
                    <a:pt x="270585" y="307546"/>
                  </a:lnTo>
                  <a:lnTo>
                    <a:pt x="254512" y="334581"/>
                  </a:lnTo>
                  <a:lnTo>
                    <a:pt x="231789" y="352758"/>
                  </a:lnTo>
                  <a:lnTo>
                    <a:pt x="205739" y="359410"/>
                  </a:lnTo>
                  <a:lnTo>
                    <a:pt x="349410" y="359410"/>
                  </a:lnTo>
                  <a:lnTo>
                    <a:pt x="351174" y="353536"/>
                  </a:lnTo>
                  <a:lnTo>
                    <a:pt x="353614" y="343646"/>
                  </a:lnTo>
                  <a:lnTo>
                    <a:pt x="354723" y="331088"/>
                  </a:lnTo>
                  <a:lnTo>
                    <a:pt x="404380" y="321563"/>
                  </a:lnTo>
                  <a:lnTo>
                    <a:pt x="411480" y="321563"/>
                  </a:lnTo>
                  <a:lnTo>
                    <a:pt x="411480" y="217550"/>
                  </a:lnTo>
                  <a:lnTo>
                    <a:pt x="404380" y="217550"/>
                  </a:lnTo>
                  <a:lnTo>
                    <a:pt x="354723" y="208152"/>
                  </a:lnTo>
                  <a:lnTo>
                    <a:pt x="353503" y="200882"/>
                  </a:lnTo>
                  <a:lnTo>
                    <a:pt x="350288" y="192754"/>
                  </a:lnTo>
                  <a:lnTo>
                    <a:pt x="345744" y="182864"/>
                  </a:lnTo>
                  <a:lnTo>
                    <a:pt x="344434" y="179705"/>
                  </a:lnTo>
                  <a:close/>
                </a:path>
                <a:path extrusionOk="0" h="548639" w="411480">
                  <a:moveTo>
                    <a:pt x="262496" y="75692"/>
                  </a:moveTo>
                  <a:lnTo>
                    <a:pt x="148983" y="75692"/>
                  </a:lnTo>
                  <a:lnTo>
                    <a:pt x="141884" y="85089"/>
                  </a:lnTo>
                  <a:lnTo>
                    <a:pt x="269595" y="85089"/>
                  </a:lnTo>
                  <a:lnTo>
                    <a:pt x="262496" y="75692"/>
                  </a:lnTo>
                  <a:close/>
                </a:path>
                <a:path extrusionOk="0" h="548639" w="411480">
                  <a:moveTo>
                    <a:pt x="326351" y="47243"/>
                  </a:moveTo>
                  <a:lnTo>
                    <a:pt x="312153" y="47243"/>
                  </a:lnTo>
                  <a:lnTo>
                    <a:pt x="276682" y="85089"/>
                  </a:lnTo>
                  <a:lnTo>
                    <a:pt x="355624" y="85089"/>
                  </a:lnTo>
                  <a:lnTo>
                    <a:pt x="350292" y="76819"/>
                  </a:lnTo>
                  <a:lnTo>
                    <a:pt x="326351" y="47243"/>
                  </a:lnTo>
                  <a:close/>
                </a:path>
                <a:path extrusionOk="0" h="548639" w="411480">
                  <a:moveTo>
                    <a:pt x="241211" y="0"/>
                  </a:moveTo>
                  <a:lnTo>
                    <a:pt x="163169" y="0"/>
                  </a:lnTo>
                  <a:lnTo>
                    <a:pt x="163169" y="9398"/>
                  </a:lnTo>
                  <a:lnTo>
                    <a:pt x="162062" y="23739"/>
                  </a:lnTo>
                  <a:lnTo>
                    <a:pt x="159626" y="38973"/>
                  </a:lnTo>
                  <a:lnTo>
                    <a:pt x="157190" y="55993"/>
                  </a:lnTo>
                  <a:lnTo>
                    <a:pt x="156083" y="75692"/>
                  </a:lnTo>
                  <a:lnTo>
                    <a:pt x="255397" y="75692"/>
                  </a:lnTo>
                  <a:lnTo>
                    <a:pt x="241211" y="9398"/>
                  </a:lnTo>
                  <a:lnTo>
                    <a:pt x="2412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5"/>
          <p:cNvSpPr txBox="1"/>
          <p:nvPr>
            <p:ph type="title"/>
          </p:nvPr>
        </p:nvSpPr>
        <p:spPr>
          <a:xfrm>
            <a:off x="2798444" y="1971547"/>
            <a:ext cx="4104640" cy="1102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5080" rtl="0" algn="just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350">
                <a:solidFill>
                  <a:srgbClr val="001F5F"/>
                </a:solidFill>
              </a:rPr>
              <a:t>Ces décisions visent l’augmentation de l’efficacité et l’efficience de l’entreprise. </a:t>
            </a:r>
            <a:endParaRPr sz="2350"/>
          </a:p>
        </p:txBody>
      </p:sp>
      <p:grpSp>
        <p:nvGrpSpPr>
          <p:cNvPr id="233" name="Google Shape;233;p5"/>
          <p:cNvGrpSpPr/>
          <p:nvPr/>
        </p:nvGrpSpPr>
        <p:grpSpPr>
          <a:xfrm>
            <a:off x="1702636" y="44679"/>
            <a:ext cx="7472351" cy="4840840"/>
            <a:chOff x="178636" y="44679"/>
            <a:chExt cx="7472351" cy="4840840"/>
          </a:xfrm>
        </p:grpSpPr>
        <p:pic>
          <p:nvPicPr>
            <p:cNvPr id="234" name="Google Shape;234;p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40079" y="1700784"/>
              <a:ext cx="425195" cy="6720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5"/>
            <p:cNvSpPr/>
            <p:nvPr/>
          </p:nvSpPr>
          <p:spPr>
            <a:xfrm>
              <a:off x="676656" y="1737359"/>
              <a:ext cx="302260" cy="548640"/>
            </a:xfrm>
            <a:custGeom>
              <a:rect b="b" l="l" r="r" t="t"/>
              <a:pathLst>
                <a:path extrusionOk="0" h="548639" w="302259">
                  <a:moveTo>
                    <a:pt x="201168" y="164592"/>
                  </a:moveTo>
                  <a:lnTo>
                    <a:pt x="118872" y="164592"/>
                  </a:lnTo>
                  <a:lnTo>
                    <a:pt x="138366" y="196596"/>
                  </a:lnTo>
                  <a:lnTo>
                    <a:pt x="160020" y="228600"/>
                  </a:lnTo>
                  <a:lnTo>
                    <a:pt x="181673" y="196596"/>
                  </a:lnTo>
                  <a:lnTo>
                    <a:pt x="201168" y="164592"/>
                  </a:lnTo>
                  <a:close/>
                </a:path>
                <a:path extrusionOk="0" h="548639" w="302259">
                  <a:moveTo>
                    <a:pt x="301752" y="0"/>
                  </a:moveTo>
                  <a:lnTo>
                    <a:pt x="258648" y="0"/>
                  </a:lnTo>
                  <a:lnTo>
                    <a:pt x="258648" y="52070"/>
                  </a:lnTo>
                  <a:lnTo>
                    <a:pt x="254990" y="107937"/>
                  </a:lnTo>
                  <a:lnTo>
                    <a:pt x="242925" y="158457"/>
                  </a:lnTo>
                  <a:lnTo>
                    <a:pt x="220751" y="198323"/>
                  </a:lnTo>
                  <a:lnTo>
                    <a:pt x="186804" y="222250"/>
                  </a:lnTo>
                  <a:lnTo>
                    <a:pt x="176022" y="227076"/>
                  </a:lnTo>
                  <a:lnTo>
                    <a:pt x="176022" y="326390"/>
                  </a:lnTo>
                  <a:lnTo>
                    <a:pt x="186804" y="326390"/>
                  </a:lnTo>
                  <a:lnTo>
                    <a:pt x="220751" y="351002"/>
                  </a:lnTo>
                  <a:lnTo>
                    <a:pt x="242925" y="392010"/>
                  </a:lnTo>
                  <a:lnTo>
                    <a:pt x="254990" y="442747"/>
                  </a:lnTo>
                  <a:lnTo>
                    <a:pt x="258648" y="496570"/>
                  </a:lnTo>
                  <a:lnTo>
                    <a:pt x="240677" y="496570"/>
                  </a:lnTo>
                  <a:lnTo>
                    <a:pt x="201168" y="439801"/>
                  </a:lnTo>
                  <a:lnTo>
                    <a:pt x="154470" y="364236"/>
                  </a:lnTo>
                  <a:lnTo>
                    <a:pt x="107772" y="439801"/>
                  </a:lnTo>
                  <a:lnTo>
                    <a:pt x="71843" y="496570"/>
                  </a:lnTo>
                  <a:lnTo>
                    <a:pt x="46697" y="496570"/>
                  </a:lnTo>
                  <a:lnTo>
                    <a:pt x="51917" y="442747"/>
                  </a:lnTo>
                  <a:lnTo>
                    <a:pt x="64198" y="392010"/>
                  </a:lnTo>
                  <a:lnTo>
                    <a:pt x="86601" y="351002"/>
                  </a:lnTo>
                  <a:lnTo>
                    <a:pt x="122135" y="326390"/>
                  </a:lnTo>
                  <a:lnTo>
                    <a:pt x="129324" y="326390"/>
                  </a:lnTo>
                  <a:lnTo>
                    <a:pt x="129324" y="227076"/>
                  </a:lnTo>
                  <a:lnTo>
                    <a:pt x="86601" y="198323"/>
                  </a:lnTo>
                  <a:lnTo>
                    <a:pt x="64198" y="158457"/>
                  </a:lnTo>
                  <a:lnTo>
                    <a:pt x="51917" y="107937"/>
                  </a:lnTo>
                  <a:lnTo>
                    <a:pt x="46697" y="52070"/>
                  </a:lnTo>
                  <a:lnTo>
                    <a:pt x="258648" y="52070"/>
                  </a:lnTo>
                  <a:lnTo>
                    <a:pt x="258648" y="0"/>
                  </a:lnTo>
                  <a:lnTo>
                    <a:pt x="0" y="0"/>
                  </a:lnTo>
                  <a:lnTo>
                    <a:pt x="0" y="52070"/>
                  </a:lnTo>
                  <a:lnTo>
                    <a:pt x="25146" y="52070"/>
                  </a:lnTo>
                  <a:lnTo>
                    <a:pt x="30289" y="110363"/>
                  </a:lnTo>
                  <a:lnTo>
                    <a:pt x="41287" y="159816"/>
                  </a:lnTo>
                  <a:lnTo>
                    <a:pt x="57988" y="199529"/>
                  </a:lnTo>
                  <a:lnTo>
                    <a:pt x="80200" y="228561"/>
                  </a:lnTo>
                  <a:lnTo>
                    <a:pt x="107772" y="245999"/>
                  </a:lnTo>
                  <a:lnTo>
                    <a:pt x="107772" y="302641"/>
                  </a:lnTo>
                  <a:lnTo>
                    <a:pt x="60807" y="351218"/>
                  </a:lnTo>
                  <a:lnTo>
                    <a:pt x="44653" y="390220"/>
                  </a:lnTo>
                  <a:lnTo>
                    <a:pt x="33845" y="438746"/>
                  </a:lnTo>
                  <a:lnTo>
                    <a:pt x="28740" y="496570"/>
                  </a:lnTo>
                  <a:lnTo>
                    <a:pt x="0" y="496570"/>
                  </a:lnTo>
                  <a:lnTo>
                    <a:pt x="0" y="548640"/>
                  </a:lnTo>
                  <a:lnTo>
                    <a:pt x="301752" y="548640"/>
                  </a:lnTo>
                  <a:lnTo>
                    <a:pt x="301752" y="496570"/>
                  </a:lnTo>
                  <a:lnTo>
                    <a:pt x="280200" y="496570"/>
                  </a:lnTo>
                  <a:lnTo>
                    <a:pt x="275043" y="438746"/>
                  </a:lnTo>
                  <a:lnTo>
                    <a:pt x="264045" y="390220"/>
                  </a:lnTo>
                  <a:lnTo>
                    <a:pt x="247345" y="351218"/>
                  </a:lnTo>
                  <a:lnTo>
                    <a:pt x="225132" y="321945"/>
                  </a:lnTo>
                  <a:lnTo>
                    <a:pt x="197573" y="302641"/>
                  </a:lnTo>
                  <a:lnTo>
                    <a:pt x="197573" y="245999"/>
                  </a:lnTo>
                  <a:lnTo>
                    <a:pt x="247345" y="199529"/>
                  </a:lnTo>
                  <a:lnTo>
                    <a:pt x="264045" y="159816"/>
                  </a:lnTo>
                  <a:lnTo>
                    <a:pt x="275043" y="110363"/>
                  </a:lnTo>
                  <a:lnTo>
                    <a:pt x="280200" y="52070"/>
                  </a:lnTo>
                  <a:lnTo>
                    <a:pt x="301752" y="52070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5"/>
            <p:cNvSpPr/>
            <p:nvPr/>
          </p:nvSpPr>
          <p:spPr>
            <a:xfrm>
              <a:off x="2805684" y="776358"/>
              <a:ext cx="4048760" cy="1548765"/>
            </a:xfrm>
            <a:custGeom>
              <a:rect b="b" l="l" r="r" t="t"/>
              <a:pathLst>
                <a:path extrusionOk="0" h="1548764" w="4048759">
                  <a:moveTo>
                    <a:pt x="4048506" y="61460"/>
                  </a:moveTo>
                  <a:lnTo>
                    <a:pt x="3984551" y="56641"/>
                  </a:lnTo>
                  <a:lnTo>
                    <a:pt x="3919414" y="51408"/>
                  </a:lnTo>
                  <a:lnTo>
                    <a:pt x="3853120" y="45882"/>
                  </a:lnTo>
                  <a:lnTo>
                    <a:pt x="3785696" y="40181"/>
                  </a:lnTo>
                  <a:lnTo>
                    <a:pt x="3751568" y="37303"/>
                  </a:lnTo>
                  <a:lnTo>
                    <a:pt x="3682496" y="31567"/>
                  </a:lnTo>
                  <a:lnTo>
                    <a:pt x="3612357" y="25956"/>
                  </a:lnTo>
                  <a:lnTo>
                    <a:pt x="3541179" y="20591"/>
                  </a:lnTo>
                  <a:lnTo>
                    <a:pt x="3468985" y="15592"/>
                  </a:lnTo>
                  <a:lnTo>
                    <a:pt x="3395804" y="11079"/>
                  </a:lnTo>
                  <a:lnTo>
                    <a:pt x="3321659" y="7172"/>
                  </a:lnTo>
                  <a:lnTo>
                    <a:pt x="3246577" y="3991"/>
                  </a:lnTo>
                  <a:lnTo>
                    <a:pt x="3170584" y="1655"/>
                  </a:lnTo>
                  <a:lnTo>
                    <a:pt x="3132254" y="842"/>
                  </a:lnTo>
                  <a:lnTo>
                    <a:pt x="3093705" y="285"/>
                  </a:lnTo>
                  <a:lnTo>
                    <a:pt x="3054942" y="0"/>
                  </a:lnTo>
                  <a:lnTo>
                    <a:pt x="3015967" y="0"/>
                  </a:lnTo>
                  <a:lnTo>
                    <a:pt x="2976784" y="303"/>
                  </a:lnTo>
                  <a:lnTo>
                    <a:pt x="2937395" y="922"/>
                  </a:lnTo>
                  <a:lnTo>
                    <a:pt x="2897804" y="1872"/>
                  </a:lnTo>
                  <a:lnTo>
                    <a:pt x="2858015" y="3168"/>
                  </a:lnTo>
                  <a:lnTo>
                    <a:pt x="2818030" y="4826"/>
                  </a:lnTo>
                  <a:lnTo>
                    <a:pt x="2777853" y="6861"/>
                  </a:lnTo>
                  <a:lnTo>
                    <a:pt x="2737487" y="9286"/>
                  </a:lnTo>
                  <a:lnTo>
                    <a:pt x="2696935" y="12118"/>
                  </a:lnTo>
                  <a:lnTo>
                    <a:pt x="2656200" y="15372"/>
                  </a:lnTo>
                  <a:lnTo>
                    <a:pt x="2615286" y="19061"/>
                  </a:lnTo>
                  <a:lnTo>
                    <a:pt x="2574196" y="23202"/>
                  </a:lnTo>
                  <a:lnTo>
                    <a:pt x="2532932" y="27810"/>
                  </a:lnTo>
                  <a:lnTo>
                    <a:pt x="2491500" y="32898"/>
                  </a:lnTo>
                  <a:lnTo>
                    <a:pt x="2449900" y="38483"/>
                  </a:lnTo>
                  <a:lnTo>
                    <a:pt x="2408138" y="44580"/>
                  </a:lnTo>
                  <a:lnTo>
                    <a:pt x="2366215" y="51203"/>
                  </a:lnTo>
                  <a:lnTo>
                    <a:pt x="2324135" y="58367"/>
                  </a:lnTo>
                  <a:lnTo>
                    <a:pt x="2281902" y="66087"/>
                  </a:lnTo>
                  <a:lnTo>
                    <a:pt x="2239519" y="74379"/>
                  </a:lnTo>
                  <a:lnTo>
                    <a:pt x="2196988" y="83256"/>
                  </a:lnTo>
                  <a:lnTo>
                    <a:pt x="2154314" y="92736"/>
                  </a:lnTo>
                  <a:lnTo>
                    <a:pt x="2111499" y="102831"/>
                  </a:lnTo>
                  <a:lnTo>
                    <a:pt x="2068546" y="113558"/>
                  </a:lnTo>
                  <a:lnTo>
                    <a:pt x="2025460" y="124931"/>
                  </a:lnTo>
                  <a:lnTo>
                    <a:pt x="1982242" y="136965"/>
                  </a:lnTo>
                  <a:lnTo>
                    <a:pt x="1938897" y="149676"/>
                  </a:lnTo>
                  <a:lnTo>
                    <a:pt x="1895427" y="163078"/>
                  </a:lnTo>
                  <a:lnTo>
                    <a:pt x="1851836" y="177186"/>
                  </a:lnTo>
                  <a:lnTo>
                    <a:pt x="1808126" y="192015"/>
                  </a:lnTo>
                  <a:lnTo>
                    <a:pt x="1764302" y="207581"/>
                  </a:lnTo>
                  <a:lnTo>
                    <a:pt x="1720366" y="223898"/>
                  </a:lnTo>
                  <a:lnTo>
                    <a:pt x="1676322" y="240981"/>
                  </a:lnTo>
                  <a:lnTo>
                    <a:pt x="1632173" y="258845"/>
                  </a:lnTo>
                  <a:lnTo>
                    <a:pt x="1587922" y="277506"/>
                  </a:lnTo>
                  <a:lnTo>
                    <a:pt x="1543572" y="296978"/>
                  </a:lnTo>
                  <a:lnTo>
                    <a:pt x="1499127" y="317276"/>
                  </a:lnTo>
                  <a:lnTo>
                    <a:pt x="1454589" y="338415"/>
                  </a:lnTo>
                  <a:lnTo>
                    <a:pt x="1409962" y="360410"/>
                  </a:lnTo>
                  <a:lnTo>
                    <a:pt x="1365250" y="383277"/>
                  </a:lnTo>
                  <a:lnTo>
                    <a:pt x="1320455" y="407030"/>
                  </a:lnTo>
                  <a:lnTo>
                    <a:pt x="1275581" y="431684"/>
                  </a:lnTo>
                  <a:lnTo>
                    <a:pt x="1230630" y="457254"/>
                  </a:lnTo>
                  <a:lnTo>
                    <a:pt x="1185607" y="483755"/>
                  </a:lnTo>
                  <a:lnTo>
                    <a:pt x="1140514" y="511203"/>
                  </a:lnTo>
                  <a:lnTo>
                    <a:pt x="1095355" y="539611"/>
                  </a:lnTo>
                  <a:lnTo>
                    <a:pt x="1050133" y="568996"/>
                  </a:lnTo>
                  <a:lnTo>
                    <a:pt x="1004850" y="599372"/>
                  </a:lnTo>
                  <a:lnTo>
                    <a:pt x="959511" y="630754"/>
                  </a:lnTo>
                  <a:lnTo>
                    <a:pt x="914118" y="663158"/>
                  </a:lnTo>
                  <a:lnTo>
                    <a:pt x="868675" y="696597"/>
                  </a:lnTo>
                  <a:lnTo>
                    <a:pt x="823185" y="731088"/>
                  </a:lnTo>
                  <a:lnTo>
                    <a:pt x="777651" y="766644"/>
                  </a:lnTo>
                  <a:lnTo>
                    <a:pt x="732077" y="803282"/>
                  </a:lnTo>
                  <a:lnTo>
                    <a:pt x="686465" y="841016"/>
                  </a:lnTo>
                  <a:lnTo>
                    <a:pt x="640819" y="879861"/>
                  </a:lnTo>
                  <a:lnTo>
                    <a:pt x="595142" y="919833"/>
                  </a:lnTo>
                  <a:lnTo>
                    <a:pt x="549438" y="960945"/>
                  </a:lnTo>
                  <a:lnTo>
                    <a:pt x="503709" y="1003213"/>
                  </a:lnTo>
                  <a:lnTo>
                    <a:pt x="457959" y="1046653"/>
                  </a:lnTo>
                  <a:lnTo>
                    <a:pt x="412191" y="1091278"/>
                  </a:lnTo>
                  <a:lnTo>
                    <a:pt x="366408" y="1137105"/>
                  </a:lnTo>
                  <a:lnTo>
                    <a:pt x="320613" y="1184148"/>
                  </a:lnTo>
                  <a:lnTo>
                    <a:pt x="274810" y="1232422"/>
                  </a:lnTo>
                  <a:lnTo>
                    <a:pt x="229002" y="1281942"/>
                  </a:lnTo>
                  <a:lnTo>
                    <a:pt x="183193" y="1332723"/>
                  </a:lnTo>
                  <a:lnTo>
                    <a:pt x="137384" y="1384780"/>
                  </a:lnTo>
                  <a:lnTo>
                    <a:pt x="91580" y="1438128"/>
                  </a:lnTo>
                  <a:lnTo>
                    <a:pt x="45784" y="1492782"/>
                  </a:lnTo>
                  <a:lnTo>
                    <a:pt x="0" y="1548757"/>
                  </a:lnTo>
                </a:path>
              </a:pathLst>
            </a:custGeom>
            <a:noFill/>
            <a:ln cap="flat" cmpd="sng" w="31750">
              <a:solidFill>
                <a:srgbClr val="EC7C3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5"/>
            <p:cNvSpPr/>
            <p:nvPr/>
          </p:nvSpPr>
          <p:spPr>
            <a:xfrm>
              <a:off x="2676397" y="3125299"/>
              <a:ext cx="4974590" cy="1760220"/>
            </a:xfrm>
            <a:custGeom>
              <a:rect b="b" l="l" r="r" t="t"/>
              <a:pathLst>
                <a:path extrusionOk="0" h="1760220" w="4974590">
                  <a:moveTo>
                    <a:pt x="4974208" y="109390"/>
                  </a:moveTo>
                  <a:lnTo>
                    <a:pt x="4908838" y="102936"/>
                  </a:lnTo>
                  <a:lnTo>
                    <a:pt x="4842459" y="96102"/>
                  </a:lnTo>
                  <a:lnTo>
                    <a:pt x="4775091" y="88968"/>
                  </a:lnTo>
                  <a:lnTo>
                    <a:pt x="4706755" y="81616"/>
                  </a:lnTo>
                  <a:lnTo>
                    <a:pt x="4672231" y="77883"/>
                  </a:lnTo>
                  <a:lnTo>
                    <a:pt x="4637471" y="74126"/>
                  </a:lnTo>
                  <a:lnTo>
                    <a:pt x="4567259" y="66579"/>
                  </a:lnTo>
                  <a:lnTo>
                    <a:pt x="4496139" y="59056"/>
                  </a:lnTo>
                  <a:lnTo>
                    <a:pt x="4424131" y="51638"/>
                  </a:lnTo>
                  <a:lnTo>
                    <a:pt x="4351255" y="44406"/>
                  </a:lnTo>
                  <a:lnTo>
                    <a:pt x="4277531" y="37440"/>
                  </a:lnTo>
                  <a:lnTo>
                    <a:pt x="4202980" y="30821"/>
                  </a:lnTo>
                  <a:lnTo>
                    <a:pt x="4127621" y="24630"/>
                  </a:lnTo>
                  <a:lnTo>
                    <a:pt x="4051475" y="18948"/>
                  </a:lnTo>
                  <a:lnTo>
                    <a:pt x="4013113" y="16323"/>
                  </a:lnTo>
                  <a:lnTo>
                    <a:pt x="3974561" y="13855"/>
                  </a:lnTo>
                  <a:lnTo>
                    <a:pt x="3935823" y="11555"/>
                  </a:lnTo>
                  <a:lnTo>
                    <a:pt x="3896901" y="9433"/>
                  </a:lnTo>
                  <a:lnTo>
                    <a:pt x="3857796" y="7499"/>
                  </a:lnTo>
                  <a:lnTo>
                    <a:pt x="3818513" y="5763"/>
                  </a:lnTo>
                  <a:lnTo>
                    <a:pt x="3779053" y="4235"/>
                  </a:lnTo>
                  <a:lnTo>
                    <a:pt x="3739418" y="2924"/>
                  </a:lnTo>
                  <a:lnTo>
                    <a:pt x="3699612" y="1843"/>
                  </a:lnTo>
                  <a:lnTo>
                    <a:pt x="3659637" y="999"/>
                  </a:lnTo>
                  <a:lnTo>
                    <a:pt x="3619494" y="404"/>
                  </a:lnTo>
                  <a:lnTo>
                    <a:pt x="3579188" y="67"/>
                  </a:lnTo>
                  <a:lnTo>
                    <a:pt x="3538720" y="0"/>
                  </a:lnTo>
                  <a:lnTo>
                    <a:pt x="3498093" y="210"/>
                  </a:lnTo>
                  <a:lnTo>
                    <a:pt x="3457309" y="710"/>
                  </a:lnTo>
                  <a:lnTo>
                    <a:pt x="3416371" y="1509"/>
                  </a:lnTo>
                  <a:lnTo>
                    <a:pt x="3375282" y="2617"/>
                  </a:lnTo>
                  <a:lnTo>
                    <a:pt x="3334043" y="4044"/>
                  </a:lnTo>
                  <a:lnTo>
                    <a:pt x="3292658" y="5800"/>
                  </a:lnTo>
                  <a:lnTo>
                    <a:pt x="3251129" y="7896"/>
                  </a:lnTo>
                  <a:lnTo>
                    <a:pt x="3209458" y="10341"/>
                  </a:lnTo>
                  <a:lnTo>
                    <a:pt x="3167648" y="13145"/>
                  </a:lnTo>
                  <a:lnTo>
                    <a:pt x="3125701" y="16320"/>
                  </a:lnTo>
                  <a:lnTo>
                    <a:pt x="3083621" y="19874"/>
                  </a:lnTo>
                  <a:lnTo>
                    <a:pt x="3041409" y="23818"/>
                  </a:lnTo>
                  <a:lnTo>
                    <a:pt x="2999068" y="28162"/>
                  </a:lnTo>
                  <a:lnTo>
                    <a:pt x="2956600" y="32916"/>
                  </a:lnTo>
                  <a:lnTo>
                    <a:pt x="2914009" y="38091"/>
                  </a:lnTo>
                  <a:lnTo>
                    <a:pt x="2871296" y="43695"/>
                  </a:lnTo>
                  <a:lnTo>
                    <a:pt x="2828464" y="49740"/>
                  </a:lnTo>
                  <a:lnTo>
                    <a:pt x="2785515" y="56236"/>
                  </a:lnTo>
                  <a:lnTo>
                    <a:pt x="2742453" y="63192"/>
                  </a:lnTo>
                  <a:lnTo>
                    <a:pt x="2699279" y="70619"/>
                  </a:lnTo>
                  <a:lnTo>
                    <a:pt x="2655997" y="78527"/>
                  </a:lnTo>
                  <a:lnTo>
                    <a:pt x="2612608" y="86926"/>
                  </a:lnTo>
                  <a:lnTo>
                    <a:pt x="2569115" y="95825"/>
                  </a:lnTo>
                  <a:lnTo>
                    <a:pt x="2525521" y="105236"/>
                  </a:lnTo>
                  <a:lnTo>
                    <a:pt x="2481828" y="115168"/>
                  </a:lnTo>
                  <a:lnTo>
                    <a:pt x="2438038" y="125632"/>
                  </a:lnTo>
                  <a:lnTo>
                    <a:pt x="2394155" y="136637"/>
                  </a:lnTo>
                  <a:lnTo>
                    <a:pt x="2350180" y="148193"/>
                  </a:lnTo>
                  <a:lnTo>
                    <a:pt x="2306117" y="160311"/>
                  </a:lnTo>
                  <a:lnTo>
                    <a:pt x="2261967" y="173001"/>
                  </a:lnTo>
                  <a:lnTo>
                    <a:pt x="2217734" y="186273"/>
                  </a:lnTo>
                  <a:lnTo>
                    <a:pt x="2173419" y="200136"/>
                  </a:lnTo>
                  <a:lnTo>
                    <a:pt x="2129026" y="214602"/>
                  </a:lnTo>
                  <a:lnTo>
                    <a:pt x="2084556" y="229680"/>
                  </a:lnTo>
                  <a:lnTo>
                    <a:pt x="2040013" y="245380"/>
                  </a:lnTo>
                  <a:lnTo>
                    <a:pt x="1995398" y="261712"/>
                  </a:lnTo>
                  <a:lnTo>
                    <a:pt x="1950715" y="278687"/>
                  </a:lnTo>
                  <a:lnTo>
                    <a:pt x="1905965" y="296315"/>
                  </a:lnTo>
                  <a:lnTo>
                    <a:pt x="1861152" y="314605"/>
                  </a:lnTo>
                  <a:lnTo>
                    <a:pt x="1816278" y="333568"/>
                  </a:lnTo>
                  <a:lnTo>
                    <a:pt x="1771345" y="353214"/>
                  </a:lnTo>
                  <a:lnTo>
                    <a:pt x="1726356" y="373553"/>
                  </a:lnTo>
                  <a:lnTo>
                    <a:pt x="1681313" y="394595"/>
                  </a:lnTo>
                  <a:lnTo>
                    <a:pt x="1636219" y="416350"/>
                  </a:lnTo>
                  <a:lnTo>
                    <a:pt x="1591076" y="438829"/>
                  </a:lnTo>
                  <a:lnTo>
                    <a:pt x="1545888" y="462041"/>
                  </a:lnTo>
                  <a:lnTo>
                    <a:pt x="1500656" y="485996"/>
                  </a:lnTo>
                  <a:lnTo>
                    <a:pt x="1455383" y="510705"/>
                  </a:lnTo>
                  <a:lnTo>
                    <a:pt x="1410071" y="536178"/>
                  </a:lnTo>
                  <a:lnTo>
                    <a:pt x="1364723" y="562424"/>
                  </a:lnTo>
                  <a:lnTo>
                    <a:pt x="1319342" y="589455"/>
                  </a:lnTo>
                  <a:lnTo>
                    <a:pt x="1273930" y="617279"/>
                  </a:lnTo>
                  <a:lnTo>
                    <a:pt x="1228489" y="645908"/>
                  </a:lnTo>
                  <a:lnTo>
                    <a:pt x="1183022" y="675350"/>
                  </a:lnTo>
                  <a:lnTo>
                    <a:pt x="1137532" y="705617"/>
                  </a:lnTo>
                  <a:lnTo>
                    <a:pt x="1092021" y="736719"/>
                  </a:lnTo>
                  <a:lnTo>
                    <a:pt x="1046491" y="768665"/>
                  </a:lnTo>
                  <a:lnTo>
                    <a:pt x="1000946" y="801466"/>
                  </a:lnTo>
                  <a:lnTo>
                    <a:pt x="955387" y="835131"/>
                  </a:lnTo>
                  <a:lnTo>
                    <a:pt x="909817" y="869672"/>
                  </a:lnTo>
                  <a:lnTo>
                    <a:pt x="864239" y="905097"/>
                  </a:lnTo>
                  <a:lnTo>
                    <a:pt x="818655" y="941417"/>
                  </a:lnTo>
                  <a:lnTo>
                    <a:pt x="773067" y="978643"/>
                  </a:lnTo>
                  <a:lnTo>
                    <a:pt x="727479" y="1016784"/>
                  </a:lnTo>
                  <a:lnTo>
                    <a:pt x="681892" y="1055850"/>
                  </a:lnTo>
                  <a:lnTo>
                    <a:pt x="636309" y="1095851"/>
                  </a:lnTo>
                  <a:lnTo>
                    <a:pt x="590734" y="1136798"/>
                  </a:lnTo>
                  <a:lnTo>
                    <a:pt x="545167" y="1178701"/>
                  </a:lnTo>
                  <a:lnTo>
                    <a:pt x="499612" y="1221570"/>
                  </a:lnTo>
                  <a:lnTo>
                    <a:pt x="454071" y="1265414"/>
                  </a:lnTo>
                  <a:lnTo>
                    <a:pt x="408547" y="1310245"/>
                  </a:lnTo>
                  <a:lnTo>
                    <a:pt x="363043" y="1356071"/>
                  </a:lnTo>
                  <a:lnTo>
                    <a:pt x="317560" y="1402904"/>
                  </a:lnTo>
                  <a:lnTo>
                    <a:pt x="272101" y="1450753"/>
                  </a:lnTo>
                  <a:lnTo>
                    <a:pt x="226669" y="1499628"/>
                  </a:lnTo>
                  <a:lnTo>
                    <a:pt x="181267" y="1549540"/>
                  </a:lnTo>
                  <a:lnTo>
                    <a:pt x="135896" y="1600499"/>
                  </a:lnTo>
                  <a:lnTo>
                    <a:pt x="90559" y="1652514"/>
                  </a:lnTo>
                  <a:lnTo>
                    <a:pt x="45260" y="1705596"/>
                  </a:lnTo>
                  <a:lnTo>
                    <a:pt x="0" y="1759755"/>
                  </a:lnTo>
                </a:path>
              </a:pathLst>
            </a:custGeom>
            <a:noFill/>
            <a:ln cap="flat" cmpd="sng" w="31750">
              <a:solidFill>
                <a:srgbClr val="4471C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8" name="Google Shape;238;p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78636" y="44679"/>
              <a:ext cx="2134475" cy="5510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9" name="Google Shape;239;p5"/>
          <p:cNvSpPr txBox="1"/>
          <p:nvPr/>
        </p:nvSpPr>
        <p:spPr>
          <a:xfrm>
            <a:off x="10837750" y="62937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"/>
          <p:cNvSpPr/>
          <p:nvPr/>
        </p:nvSpPr>
        <p:spPr>
          <a:xfrm>
            <a:off x="246888" y="439038"/>
            <a:ext cx="448309" cy="512445"/>
          </a:xfrm>
          <a:custGeom>
            <a:rect b="b" l="l" r="r" t="t"/>
            <a:pathLst>
              <a:path extrusionOk="0" h="512444" w="448309">
                <a:moveTo>
                  <a:pt x="0" y="0"/>
                </a:moveTo>
                <a:lnTo>
                  <a:pt x="0" y="512190"/>
                </a:lnTo>
                <a:lnTo>
                  <a:pt x="448056" y="25603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 txBox="1"/>
          <p:nvPr>
            <p:ph type="title"/>
          </p:nvPr>
        </p:nvSpPr>
        <p:spPr>
          <a:xfrm>
            <a:off x="1112647" y="447293"/>
            <a:ext cx="327723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350"/>
              <a:t>Les objectifs de la séance:</a:t>
            </a:r>
            <a:endParaRPr sz="2350"/>
          </a:p>
        </p:txBody>
      </p:sp>
      <p:pic>
        <p:nvPicPr>
          <p:cNvPr id="246" name="Google Shape;2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9679" y="156349"/>
            <a:ext cx="1166505" cy="4538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p6"/>
          <p:cNvGrpSpPr/>
          <p:nvPr/>
        </p:nvGrpSpPr>
        <p:grpSpPr>
          <a:xfrm>
            <a:off x="2734001" y="1562480"/>
            <a:ext cx="6314056" cy="4178300"/>
            <a:chOff x="2734001" y="1562480"/>
            <a:chExt cx="6314056" cy="4178300"/>
          </a:xfrm>
        </p:grpSpPr>
        <p:pic>
          <p:nvPicPr>
            <p:cNvPr id="248" name="Google Shape;248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24296" y="2999116"/>
              <a:ext cx="1723761" cy="20987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6"/>
            <p:cNvSpPr/>
            <p:nvPr/>
          </p:nvSpPr>
          <p:spPr>
            <a:xfrm>
              <a:off x="7397115" y="3058159"/>
              <a:ext cx="1639570" cy="2025650"/>
            </a:xfrm>
            <a:custGeom>
              <a:rect b="b" l="l" r="r" t="t"/>
              <a:pathLst>
                <a:path extrusionOk="0" h="2025650" w="1639570">
                  <a:moveTo>
                    <a:pt x="727836" y="0"/>
                  </a:moveTo>
                  <a:lnTo>
                    <a:pt x="758606" y="35257"/>
                  </a:lnTo>
                  <a:lnTo>
                    <a:pt x="783798" y="73542"/>
                  </a:lnTo>
                  <a:lnTo>
                    <a:pt x="803429" y="114311"/>
                  </a:lnTo>
                  <a:lnTo>
                    <a:pt x="817514" y="157020"/>
                  </a:lnTo>
                  <a:lnTo>
                    <a:pt x="826069" y="201128"/>
                  </a:lnTo>
                  <a:lnTo>
                    <a:pt x="829109" y="246089"/>
                  </a:lnTo>
                  <a:lnTo>
                    <a:pt x="826650" y="291361"/>
                  </a:lnTo>
                  <a:lnTo>
                    <a:pt x="818706" y="336401"/>
                  </a:lnTo>
                  <a:lnTo>
                    <a:pt x="805294" y="380665"/>
                  </a:lnTo>
                  <a:lnTo>
                    <a:pt x="786429" y="423610"/>
                  </a:lnTo>
                  <a:lnTo>
                    <a:pt x="762126" y="464692"/>
                  </a:lnTo>
                  <a:lnTo>
                    <a:pt x="719835" y="515747"/>
                  </a:lnTo>
                  <a:lnTo>
                    <a:pt x="288670" y="942975"/>
                  </a:lnTo>
                  <a:lnTo>
                    <a:pt x="0" y="652652"/>
                  </a:lnTo>
                  <a:lnTo>
                    <a:pt x="133730" y="1885314"/>
                  </a:lnTo>
                  <a:lnTo>
                    <a:pt x="237235" y="1903095"/>
                  </a:lnTo>
                  <a:lnTo>
                    <a:pt x="1365250" y="2025522"/>
                  </a:lnTo>
                  <a:lnTo>
                    <a:pt x="1068451" y="1727072"/>
                  </a:lnTo>
                  <a:lnTo>
                    <a:pt x="1551939" y="1265301"/>
                  </a:lnTo>
                  <a:lnTo>
                    <a:pt x="1568323" y="1246377"/>
                  </a:lnTo>
                  <a:lnTo>
                    <a:pt x="1570227" y="1244853"/>
                  </a:lnTo>
                  <a:lnTo>
                    <a:pt x="1579822" y="1234620"/>
                  </a:lnTo>
                  <a:lnTo>
                    <a:pt x="1588785" y="1223756"/>
                  </a:lnTo>
                  <a:lnTo>
                    <a:pt x="1597106" y="1212296"/>
                  </a:lnTo>
                  <a:lnTo>
                    <a:pt x="1604771" y="1200277"/>
                  </a:lnTo>
                  <a:lnTo>
                    <a:pt x="1614804" y="1177035"/>
                  </a:lnTo>
                  <a:lnTo>
                    <a:pt x="1619377" y="1172464"/>
                  </a:lnTo>
                  <a:lnTo>
                    <a:pt x="1617599" y="1170558"/>
                  </a:lnTo>
                  <a:lnTo>
                    <a:pt x="1627885" y="1146683"/>
                  </a:lnTo>
                  <a:lnTo>
                    <a:pt x="1634938" y="1116947"/>
                  </a:lnTo>
                  <a:lnTo>
                    <a:pt x="1638680" y="1085389"/>
                  </a:lnTo>
                  <a:lnTo>
                    <a:pt x="1638994" y="1052189"/>
                  </a:lnTo>
                  <a:lnTo>
                    <a:pt x="1635759" y="1017523"/>
                  </a:lnTo>
                  <a:lnTo>
                    <a:pt x="1624812" y="966349"/>
                  </a:lnTo>
                  <a:lnTo>
                    <a:pt x="1607105" y="916483"/>
                  </a:lnTo>
                  <a:lnTo>
                    <a:pt x="1583245" y="868537"/>
                  </a:lnTo>
                  <a:lnTo>
                    <a:pt x="1553840" y="823119"/>
                  </a:lnTo>
                  <a:lnTo>
                    <a:pt x="1519496" y="780842"/>
                  </a:lnTo>
                  <a:lnTo>
                    <a:pt x="1480819" y="742314"/>
                  </a:lnTo>
                  <a:lnTo>
                    <a:pt x="1454023" y="720344"/>
                  </a:lnTo>
                  <a:lnTo>
                    <a:pt x="1219327" y="491616"/>
                  </a:lnTo>
                  <a:lnTo>
                    <a:pt x="727836" y="0"/>
                  </a:lnTo>
                  <a:close/>
                </a:path>
              </a:pathLst>
            </a:custGeom>
            <a:solidFill>
              <a:srgbClr val="85C4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6"/>
            <p:cNvSpPr/>
            <p:nvPr/>
          </p:nvSpPr>
          <p:spPr>
            <a:xfrm>
              <a:off x="7397115" y="3058159"/>
              <a:ext cx="1639570" cy="2025650"/>
            </a:xfrm>
            <a:custGeom>
              <a:rect b="b" l="l" r="r" t="t"/>
              <a:pathLst>
                <a:path extrusionOk="0" h="2025650" w="1639570">
                  <a:moveTo>
                    <a:pt x="1635759" y="1017523"/>
                  </a:moveTo>
                  <a:lnTo>
                    <a:pt x="1638994" y="1052189"/>
                  </a:lnTo>
                  <a:lnTo>
                    <a:pt x="1638680" y="1085389"/>
                  </a:lnTo>
                  <a:lnTo>
                    <a:pt x="1634938" y="1116947"/>
                  </a:lnTo>
                  <a:lnTo>
                    <a:pt x="1627885" y="1146683"/>
                  </a:lnTo>
                  <a:lnTo>
                    <a:pt x="1617599" y="1170558"/>
                  </a:lnTo>
                  <a:lnTo>
                    <a:pt x="1619377" y="1172464"/>
                  </a:lnTo>
                  <a:lnTo>
                    <a:pt x="1614804" y="1177035"/>
                  </a:lnTo>
                  <a:lnTo>
                    <a:pt x="1604771" y="1200277"/>
                  </a:lnTo>
                  <a:lnTo>
                    <a:pt x="1597106" y="1212296"/>
                  </a:lnTo>
                  <a:lnTo>
                    <a:pt x="1588785" y="1223756"/>
                  </a:lnTo>
                  <a:lnTo>
                    <a:pt x="1579822" y="1234620"/>
                  </a:lnTo>
                  <a:lnTo>
                    <a:pt x="1570227" y="1244853"/>
                  </a:lnTo>
                  <a:lnTo>
                    <a:pt x="1568323" y="1246377"/>
                  </a:lnTo>
                  <a:lnTo>
                    <a:pt x="1551939" y="1265301"/>
                  </a:lnTo>
                  <a:lnTo>
                    <a:pt x="1068451" y="1727072"/>
                  </a:lnTo>
                  <a:lnTo>
                    <a:pt x="1365250" y="2025522"/>
                  </a:lnTo>
                  <a:lnTo>
                    <a:pt x="237235" y="1903095"/>
                  </a:lnTo>
                  <a:lnTo>
                    <a:pt x="133730" y="1885314"/>
                  </a:lnTo>
                  <a:lnTo>
                    <a:pt x="0" y="652652"/>
                  </a:lnTo>
                  <a:lnTo>
                    <a:pt x="288670" y="942975"/>
                  </a:lnTo>
                  <a:lnTo>
                    <a:pt x="719835" y="515747"/>
                  </a:lnTo>
                  <a:lnTo>
                    <a:pt x="762126" y="464692"/>
                  </a:lnTo>
                  <a:lnTo>
                    <a:pt x="786429" y="423610"/>
                  </a:lnTo>
                  <a:lnTo>
                    <a:pt x="805294" y="380665"/>
                  </a:lnTo>
                  <a:lnTo>
                    <a:pt x="818706" y="336401"/>
                  </a:lnTo>
                  <a:lnTo>
                    <a:pt x="826650" y="291361"/>
                  </a:lnTo>
                  <a:lnTo>
                    <a:pt x="829109" y="246089"/>
                  </a:lnTo>
                  <a:lnTo>
                    <a:pt x="826069" y="201128"/>
                  </a:lnTo>
                  <a:lnTo>
                    <a:pt x="817514" y="157020"/>
                  </a:lnTo>
                  <a:lnTo>
                    <a:pt x="803429" y="114311"/>
                  </a:lnTo>
                  <a:lnTo>
                    <a:pt x="783798" y="73542"/>
                  </a:lnTo>
                  <a:lnTo>
                    <a:pt x="758606" y="35257"/>
                  </a:lnTo>
                  <a:lnTo>
                    <a:pt x="727836" y="0"/>
                  </a:lnTo>
                  <a:lnTo>
                    <a:pt x="1219327" y="491616"/>
                  </a:lnTo>
                  <a:lnTo>
                    <a:pt x="1454023" y="720344"/>
                  </a:lnTo>
                  <a:lnTo>
                    <a:pt x="1480819" y="742314"/>
                  </a:lnTo>
                  <a:lnTo>
                    <a:pt x="1519496" y="780842"/>
                  </a:lnTo>
                  <a:lnTo>
                    <a:pt x="1553840" y="823119"/>
                  </a:lnTo>
                  <a:lnTo>
                    <a:pt x="1583245" y="868537"/>
                  </a:lnTo>
                  <a:lnTo>
                    <a:pt x="1607105" y="916483"/>
                  </a:lnTo>
                  <a:lnTo>
                    <a:pt x="1624812" y="966349"/>
                  </a:lnTo>
                  <a:lnTo>
                    <a:pt x="1635759" y="1017523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1" name="Google Shape;251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734001" y="3428935"/>
              <a:ext cx="2208439" cy="19066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6"/>
            <p:cNvSpPr/>
            <p:nvPr/>
          </p:nvSpPr>
          <p:spPr>
            <a:xfrm>
              <a:off x="2750565" y="3499992"/>
              <a:ext cx="2136775" cy="1821814"/>
            </a:xfrm>
            <a:custGeom>
              <a:rect b="b" l="l" r="r" t="t"/>
              <a:pathLst>
                <a:path extrusionOk="0" h="1821814" w="2136775">
                  <a:moveTo>
                    <a:pt x="0" y="0"/>
                  </a:moveTo>
                  <a:lnTo>
                    <a:pt x="11556" y="102489"/>
                  </a:lnTo>
                  <a:lnTo>
                    <a:pt x="213106" y="1242187"/>
                  </a:lnTo>
                  <a:lnTo>
                    <a:pt x="437388" y="1019937"/>
                  </a:lnTo>
                  <a:lnTo>
                    <a:pt x="1059180" y="1658493"/>
                  </a:lnTo>
                  <a:lnTo>
                    <a:pt x="1083691" y="1680972"/>
                  </a:lnTo>
                  <a:lnTo>
                    <a:pt x="1085849" y="1683512"/>
                  </a:lnTo>
                  <a:lnTo>
                    <a:pt x="1099323" y="1696509"/>
                  </a:lnTo>
                  <a:lnTo>
                    <a:pt x="1113250" y="1709007"/>
                  </a:lnTo>
                  <a:lnTo>
                    <a:pt x="1127605" y="1720980"/>
                  </a:lnTo>
                  <a:lnTo>
                    <a:pt x="1142364" y="1732407"/>
                  </a:lnTo>
                  <a:lnTo>
                    <a:pt x="1169543" y="1749679"/>
                  </a:lnTo>
                  <a:lnTo>
                    <a:pt x="1175638" y="1755902"/>
                  </a:lnTo>
                  <a:lnTo>
                    <a:pt x="1177035" y="1754505"/>
                  </a:lnTo>
                  <a:lnTo>
                    <a:pt x="1204848" y="1772158"/>
                  </a:lnTo>
                  <a:lnTo>
                    <a:pt x="1237920" y="1788181"/>
                  </a:lnTo>
                  <a:lnTo>
                    <a:pt x="1271873" y="1801288"/>
                  </a:lnTo>
                  <a:lnTo>
                    <a:pt x="1306540" y="1811323"/>
                  </a:lnTo>
                  <a:lnTo>
                    <a:pt x="1341755" y="1818132"/>
                  </a:lnTo>
                  <a:lnTo>
                    <a:pt x="1401439" y="1821419"/>
                  </a:lnTo>
                  <a:lnTo>
                    <a:pt x="1456217" y="1814137"/>
                  </a:lnTo>
                  <a:lnTo>
                    <a:pt x="1505295" y="1797082"/>
                  </a:lnTo>
                  <a:lnTo>
                    <a:pt x="1547881" y="1771054"/>
                  </a:lnTo>
                  <a:lnTo>
                    <a:pt x="1583182" y="1736852"/>
                  </a:lnTo>
                  <a:lnTo>
                    <a:pt x="1598168" y="1715389"/>
                  </a:lnTo>
                  <a:lnTo>
                    <a:pt x="1767967" y="1537589"/>
                  </a:lnTo>
                  <a:lnTo>
                    <a:pt x="2136521" y="1168908"/>
                  </a:lnTo>
                  <a:lnTo>
                    <a:pt x="2108793" y="1190679"/>
                  </a:lnTo>
                  <a:lnTo>
                    <a:pt x="2076284" y="1205750"/>
                  </a:lnTo>
                  <a:lnTo>
                    <a:pt x="2039563" y="1214297"/>
                  </a:lnTo>
                  <a:lnTo>
                    <a:pt x="1999202" y="1216496"/>
                  </a:lnTo>
                  <a:lnTo>
                    <a:pt x="1955771" y="1212523"/>
                  </a:lnTo>
                  <a:lnTo>
                    <a:pt x="1909841" y="1202555"/>
                  </a:lnTo>
                  <a:lnTo>
                    <a:pt x="1861982" y="1186768"/>
                  </a:lnTo>
                  <a:lnTo>
                    <a:pt x="1812767" y="1165339"/>
                  </a:lnTo>
                  <a:lnTo>
                    <a:pt x="1762765" y="1138443"/>
                  </a:lnTo>
                  <a:lnTo>
                    <a:pt x="1712547" y="1106258"/>
                  </a:lnTo>
                  <a:lnTo>
                    <a:pt x="1662683" y="1068959"/>
                  </a:lnTo>
                  <a:lnTo>
                    <a:pt x="1597151" y="1010031"/>
                  </a:lnTo>
                  <a:lnTo>
                    <a:pt x="1026413" y="436245"/>
                  </a:lnTo>
                  <a:lnTo>
                    <a:pt x="1244599" y="2202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B8C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2750565" y="3499992"/>
              <a:ext cx="2136775" cy="1821814"/>
            </a:xfrm>
            <a:custGeom>
              <a:rect b="b" l="l" r="r" t="t"/>
              <a:pathLst>
                <a:path extrusionOk="0" h="1821814" w="2136775">
                  <a:moveTo>
                    <a:pt x="1341755" y="1818132"/>
                  </a:moveTo>
                  <a:lnTo>
                    <a:pt x="1271873" y="1801288"/>
                  </a:lnTo>
                  <a:lnTo>
                    <a:pt x="1204848" y="1772158"/>
                  </a:lnTo>
                  <a:lnTo>
                    <a:pt x="1177035" y="1754505"/>
                  </a:lnTo>
                  <a:lnTo>
                    <a:pt x="1175638" y="1755902"/>
                  </a:lnTo>
                  <a:lnTo>
                    <a:pt x="1169543" y="1749679"/>
                  </a:lnTo>
                  <a:lnTo>
                    <a:pt x="1142364" y="1732407"/>
                  </a:lnTo>
                  <a:lnTo>
                    <a:pt x="1127605" y="1720980"/>
                  </a:lnTo>
                  <a:lnTo>
                    <a:pt x="1113250" y="1709007"/>
                  </a:lnTo>
                  <a:lnTo>
                    <a:pt x="1099323" y="1696509"/>
                  </a:lnTo>
                  <a:lnTo>
                    <a:pt x="1085849" y="1683512"/>
                  </a:lnTo>
                  <a:lnTo>
                    <a:pt x="1083691" y="1680972"/>
                  </a:lnTo>
                  <a:lnTo>
                    <a:pt x="1059180" y="1658493"/>
                  </a:lnTo>
                  <a:lnTo>
                    <a:pt x="437388" y="1019937"/>
                  </a:lnTo>
                  <a:lnTo>
                    <a:pt x="213106" y="1242187"/>
                  </a:lnTo>
                  <a:lnTo>
                    <a:pt x="11556" y="102489"/>
                  </a:lnTo>
                  <a:lnTo>
                    <a:pt x="0" y="0"/>
                  </a:lnTo>
                  <a:lnTo>
                    <a:pt x="1244599" y="220218"/>
                  </a:lnTo>
                  <a:lnTo>
                    <a:pt x="1026413" y="436245"/>
                  </a:lnTo>
                  <a:lnTo>
                    <a:pt x="1597151" y="1010031"/>
                  </a:lnTo>
                  <a:lnTo>
                    <a:pt x="1662683" y="1068959"/>
                  </a:lnTo>
                  <a:lnTo>
                    <a:pt x="1712547" y="1106258"/>
                  </a:lnTo>
                  <a:lnTo>
                    <a:pt x="1762765" y="1138443"/>
                  </a:lnTo>
                  <a:lnTo>
                    <a:pt x="1812767" y="1165339"/>
                  </a:lnTo>
                  <a:lnTo>
                    <a:pt x="1861982" y="1186768"/>
                  </a:lnTo>
                  <a:lnTo>
                    <a:pt x="1909841" y="1202555"/>
                  </a:lnTo>
                  <a:lnTo>
                    <a:pt x="1955771" y="1212523"/>
                  </a:lnTo>
                  <a:lnTo>
                    <a:pt x="1999202" y="1216496"/>
                  </a:lnTo>
                  <a:lnTo>
                    <a:pt x="2039563" y="1214297"/>
                  </a:lnTo>
                  <a:lnTo>
                    <a:pt x="2076284" y="1205750"/>
                  </a:lnTo>
                  <a:lnTo>
                    <a:pt x="2108793" y="1190679"/>
                  </a:lnTo>
                  <a:lnTo>
                    <a:pt x="2136521" y="1168908"/>
                  </a:lnTo>
                  <a:lnTo>
                    <a:pt x="1767967" y="1537589"/>
                  </a:lnTo>
                  <a:lnTo>
                    <a:pt x="1598168" y="1715389"/>
                  </a:lnTo>
                  <a:lnTo>
                    <a:pt x="1583182" y="1736852"/>
                  </a:lnTo>
                  <a:lnTo>
                    <a:pt x="1547881" y="1771054"/>
                  </a:lnTo>
                  <a:lnTo>
                    <a:pt x="1505295" y="1797082"/>
                  </a:lnTo>
                  <a:lnTo>
                    <a:pt x="1456217" y="1814137"/>
                  </a:lnTo>
                  <a:lnTo>
                    <a:pt x="1401439" y="1821419"/>
                  </a:lnTo>
                  <a:lnTo>
                    <a:pt x="1341755" y="1818132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6"/>
            <p:cNvSpPr/>
            <p:nvPr/>
          </p:nvSpPr>
          <p:spPr>
            <a:xfrm>
              <a:off x="4030344" y="1562480"/>
              <a:ext cx="4159885" cy="4178300"/>
            </a:xfrm>
            <a:custGeom>
              <a:rect b="b" l="l" r="r" t="t"/>
              <a:pathLst>
                <a:path extrusionOk="0" h="4178300" w="4159884">
                  <a:moveTo>
                    <a:pt x="2347214" y="0"/>
                  </a:moveTo>
                  <a:lnTo>
                    <a:pt x="0" y="2417318"/>
                  </a:lnTo>
                  <a:lnTo>
                    <a:pt x="1812543" y="4178173"/>
                  </a:lnTo>
                  <a:lnTo>
                    <a:pt x="1947778" y="4038892"/>
                  </a:lnTo>
                  <a:lnTo>
                    <a:pt x="1830451" y="4038892"/>
                  </a:lnTo>
                  <a:lnTo>
                    <a:pt x="138683" y="2395474"/>
                  </a:lnTo>
                  <a:lnTo>
                    <a:pt x="2329306" y="139192"/>
                  </a:lnTo>
                  <a:lnTo>
                    <a:pt x="2490502" y="139192"/>
                  </a:lnTo>
                  <a:lnTo>
                    <a:pt x="2347214" y="0"/>
                  </a:lnTo>
                  <a:close/>
                </a:path>
                <a:path extrusionOk="0" h="4178300" w="4159884">
                  <a:moveTo>
                    <a:pt x="2490502" y="139192"/>
                  </a:moveTo>
                  <a:lnTo>
                    <a:pt x="2329306" y="139192"/>
                  </a:lnTo>
                  <a:lnTo>
                    <a:pt x="4021074" y="1782699"/>
                  </a:lnTo>
                  <a:lnTo>
                    <a:pt x="1830451" y="4038892"/>
                  </a:lnTo>
                  <a:lnTo>
                    <a:pt x="1947778" y="4038892"/>
                  </a:lnTo>
                  <a:lnTo>
                    <a:pt x="4159757" y="1760728"/>
                  </a:lnTo>
                  <a:lnTo>
                    <a:pt x="2490502" y="139192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6"/>
            <p:cNvSpPr/>
            <p:nvPr/>
          </p:nvSpPr>
          <p:spPr>
            <a:xfrm>
              <a:off x="4238370" y="1771395"/>
              <a:ext cx="3743960" cy="3760470"/>
            </a:xfrm>
            <a:custGeom>
              <a:rect b="b" l="l" r="r" t="t"/>
              <a:pathLst>
                <a:path extrusionOk="0" h="3760470" w="3743959">
                  <a:moveTo>
                    <a:pt x="2112391" y="0"/>
                  </a:moveTo>
                  <a:lnTo>
                    <a:pt x="0" y="2175636"/>
                  </a:lnTo>
                  <a:lnTo>
                    <a:pt x="1631314" y="3760342"/>
                  </a:lnTo>
                  <a:lnTo>
                    <a:pt x="1753020" y="3634993"/>
                  </a:lnTo>
                  <a:lnTo>
                    <a:pt x="1647316" y="3634993"/>
                  </a:lnTo>
                  <a:lnTo>
                    <a:pt x="124713" y="2155952"/>
                  </a:lnTo>
                  <a:lnTo>
                    <a:pt x="2096389" y="125349"/>
                  </a:lnTo>
                  <a:lnTo>
                    <a:pt x="2241426" y="125349"/>
                  </a:lnTo>
                  <a:lnTo>
                    <a:pt x="2112391" y="0"/>
                  </a:lnTo>
                  <a:close/>
                </a:path>
                <a:path extrusionOk="0" h="3760470" w="3743959">
                  <a:moveTo>
                    <a:pt x="2241426" y="125349"/>
                  </a:moveTo>
                  <a:lnTo>
                    <a:pt x="2096389" y="125349"/>
                  </a:lnTo>
                  <a:lnTo>
                    <a:pt x="3618992" y="1604390"/>
                  </a:lnTo>
                  <a:lnTo>
                    <a:pt x="1647316" y="3634993"/>
                  </a:lnTo>
                  <a:lnTo>
                    <a:pt x="1753020" y="3634993"/>
                  </a:lnTo>
                  <a:lnTo>
                    <a:pt x="3743705" y="1584705"/>
                  </a:lnTo>
                  <a:lnTo>
                    <a:pt x="2241426" y="125349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6"/>
            <p:cNvSpPr/>
            <p:nvPr/>
          </p:nvSpPr>
          <p:spPr>
            <a:xfrm>
              <a:off x="4446270" y="1980311"/>
              <a:ext cx="3328035" cy="3342640"/>
            </a:xfrm>
            <a:custGeom>
              <a:rect b="b" l="l" r="r" t="t"/>
              <a:pathLst>
                <a:path extrusionOk="0" h="3342640" w="3328034">
                  <a:moveTo>
                    <a:pt x="1877821" y="0"/>
                  </a:moveTo>
                  <a:lnTo>
                    <a:pt x="0" y="1933828"/>
                  </a:lnTo>
                  <a:lnTo>
                    <a:pt x="1450085" y="3342513"/>
                  </a:lnTo>
                  <a:lnTo>
                    <a:pt x="1558224" y="3231133"/>
                  </a:lnTo>
                  <a:lnTo>
                    <a:pt x="1464437" y="3231134"/>
                  </a:lnTo>
                  <a:lnTo>
                    <a:pt x="110997" y="1916302"/>
                  </a:lnTo>
                  <a:lnTo>
                    <a:pt x="1863470" y="111378"/>
                  </a:lnTo>
                  <a:lnTo>
                    <a:pt x="1992474" y="111378"/>
                  </a:lnTo>
                  <a:lnTo>
                    <a:pt x="1877821" y="0"/>
                  </a:lnTo>
                  <a:close/>
                </a:path>
                <a:path extrusionOk="0" h="3342640" w="3328034">
                  <a:moveTo>
                    <a:pt x="1992474" y="111378"/>
                  </a:moveTo>
                  <a:lnTo>
                    <a:pt x="1863470" y="111378"/>
                  </a:lnTo>
                  <a:lnTo>
                    <a:pt x="3216909" y="1426083"/>
                  </a:lnTo>
                  <a:lnTo>
                    <a:pt x="1464437" y="3231134"/>
                  </a:lnTo>
                  <a:lnTo>
                    <a:pt x="1558224" y="3231133"/>
                  </a:lnTo>
                  <a:lnTo>
                    <a:pt x="3327780" y="1408556"/>
                  </a:lnTo>
                  <a:lnTo>
                    <a:pt x="1992474" y="111378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p6"/>
          <p:cNvSpPr txBox="1"/>
          <p:nvPr/>
        </p:nvSpPr>
        <p:spPr>
          <a:xfrm>
            <a:off x="5185410" y="152400"/>
            <a:ext cx="2129790" cy="1475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Définir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l’environnement Externe / Interne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 txBox="1"/>
          <p:nvPr/>
        </p:nvSpPr>
        <p:spPr>
          <a:xfrm>
            <a:off x="8552053" y="2227897"/>
            <a:ext cx="2445300" cy="11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spAutoFit/>
          </a:bodyPr>
          <a:lstStyle/>
          <a:p>
            <a:pPr indent="0" lvl="0" marL="12700" marR="5080" rtl="0" algn="ctr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Distinguer entre le  Macro et le Micro  Environnement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 txBox="1"/>
          <p:nvPr/>
        </p:nvSpPr>
        <p:spPr>
          <a:xfrm>
            <a:off x="536879" y="2729229"/>
            <a:ext cx="2132965" cy="1115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502919" lvl="0" marL="12700" marR="5080" rtl="0" algn="l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Analyser  l’environnement </a:t>
            </a:r>
            <a:endParaRPr/>
          </a:p>
          <a:p>
            <a:pPr indent="502919" lvl="0" marL="12700" marR="5080" rtl="0" algn="l">
              <a:lnSpc>
                <a:spcPct val="102299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Externe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 txBox="1"/>
          <p:nvPr/>
        </p:nvSpPr>
        <p:spPr>
          <a:xfrm>
            <a:off x="10990150" y="64461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"/>
          <p:cNvSpPr/>
          <p:nvPr/>
        </p:nvSpPr>
        <p:spPr>
          <a:xfrm>
            <a:off x="1807463" y="6382512"/>
            <a:ext cx="210820" cy="475615"/>
          </a:xfrm>
          <a:custGeom>
            <a:rect b="b" l="l" r="r" t="t"/>
            <a:pathLst>
              <a:path extrusionOk="0" h="475615" w="210820">
                <a:moveTo>
                  <a:pt x="210312" y="0"/>
                </a:moveTo>
                <a:lnTo>
                  <a:pt x="0" y="0"/>
                </a:lnTo>
                <a:lnTo>
                  <a:pt x="210312" y="475488"/>
                </a:lnTo>
                <a:lnTo>
                  <a:pt x="210312" y="0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4157472" y="6382512"/>
            <a:ext cx="210820" cy="475615"/>
          </a:xfrm>
          <a:custGeom>
            <a:rect b="b" l="l" r="r" t="t"/>
            <a:pathLst>
              <a:path extrusionOk="0" h="475615" w="210819">
                <a:moveTo>
                  <a:pt x="210311" y="0"/>
                </a:moveTo>
                <a:lnTo>
                  <a:pt x="0" y="0"/>
                </a:lnTo>
                <a:lnTo>
                  <a:pt x="0" y="475488"/>
                </a:lnTo>
                <a:lnTo>
                  <a:pt x="210311" y="0"/>
                </a:lnTo>
                <a:close/>
              </a:path>
            </a:pathLst>
          </a:custGeom>
          <a:solidFill>
            <a:srgbClr val="24406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7" name="Google Shape;267;p7"/>
          <p:cNvGrpSpPr/>
          <p:nvPr/>
        </p:nvGrpSpPr>
        <p:grpSpPr>
          <a:xfrm>
            <a:off x="1770842" y="5303520"/>
            <a:ext cx="2628993" cy="964691"/>
            <a:chOff x="246841" y="5303520"/>
            <a:chExt cx="2628993" cy="964691"/>
          </a:xfrm>
        </p:grpSpPr>
        <p:pic>
          <p:nvPicPr>
            <p:cNvPr id="268" name="Google Shape;268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6841" y="5376514"/>
              <a:ext cx="2628993" cy="7454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" name="Google Shape;269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5303520"/>
              <a:ext cx="1787652" cy="9646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7"/>
            <p:cNvSpPr/>
            <p:nvPr/>
          </p:nvSpPr>
          <p:spPr>
            <a:xfrm>
              <a:off x="283464" y="5376672"/>
              <a:ext cx="2560320" cy="668020"/>
            </a:xfrm>
            <a:custGeom>
              <a:rect b="b" l="l" r="r" t="t"/>
              <a:pathLst>
                <a:path extrusionOk="0" h="668020" w="2560320">
                  <a:moveTo>
                    <a:pt x="2560320" y="0"/>
                  </a:moveTo>
                  <a:lnTo>
                    <a:pt x="0" y="0"/>
                  </a:lnTo>
                  <a:lnTo>
                    <a:pt x="0" y="667511"/>
                  </a:lnTo>
                  <a:lnTo>
                    <a:pt x="2560320" y="667511"/>
                  </a:lnTo>
                  <a:lnTo>
                    <a:pt x="2560320" y="0"/>
                  </a:lnTo>
                  <a:close/>
                </a:path>
              </a:pathLst>
            </a:custGeom>
            <a:solidFill>
              <a:srgbClr val="00AFE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1" name="Google Shape;271;p7"/>
          <p:cNvSpPr txBox="1"/>
          <p:nvPr/>
        </p:nvSpPr>
        <p:spPr>
          <a:xfrm>
            <a:off x="2420341" y="5379111"/>
            <a:ext cx="1345565" cy="643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300">
            <a:spAutoFit/>
          </a:bodyPr>
          <a:lstStyle/>
          <a:p>
            <a:pPr indent="-55244" lvl="0" marL="67310" marR="508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Formulation  stratégique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2" name="Google Shape;272;p7"/>
          <p:cNvGrpSpPr/>
          <p:nvPr/>
        </p:nvGrpSpPr>
        <p:grpSpPr>
          <a:xfrm>
            <a:off x="7376159" y="2075689"/>
            <a:ext cx="2793491" cy="923924"/>
            <a:chOff x="5852159" y="2075688"/>
            <a:chExt cx="2793491" cy="923924"/>
          </a:xfrm>
        </p:grpSpPr>
        <p:sp>
          <p:nvSpPr>
            <p:cNvPr id="273" name="Google Shape;273;p7"/>
            <p:cNvSpPr/>
            <p:nvPr/>
          </p:nvSpPr>
          <p:spPr>
            <a:xfrm>
              <a:off x="5925312" y="2624327"/>
              <a:ext cx="2642870" cy="375285"/>
            </a:xfrm>
            <a:custGeom>
              <a:rect b="b" l="l" r="r" t="t"/>
              <a:pathLst>
                <a:path extrusionOk="0" h="375285" w="2642870">
                  <a:moveTo>
                    <a:pt x="219456" y="0"/>
                  </a:moveTo>
                  <a:lnTo>
                    <a:pt x="0" y="0"/>
                  </a:lnTo>
                  <a:lnTo>
                    <a:pt x="219456" y="374904"/>
                  </a:lnTo>
                  <a:lnTo>
                    <a:pt x="219456" y="0"/>
                  </a:lnTo>
                  <a:close/>
                </a:path>
                <a:path extrusionOk="0" h="375285" w="2642870">
                  <a:moveTo>
                    <a:pt x="2642616" y="0"/>
                  </a:moveTo>
                  <a:lnTo>
                    <a:pt x="2432304" y="0"/>
                  </a:lnTo>
                  <a:lnTo>
                    <a:pt x="2432304" y="374904"/>
                  </a:lnTo>
                  <a:lnTo>
                    <a:pt x="2642616" y="0"/>
                  </a:lnTo>
                  <a:close/>
                </a:path>
              </a:pathLst>
            </a:custGeom>
            <a:solidFill>
              <a:srgbClr val="AA7D2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74" name="Google Shape;274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861303" y="2075688"/>
              <a:ext cx="2775204" cy="644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852159" y="2112264"/>
              <a:ext cx="2793491" cy="66293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6" name="Google Shape;276;p7"/>
          <p:cNvSpPr txBox="1"/>
          <p:nvPr/>
        </p:nvSpPr>
        <p:spPr>
          <a:xfrm>
            <a:off x="7449311" y="2103120"/>
            <a:ext cx="2651760" cy="405880"/>
          </a:xfrm>
          <a:prstGeom prst="rect">
            <a:avLst/>
          </a:prstGeom>
          <a:solidFill>
            <a:srgbClr val="EC7C30"/>
          </a:solidFill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0" lvl="0" marL="14732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Diagnostic stratégique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7" name="Google Shape;277;p7"/>
          <p:cNvGrpSpPr/>
          <p:nvPr/>
        </p:nvGrpSpPr>
        <p:grpSpPr>
          <a:xfrm>
            <a:off x="5583858" y="2679192"/>
            <a:ext cx="2729563" cy="2711195"/>
            <a:chOff x="4059857" y="2679192"/>
            <a:chExt cx="2729563" cy="2711195"/>
          </a:xfrm>
        </p:grpSpPr>
        <p:pic>
          <p:nvPicPr>
            <p:cNvPr id="278" name="Google Shape;278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059857" y="3492940"/>
              <a:ext cx="1540920" cy="17877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" name="Google Shape;279;p7"/>
            <p:cNvSpPr/>
            <p:nvPr/>
          </p:nvSpPr>
          <p:spPr>
            <a:xfrm>
              <a:off x="4069079" y="3502152"/>
              <a:ext cx="1472565" cy="1719580"/>
            </a:xfrm>
            <a:custGeom>
              <a:rect b="b" l="l" r="r" t="t"/>
              <a:pathLst>
                <a:path extrusionOk="0" h="1719579" w="1472564">
                  <a:moveTo>
                    <a:pt x="736092" y="0"/>
                  </a:moveTo>
                  <a:lnTo>
                    <a:pt x="691251" y="1568"/>
                  </a:lnTo>
                  <a:lnTo>
                    <a:pt x="647122" y="6214"/>
                  </a:lnTo>
                  <a:lnTo>
                    <a:pt x="603779" y="13847"/>
                  </a:lnTo>
                  <a:lnTo>
                    <a:pt x="561302" y="24378"/>
                  </a:lnTo>
                  <a:lnTo>
                    <a:pt x="519765" y="37716"/>
                  </a:lnTo>
                  <a:lnTo>
                    <a:pt x="479247" y="53772"/>
                  </a:lnTo>
                  <a:lnTo>
                    <a:pt x="439825" y="72456"/>
                  </a:lnTo>
                  <a:lnTo>
                    <a:pt x="401575" y="93678"/>
                  </a:lnTo>
                  <a:lnTo>
                    <a:pt x="364574" y="117348"/>
                  </a:lnTo>
                  <a:lnTo>
                    <a:pt x="328900" y="143375"/>
                  </a:lnTo>
                  <a:lnTo>
                    <a:pt x="294629" y="171671"/>
                  </a:lnTo>
                  <a:lnTo>
                    <a:pt x="261839" y="202146"/>
                  </a:lnTo>
                  <a:lnTo>
                    <a:pt x="230606" y="234709"/>
                  </a:lnTo>
                  <a:lnTo>
                    <a:pt x="201008" y="269270"/>
                  </a:lnTo>
                  <a:lnTo>
                    <a:pt x="173121" y="305740"/>
                  </a:lnTo>
                  <a:lnTo>
                    <a:pt x="147022" y="344029"/>
                  </a:lnTo>
                  <a:lnTo>
                    <a:pt x="122789" y="384047"/>
                  </a:lnTo>
                  <a:lnTo>
                    <a:pt x="100499" y="425704"/>
                  </a:lnTo>
                  <a:lnTo>
                    <a:pt x="80228" y="468909"/>
                  </a:lnTo>
                  <a:lnTo>
                    <a:pt x="62053" y="513574"/>
                  </a:lnTo>
                  <a:lnTo>
                    <a:pt x="46052" y="559609"/>
                  </a:lnTo>
                  <a:lnTo>
                    <a:pt x="32301" y="606922"/>
                  </a:lnTo>
                  <a:lnTo>
                    <a:pt x="20878" y="655425"/>
                  </a:lnTo>
                  <a:lnTo>
                    <a:pt x="11859" y="705028"/>
                  </a:lnTo>
                  <a:lnTo>
                    <a:pt x="5322" y="755641"/>
                  </a:lnTo>
                  <a:lnTo>
                    <a:pt x="1343" y="807173"/>
                  </a:lnTo>
                  <a:lnTo>
                    <a:pt x="0" y="859536"/>
                  </a:lnTo>
                  <a:lnTo>
                    <a:pt x="1343" y="911898"/>
                  </a:lnTo>
                  <a:lnTo>
                    <a:pt x="5322" y="963430"/>
                  </a:lnTo>
                  <a:lnTo>
                    <a:pt x="11859" y="1014043"/>
                  </a:lnTo>
                  <a:lnTo>
                    <a:pt x="20878" y="1063646"/>
                  </a:lnTo>
                  <a:lnTo>
                    <a:pt x="32301" y="1112149"/>
                  </a:lnTo>
                  <a:lnTo>
                    <a:pt x="46052" y="1159462"/>
                  </a:lnTo>
                  <a:lnTo>
                    <a:pt x="62053" y="1205497"/>
                  </a:lnTo>
                  <a:lnTo>
                    <a:pt x="80228" y="1250162"/>
                  </a:lnTo>
                  <a:lnTo>
                    <a:pt x="100499" y="1293368"/>
                  </a:lnTo>
                  <a:lnTo>
                    <a:pt x="122789" y="1335024"/>
                  </a:lnTo>
                  <a:lnTo>
                    <a:pt x="147022" y="1375042"/>
                  </a:lnTo>
                  <a:lnTo>
                    <a:pt x="173121" y="1413331"/>
                  </a:lnTo>
                  <a:lnTo>
                    <a:pt x="201008" y="1449801"/>
                  </a:lnTo>
                  <a:lnTo>
                    <a:pt x="230606" y="1484362"/>
                  </a:lnTo>
                  <a:lnTo>
                    <a:pt x="261839" y="1516925"/>
                  </a:lnTo>
                  <a:lnTo>
                    <a:pt x="294629" y="1547400"/>
                  </a:lnTo>
                  <a:lnTo>
                    <a:pt x="328900" y="1575696"/>
                  </a:lnTo>
                  <a:lnTo>
                    <a:pt x="364574" y="1601724"/>
                  </a:lnTo>
                  <a:lnTo>
                    <a:pt x="401575" y="1625393"/>
                  </a:lnTo>
                  <a:lnTo>
                    <a:pt x="439825" y="1646615"/>
                  </a:lnTo>
                  <a:lnTo>
                    <a:pt x="479247" y="1665299"/>
                  </a:lnTo>
                  <a:lnTo>
                    <a:pt x="519765" y="1681355"/>
                  </a:lnTo>
                  <a:lnTo>
                    <a:pt x="561302" y="1694693"/>
                  </a:lnTo>
                  <a:lnTo>
                    <a:pt x="603779" y="1705224"/>
                  </a:lnTo>
                  <a:lnTo>
                    <a:pt x="647122" y="1712857"/>
                  </a:lnTo>
                  <a:lnTo>
                    <a:pt x="691251" y="1717503"/>
                  </a:lnTo>
                  <a:lnTo>
                    <a:pt x="736092" y="1719072"/>
                  </a:lnTo>
                  <a:lnTo>
                    <a:pt x="780932" y="1717503"/>
                  </a:lnTo>
                  <a:lnTo>
                    <a:pt x="825061" y="1712857"/>
                  </a:lnTo>
                  <a:lnTo>
                    <a:pt x="868404" y="1705224"/>
                  </a:lnTo>
                  <a:lnTo>
                    <a:pt x="910881" y="1694693"/>
                  </a:lnTo>
                  <a:lnTo>
                    <a:pt x="952418" y="1681355"/>
                  </a:lnTo>
                  <a:lnTo>
                    <a:pt x="992936" y="1665299"/>
                  </a:lnTo>
                  <a:lnTo>
                    <a:pt x="1032358" y="1646615"/>
                  </a:lnTo>
                  <a:lnTo>
                    <a:pt x="1070608" y="1625393"/>
                  </a:lnTo>
                  <a:lnTo>
                    <a:pt x="1107609" y="1601724"/>
                  </a:lnTo>
                  <a:lnTo>
                    <a:pt x="1143283" y="1575696"/>
                  </a:lnTo>
                  <a:lnTo>
                    <a:pt x="1177554" y="1547400"/>
                  </a:lnTo>
                  <a:lnTo>
                    <a:pt x="1210344" y="1516925"/>
                  </a:lnTo>
                  <a:lnTo>
                    <a:pt x="1241577" y="1484362"/>
                  </a:lnTo>
                  <a:lnTo>
                    <a:pt x="1271175" y="1449801"/>
                  </a:lnTo>
                  <a:lnTo>
                    <a:pt x="1299062" y="1413331"/>
                  </a:lnTo>
                  <a:lnTo>
                    <a:pt x="1325161" y="1375042"/>
                  </a:lnTo>
                  <a:lnTo>
                    <a:pt x="1349394" y="1335024"/>
                  </a:lnTo>
                  <a:lnTo>
                    <a:pt x="1371684" y="1293368"/>
                  </a:lnTo>
                  <a:lnTo>
                    <a:pt x="1391955" y="1250162"/>
                  </a:lnTo>
                  <a:lnTo>
                    <a:pt x="1410130" y="1205497"/>
                  </a:lnTo>
                  <a:lnTo>
                    <a:pt x="1426131" y="1159462"/>
                  </a:lnTo>
                  <a:lnTo>
                    <a:pt x="1439882" y="1112149"/>
                  </a:lnTo>
                  <a:lnTo>
                    <a:pt x="1451305" y="1063646"/>
                  </a:lnTo>
                  <a:lnTo>
                    <a:pt x="1460324" y="1014043"/>
                  </a:lnTo>
                  <a:lnTo>
                    <a:pt x="1466861" y="963430"/>
                  </a:lnTo>
                  <a:lnTo>
                    <a:pt x="1470840" y="911898"/>
                  </a:lnTo>
                  <a:lnTo>
                    <a:pt x="1472184" y="859536"/>
                  </a:lnTo>
                  <a:lnTo>
                    <a:pt x="1470840" y="807173"/>
                  </a:lnTo>
                  <a:lnTo>
                    <a:pt x="1466861" y="755641"/>
                  </a:lnTo>
                  <a:lnTo>
                    <a:pt x="1460324" y="705028"/>
                  </a:lnTo>
                  <a:lnTo>
                    <a:pt x="1451305" y="655425"/>
                  </a:lnTo>
                  <a:lnTo>
                    <a:pt x="1439882" y="606922"/>
                  </a:lnTo>
                  <a:lnTo>
                    <a:pt x="1426131" y="559609"/>
                  </a:lnTo>
                  <a:lnTo>
                    <a:pt x="1410130" y="513574"/>
                  </a:lnTo>
                  <a:lnTo>
                    <a:pt x="1391955" y="468909"/>
                  </a:lnTo>
                  <a:lnTo>
                    <a:pt x="1371684" y="425703"/>
                  </a:lnTo>
                  <a:lnTo>
                    <a:pt x="1349394" y="384047"/>
                  </a:lnTo>
                  <a:lnTo>
                    <a:pt x="1325161" y="344029"/>
                  </a:lnTo>
                  <a:lnTo>
                    <a:pt x="1299062" y="305740"/>
                  </a:lnTo>
                  <a:lnTo>
                    <a:pt x="1271175" y="269270"/>
                  </a:lnTo>
                  <a:lnTo>
                    <a:pt x="1241577" y="234709"/>
                  </a:lnTo>
                  <a:lnTo>
                    <a:pt x="1210344" y="202146"/>
                  </a:lnTo>
                  <a:lnTo>
                    <a:pt x="1177554" y="171671"/>
                  </a:lnTo>
                  <a:lnTo>
                    <a:pt x="1143283" y="143375"/>
                  </a:lnTo>
                  <a:lnTo>
                    <a:pt x="1107609" y="117347"/>
                  </a:lnTo>
                  <a:lnTo>
                    <a:pt x="1070608" y="93678"/>
                  </a:lnTo>
                  <a:lnTo>
                    <a:pt x="1032358" y="72456"/>
                  </a:lnTo>
                  <a:lnTo>
                    <a:pt x="992936" y="53772"/>
                  </a:lnTo>
                  <a:lnTo>
                    <a:pt x="952418" y="37716"/>
                  </a:lnTo>
                  <a:lnTo>
                    <a:pt x="910881" y="24378"/>
                  </a:lnTo>
                  <a:lnTo>
                    <a:pt x="868404" y="13847"/>
                  </a:lnTo>
                  <a:lnTo>
                    <a:pt x="825061" y="6214"/>
                  </a:lnTo>
                  <a:lnTo>
                    <a:pt x="780932" y="1568"/>
                  </a:lnTo>
                  <a:lnTo>
                    <a:pt x="736092" y="0"/>
                  </a:lnTo>
                  <a:close/>
                </a:path>
              </a:pathLst>
            </a:custGeom>
            <a:solidFill>
              <a:srgbClr val="E36C09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0" name="Google Shape;280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550408" y="2679192"/>
              <a:ext cx="1239012" cy="27111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" name="Google Shape;281;p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117304" y="5102383"/>
              <a:ext cx="155511" cy="2011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" name="Google Shape;282;p7"/>
            <p:cNvSpPr/>
            <p:nvPr/>
          </p:nvSpPr>
          <p:spPr>
            <a:xfrm>
              <a:off x="5641886" y="2715767"/>
              <a:ext cx="1115695" cy="2487295"/>
            </a:xfrm>
            <a:custGeom>
              <a:rect b="b" l="l" r="r" t="t"/>
              <a:pathLst>
                <a:path extrusionOk="0" h="2487295" w="1115695">
                  <a:moveTo>
                    <a:pt x="722337" y="2316734"/>
                  </a:moveTo>
                  <a:lnTo>
                    <a:pt x="719924" y="2304758"/>
                  </a:lnTo>
                  <a:lnTo>
                    <a:pt x="713346" y="2294991"/>
                  </a:lnTo>
                  <a:lnTo>
                    <a:pt x="703580" y="2288413"/>
                  </a:lnTo>
                  <a:lnTo>
                    <a:pt x="691603" y="2286000"/>
                  </a:lnTo>
                  <a:lnTo>
                    <a:pt x="423887" y="2286000"/>
                  </a:lnTo>
                  <a:lnTo>
                    <a:pt x="411899" y="2288413"/>
                  </a:lnTo>
                  <a:lnTo>
                    <a:pt x="402132" y="2294991"/>
                  </a:lnTo>
                  <a:lnTo>
                    <a:pt x="395554" y="2304758"/>
                  </a:lnTo>
                  <a:lnTo>
                    <a:pt x="393153" y="2316734"/>
                  </a:lnTo>
                  <a:lnTo>
                    <a:pt x="393153" y="2456434"/>
                  </a:lnTo>
                  <a:lnTo>
                    <a:pt x="395554" y="2468422"/>
                  </a:lnTo>
                  <a:lnTo>
                    <a:pt x="402132" y="2478189"/>
                  </a:lnTo>
                  <a:lnTo>
                    <a:pt x="411899" y="2484767"/>
                  </a:lnTo>
                  <a:lnTo>
                    <a:pt x="423887" y="2487168"/>
                  </a:lnTo>
                  <a:lnTo>
                    <a:pt x="691603" y="2487168"/>
                  </a:lnTo>
                  <a:lnTo>
                    <a:pt x="703580" y="2484767"/>
                  </a:lnTo>
                  <a:lnTo>
                    <a:pt x="713346" y="2478189"/>
                  </a:lnTo>
                  <a:lnTo>
                    <a:pt x="719924" y="2468422"/>
                  </a:lnTo>
                  <a:lnTo>
                    <a:pt x="722337" y="2456434"/>
                  </a:lnTo>
                  <a:lnTo>
                    <a:pt x="722337" y="2316734"/>
                  </a:lnTo>
                  <a:close/>
                </a:path>
                <a:path extrusionOk="0" h="2487295" w="1115695">
                  <a:moveTo>
                    <a:pt x="786345" y="2117598"/>
                  </a:moveTo>
                  <a:lnTo>
                    <a:pt x="781011" y="2112264"/>
                  </a:lnTo>
                  <a:lnTo>
                    <a:pt x="325335" y="2112264"/>
                  </a:lnTo>
                  <a:lnTo>
                    <a:pt x="320001" y="2117598"/>
                  </a:lnTo>
                  <a:lnTo>
                    <a:pt x="320001" y="2124202"/>
                  </a:lnTo>
                  <a:lnTo>
                    <a:pt x="320001" y="2234946"/>
                  </a:lnTo>
                  <a:lnTo>
                    <a:pt x="325335" y="2240280"/>
                  </a:lnTo>
                  <a:lnTo>
                    <a:pt x="781011" y="2240280"/>
                  </a:lnTo>
                  <a:lnTo>
                    <a:pt x="786345" y="2234946"/>
                  </a:lnTo>
                  <a:lnTo>
                    <a:pt x="786345" y="2117598"/>
                  </a:lnTo>
                  <a:close/>
                </a:path>
                <a:path extrusionOk="0" h="2487295" w="1115695">
                  <a:moveTo>
                    <a:pt x="786345" y="1943862"/>
                  </a:moveTo>
                  <a:lnTo>
                    <a:pt x="781011" y="1938528"/>
                  </a:lnTo>
                  <a:lnTo>
                    <a:pt x="325335" y="1938528"/>
                  </a:lnTo>
                  <a:lnTo>
                    <a:pt x="320001" y="1943862"/>
                  </a:lnTo>
                  <a:lnTo>
                    <a:pt x="320001" y="1950466"/>
                  </a:lnTo>
                  <a:lnTo>
                    <a:pt x="320001" y="2061210"/>
                  </a:lnTo>
                  <a:lnTo>
                    <a:pt x="325335" y="2066544"/>
                  </a:lnTo>
                  <a:lnTo>
                    <a:pt x="781011" y="2066544"/>
                  </a:lnTo>
                  <a:lnTo>
                    <a:pt x="786345" y="2061210"/>
                  </a:lnTo>
                  <a:lnTo>
                    <a:pt x="786345" y="1943862"/>
                  </a:lnTo>
                  <a:close/>
                </a:path>
                <a:path extrusionOk="0" h="2487295" w="1115695">
                  <a:moveTo>
                    <a:pt x="786345" y="1778889"/>
                  </a:moveTo>
                  <a:lnTo>
                    <a:pt x="781392" y="1773936"/>
                  </a:lnTo>
                  <a:lnTo>
                    <a:pt x="324954" y="1773936"/>
                  </a:lnTo>
                  <a:lnTo>
                    <a:pt x="320001" y="1778889"/>
                  </a:lnTo>
                  <a:lnTo>
                    <a:pt x="320001" y="1784985"/>
                  </a:lnTo>
                  <a:lnTo>
                    <a:pt x="320001" y="1887855"/>
                  </a:lnTo>
                  <a:lnTo>
                    <a:pt x="324954" y="1892808"/>
                  </a:lnTo>
                  <a:lnTo>
                    <a:pt x="781392" y="1892808"/>
                  </a:lnTo>
                  <a:lnTo>
                    <a:pt x="786345" y="1887855"/>
                  </a:lnTo>
                  <a:lnTo>
                    <a:pt x="786345" y="1778889"/>
                  </a:lnTo>
                  <a:close/>
                </a:path>
                <a:path extrusionOk="0" h="2487295" w="1115695">
                  <a:moveTo>
                    <a:pt x="1115479" y="712000"/>
                  </a:moveTo>
                  <a:lnTo>
                    <a:pt x="1113624" y="662914"/>
                  </a:lnTo>
                  <a:lnTo>
                    <a:pt x="1108951" y="614464"/>
                  </a:lnTo>
                  <a:lnTo>
                    <a:pt x="1101585" y="566801"/>
                  </a:lnTo>
                  <a:lnTo>
                    <a:pt x="1091653" y="520090"/>
                  </a:lnTo>
                  <a:lnTo>
                    <a:pt x="1079296" y="474497"/>
                  </a:lnTo>
                  <a:lnTo>
                    <a:pt x="1064615" y="430149"/>
                  </a:lnTo>
                  <a:lnTo>
                    <a:pt x="1047775" y="387223"/>
                  </a:lnTo>
                  <a:lnTo>
                    <a:pt x="1028877" y="345859"/>
                  </a:lnTo>
                  <a:lnTo>
                    <a:pt x="1008075" y="306235"/>
                  </a:lnTo>
                  <a:lnTo>
                    <a:pt x="985481" y="268478"/>
                  </a:lnTo>
                  <a:lnTo>
                    <a:pt x="957783" y="228092"/>
                  </a:lnTo>
                  <a:lnTo>
                    <a:pt x="927989" y="190373"/>
                  </a:lnTo>
                  <a:lnTo>
                    <a:pt x="896175" y="155486"/>
                  </a:lnTo>
                  <a:lnTo>
                    <a:pt x="862457" y="123634"/>
                  </a:lnTo>
                  <a:lnTo>
                    <a:pt x="826909" y="94983"/>
                  </a:lnTo>
                  <a:lnTo>
                    <a:pt x="789647" y="69723"/>
                  </a:lnTo>
                  <a:lnTo>
                    <a:pt x="744982" y="45250"/>
                  </a:lnTo>
                  <a:lnTo>
                    <a:pt x="698411" y="25781"/>
                  </a:lnTo>
                  <a:lnTo>
                    <a:pt x="650062" y="11582"/>
                  </a:lnTo>
                  <a:lnTo>
                    <a:pt x="600087" y="2908"/>
                  </a:lnTo>
                  <a:lnTo>
                    <a:pt x="566877" y="1041"/>
                  </a:lnTo>
                  <a:lnTo>
                    <a:pt x="566889" y="0"/>
                  </a:lnTo>
                  <a:lnTo>
                    <a:pt x="557733" y="520"/>
                  </a:lnTo>
                  <a:lnTo>
                    <a:pt x="548601" y="0"/>
                  </a:lnTo>
                  <a:lnTo>
                    <a:pt x="548601" y="1041"/>
                  </a:lnTo>
                  <a:lnTo>
                    <a:pt x="465416" y="11582"/>
                  </a:lnTo>
                  <a:lnTo>
                    <a:pt x="417068" y="25781"/>
                  </a:lnTo>
                  <a:lnTo>
                    <a:pt x="370497" y="45250"/>
                  </a:lnTo>
                  <a:lnTo>
                    <a:pt x="325843" y="69723"/>
                  </a:lnTo>
                  <a:lnTo>
                    <a:pt x="288569" y="94983"/>
                  </a:lnTo>
                  <a:lnTo>
                    <a:pt x="253022" y="123634"/>
                  </a:lnTo>
                  <a:lnTo>
                    <a:pt x="219303" y="155486"/>
                  </a:lnTo>
                  <a:lnTo>
                    <a:pt x="187490" y="190373"/>
                  </a:lnTo>
                  <a:lnTo>
                    <a:pt x="157695" y="228092"/>
                  </a:lnTo>
                  <a:lnTo>
                    <a:pt x="130009" y="268478"/>
                  </a:lnTo>
                  <a:lnTo>
                    <a:pt x="107403" y="306235"/>
                  </a:lnTo>
                  <a:lnTo>
                    <a:pt x="86601" y="345859"/>
                  </a:lnTo>
                  <a:lnTo>
                    <a:pt x="67703" y="387223"/>
                  </a:lnTo>
                  <a:lnTo>
                    <a:pt x="50863" y="430149"/>
                  </a:lnTo>
                  <a:lnTo>
                    <a:pt x="36182" y="474497"/>
                  </a:lnTo>
                  <a:lnTo>
                    <a:pt x="23825" y="520090"/>
                  </a:lnTo>
                  <a:lnTo>
                    <a:pt x="13893" y="566801"/>
                  </a:lnTo>
                  <a:lnTo>
                    <a:pt x="6527" y="614464"/>
                  </a:lnTo>
                  <a:lnTo>
                    <a:pt x="1854" y="662914"/>
                  </a:lnTo>
                  <a:lnTo>
                    <a:pt x="0" y="712000"/>
                  </a:lnTo>
                  <a:lnTo>
                    <a:pt x="1104" y="761568"/>
                  </a:lnTo>
                  <a:lnTo>
                    <a:pt x="5295" y="811453"/>
                  </a:lnTo>
                  <a:lnTo>
                    <a:pt x="12700" y="861517"/>
                  </a:lnTo>
                  <a:lnTo>
                    <a:pt x="23456" y="911593"/>
                  </a:lnTo>
                  <a:lnTo>
                    <a:pt x="37680" y="961517"/>
                  </a:lnTo>
                  <a:lnTo>
                    <a:pt x="55422" y="1009878"/>
                  </a:lnTo>
                  <a:lnTo>
                    <a:pt x="76136" y="1055839"/>
                  </a:lnTo>
                  <a:lnTo>
                    <a:pt x="99021" y="1100074"/>
                  </a:lnTo>
                  <a:lnTo>
                    <a:pt x="123278" y="1143241"/>
                  </a:lnTo>
                  <a:lnTo>
                    <a:pt x="148094" y="1186002"/>
                  </a:lnTo>
                  <a:lnTo>
                    <a:pt x="172694" y="1229004"/>
                  </a:lnTo>
                  <a:lnTo>
                    <a:pt x="196265" y="1272921"/>
                  </a:lnTo>
                  <a:lnTo>
                    <a:pt x="218020" y="1318387"/>
                  </a:lnTo>
                  <a:lnTo>
                    <a:pt x="237718" y="1367383"/>
                  </a:lnTo>
                  <a:lnTo>
                    <a:pt x="254431" y="1418158"/>
                  </a:lnTo>
                  <a:lnTo>
                    <a:pt x="268071" y="1470507"/>
                  </a:lnTo>
                  <a:lnTo>
                    <a:pt x="278561" y="1524152"/>
                  </a:lnTo>
                  <a:lnTo>
                    <a:pt x="285838" y="1578864"/>
                  </a:lnTo>
                  <a:lnTo>
                    <a:pt x="290842" y="1600949"/>
                  </a:lnTo>
                  <a:lnTo>
                    <a:pt x="307136" y="1641233"/>
                  </a:lnTo>
                  <a:lnTo>
                    <a:pt x="334581" y="1677314"/>
                  </a:lnTo>
                  <a:lnTo>
                    <a:pt x="366483" y="1691640"/>
                  </a:lnTo>
                  <a:lnTo>
                    <a:pt x="557745" y="1690433"/>
                  </a:lnTo>
                  <a:lnTo>
                    <a:pt x="749007" y="1691640"/>
                  </a:lnTo>
                  <a:lnTo>
                    <a:pt x="786688" y="1671739"/>
                  </a:lnTo>
                  <a:lnTo>
                    <a:pt x="817499" y="1621828"/>
                  </a:lnTo>
                  <a:lnTo>
                    <a:pt x="829652" y="1578864"/>
                  </a:lnTo>
                  <a:lnTo>
                    <a:pt x="836917" y="1524152"/>
                  </a:lnTo>
                  <a:lnTo>
                    <a:pt x="847407" y="1470507"/>
                  </a:lnTo>
                  <a:lnTo>
                    <a:pt x="861047" y="1418158"/>
                  </a:lnTo>
                  <a:lnTo>
                    <a:pt x="877760" y="1367383"/>
                  </a:lnTo>
                  <a:lnTo>
                    <a:pt x="897458" y="1318387"/>
                  </a:lnTo>
                  <a:lnTo>
                    <a:pt x="919213" y="1272921"/>
                  </a:lnTo>
                  <a:lnTo>
                    <a:pt x="942784" y="1229004"/>
                  </a:lnTo>
                  <a:lnTo>
                    <a:pt x="967384" y="1186002"/>
                  </a:lnTo>
                  <a:lnTo>
                    <a:pt x="992212" y="1143241"/>
                  </a:lnTo>
                  <a:lnTo>
                    <a:pt x="1016457" y="1100074"/>
                  </a:lnTo>
                  <a:lnTo>
                    <a:pt x="1039342" y="1055839"/>
                  </a:lnTo>
                  <a:lnTo>
                    <a:pt x="1060056" y="1009878"/>
                  </a:lnTo>
                  <a:lnTo>
                    <a:pt x="1077810" y="961517"/>
                  </a:lnTo>
                  <a:lnTo>
                    <a:pt x="1092022" y="911593"/>
                  </a:lnTo>
                  <a:lnTo>
                    <a:pt x="1102779" y="861517"/>
                  </a:lnTo>
                  <a:lnTo>
                    <a:pt x="1110183" y="811453"/>
                  </a:lnTo>
                  <a:lnTo>
                    <a:pt x="1114374" y="761568"/>
                  </a:lnTo>
                  <a:lnTo>
                    <a:pt x="1115479" y="712000"/>
                  </a:lnTo>
                  <a:close/>
                </a:path>
              </a:pathLst>
            </a:custGeom>
            <a:solidFill>
              <a:srgbClr val="EC7C3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3" name="Google Shape;283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099048" y="3209544"/>
              <a:ext cx="480059" cy="13030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7"/>
            <p:cNvSpPr/>
            <p:nvPr/>
          </p:nvSpPr>
          <p:spPr>
            <a:xfrm>
              <a:off x="6135622" y="3246120"/>
              <a:ext cx="356870" cy="1179830"/>
            </a:xfrm>
            <a:custGeom>
              <a:rect b="b" l="l" r="r" t="t"/>
              <a:pathLst>
                <a:path extrusionOk="0" h="1179829" w="356870">
                  <a:moveTo>
                    <a:pt x="338329" y="0"/>
                  </a:moveTo>
                  <a:lnTo>
                    <a:pt x="299086" y="14644"/>
                  </a:lnTo>
                  <a:lnTo>
                    <a:pt x="261081" y="33147"/>
                  </a:lnTo>
                  <a:lnTo>
                    <a:pt x="224457" y="55364"/>
                  </a:lnTo>
                  <a:lnTo>
                    <a:pt x="189358" y="81152"/>
                  </a:lnTo>
                  <a:lnTo>
                    <a:pt x="154147" y="112240"/>
                  </a:lnTo>
                  <a:lnTo>
                    <a:pt x="121127" y="147542"/>
                  </a:lnTo>
                  <a:lnTo>
                    <a:pt x="90917" y="187273"/>
                  </a:lnTo>
                  <a:lnTo>
                    <a:pt x="64136" y="231647"/>
                  </a:lnTo>
                  <a:lnTo>
                    <a:pt x="44423" y="273096"/>
                  </a:lnTo>
                  <a:lnTo>
                    <a:pt x="28283" y="316564"/>
                  </a:lnTo>
                  <a:lnTo>
                    <a:pt x="15742" y="361660"/>
                  </a:lnTo>
                  <a:lnTo>
                    <a:pt x="6829" y="407997"/>
                  </a:lnTo>
                  <a:lnTo>
                    <a:pt x="1572" y="455183"/>
                  </a:lnTo>
                  <a:lnTo>
                    <a:pt x="0" y="502831"/>
                  </a:lnTo>
                  <a:lnTo>
                    <a:pt x="2139" y="550550"/>
                  </a:lnTo>
                  <a:lnTo>
                    <a:pt x="8020" y="597952"/>
                  </a:lnTo>
                  <a:lnTo>
                    <a:pt x="17669" y="644647"/>
                  </a:lnTo>
                  <a:lnTo>
                    <a:pt x="31116" y="690244"/>
                  </a:lnTo>
                  <a:lnTo>
                    <a:pt x="31116" y="1179575"/>
                  </a:lnTo>
                  <a:lnTo>
                    <a:pt x="95378" y="1179575"/>
                  </a:lnTo>
                  <a:lnTo>
                    <a:pt x="95632" y="685672"/>
                  </a:lnTo>
                  <a:lnTo>
                    <a:pt x="138447" y="667654"/>
                  </a:lnTo>
                  <a:lnTo>
                    <a:pt x="178641" y="642560"/>
                  </a:lnTo>
                  <a:lnTo>
                    <a:pt x="215770" y="610888"/>
                  </a:lnTo>
                  <a:lnTo>
                    <a:pt x="249388" y="573135"/>
                  </a:lnTo>
                  <a:lnTo>
                    <a:pt x="279052" y="529799"/>
                  </a:lnTo>
                  <a:lnTo>
                    <a:pt x="304317" y="481379"/>
                  </a:lnTo>
                  <a:lnTo>
                    <a:pt x="324740" y="428370"/>
                  </a:lnTo>
                  <a:lnTo>
                    <a:pt x="339077" y="375384"/>
                  </a:lnTo>
                  <a:lnTo>
                    <a:pt x="348758" y="320992"/>
                  </a:lnTo>
                  <a:lnTo>
                    <a:pt x="354368" y="265743"/>
                  </a:lnTo>
                  <a:lnTo>
                    <a:pt x="356490" y="210184"/>
                  </a:lnTo>
                  <a:lnTo>
                    <a:pt x="355866" y="157591"/>
                  </a:lnTo>
                  <a:lnTo>
                    <a:pt x="352648" y="104901"/>
                  </a:lnTo>
                  <a:lnTo>
                    <a:pt x="346810" y="52308"/>
                  </a:lnTo>
                  <a:lnTo>
                    <a:pt x="3383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5" name="Google Shape;285;p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797295" y="3383280"/>
              <a:ext cx="379475" cy="5440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" name="Google Shape;286;p7"/>
            <p:cNvSpPr/>
            <p:nvPr/>
          </p:nvSpPr>
          <p:spPr>
            <a:xfrm>
              <a:off x="5888858" y="3419850"/>
              <a:ext cx="255904" cy="421005"/>
            </a:xfrm>
            <a:custGeom>
              <a:rect b="b" l="l" r="r" t="t"/>
              <a:pathLst>
                <a:path extrusionOk="0" h="421004" w="255904">
                  <a:moveTo>
                    <a:pt x="40233" y="0"/>
                  </a:moveTo>
                  <a:lnTo>
                    <a:pt x="3814" y="2418"/>
                  </a:lnTo>
                  <a:lnTo>
                    <a:pt x="0" y="53009"/>
                  </a:lnTo>
                  <a:lnTo>
                    <a:pt x="1508" y="103197"/>
                  </a:lnTo>
                  <a:lnTo>
                    <a:pt x="8173" y="152301"/>
                  </a:lnTo>
                  <a:lnTo>
                    <a:pt x="19827" y="199639"/>
                  </a:lnTo>
                  <a:lnTo>
                    <a:pt x="36304" y="244529"/>
                  </a:lnTo>
                  <a:lnTo>
                    <a:pt x="57438" y="286289"/>
                  </a:lnTo>
                  <a:lnTo>
                    <a:pt x="83062" y="324236"/>
                  </a:lnTo>
                  <a:lnTo>
                    <a:pt x="114838" y="359265"/>
                  </a:lnTo>
                  <a:lnTo>
                    <a:pt x="150102" y="387292"/>
                  </a:lnTo>
                  <a:lnTo>
                    <a:pt x="188200" y="407890"/>
                  </a:lnTo>
                  <a:lnTo>
                    <a:pt x="228477" y="420629"/>
                  </a:lnTo>
                  <a:lnTo>
                    <a:pt x="223357" y="380452"/>
                  </a:lnTo>
                  <a:lnTo>
                    <a:pt x="220952" y="339905"/>
                  </a:lnTo>
                  <a:lnTo>
                    <a:pt x="221262" y="299239"/>
                  </a:lnTo>
                  <a:lnTo>
                    <a:pt x="224286" y="258704"/>
                  </a:lnTo>
                  <a:lnTo>
                    <a:pt x="236145" y="189267"/>
                  </a:lnTo>
                  <a:lnTo>
                    <a:pt x="255909" y="123068"/>
                  </a:lnTo>
                  <a:lnTo>
                    <a:pt x="231757" y="93297"/>
                  </a:lnTo>
                  <a:lnTo>
                    <a:pt x="177024" y="45041"/>
                  </a:lnTo>
                  <a:lnTo>
                    <a:pt x="112167" y="12402"/>
                  </a:lnTo>
                  <a:lnTo>
                    <a:pt x="76474" y="3355"/>
                  </a:lnTo>
                  <a:lnTo>
                    <a:pt x="402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" name="Google Shape;287;p7"/>
          <p:cNvGrpSpPr/>
          <p:nvPr/>
        </p:nvGrpSpPr>
        <p:grpSpPr>
          <a:xfrm>
            <a:off x="4276345" y="4224528"/>
            <a:ext cx="1229868" cy="2633473"/>
            <a:chOff x="2752344" y="4224528"/>
            <a:chExt cx="1229868" cy="2633473"/>
          </a:xfrm>
        </p:grpSpPr>
        <p:pic>
          <p:nvPicPr>
            <p:cNvPr id="288" name="Google Shape;288;p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752344" y="4224528"/>
              <a:ext cx="1229868" cy="26334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p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264376" y="6656825"/>
              <a:ext cx="155511" cy="2011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" name="Google Shape;290;p7"/>
            <p:cNvSpPr/>
            <p:nvPr/>
          </p:nvSpPr>
          <p:spPr>
            <a:xfrm>
              <a:off x="2788958" y="4261104"/>
              <a:ext cx="1106805" cy="2496820"/>
            </a:xfrm>
            <a:custGeom>
              <a:rect b="b" l="l" r="r" t="t"/>
              <a:pathLst>
                <a:path extrusionOk="0" h="2496820" w="1106804">
                  <a:moveTo>
                    <a:pt x="713193" y="2325827"/>
                  </a:moveTo>
                  <a:lnTo>
                    <a:pt x="710780" y="2313889"/>
                  </a:lnTo>
                  <a:lnTo>
                    <a:pt x="704202" y="2304135"/>
                  </a:lnTo>
                  <a:lnTo>
                    <a:pt x="694436" y="2297557"/>
                  </a:lnTo>
                  <a:lnTo>
                    <a:pt x="682459" y="2295144"/>
                  </a:lnTo>
                  <a:lnTo>
                    <a:pt x="414743" y="2295144"/>
                  </a:lnTo>
                  <a:lnTo>
                    <a:pt x="402755" y="2297557"/>
                  </a:lnTo>
                  <a:lnTo>
                    <a:pt x="392988" y="2304135"/>
                  </a:lnTo>
                  <a:lnTo>
                    <a:pt x="386410" y="2313889"/>
                  </a:lnTo>
                  <a:lnTo>
                    <a:pt x="384009" y="2325827"/>
                  </a:lnTo>
                  <a:lnTo>
                    <a:pt x="384009" y="2465628"/>
                  </a:lnTo>
                  <a:lnTo>
                    <a:pt x="386410" y="2477579"/>
                  </a:lnTo>
                  <a:lnTo>
                    <a:pt x="392988" y="2487333"/>
                  </a:lnTo>
                  <a:lnTo>
                    <a:pt x="402755" y="2493911"/>
                  </a:lnTo>
                  <a:lnTo>
                    <a:pt x="414743" y="2496312"/>
                  </a:lnTo>
                  <a:lnTo>
                    <a:pt x="682459" y="2496312"/>
                  </a:lnTo>
                  <a:lnTo>
                    <a:pt x="694436" y="2493911"/>
                  </a:lnTo>
                  <a:lnTo>
                    <a:pt x="704202" y="2487333"/>
                  </a:lnTo>
                  <a:lnTo>
                    <a:pt x="710780" y="2477579"/>
                  </a:lnTo>
                  <a:lnTo>
                    <a:pt x="713193" y="2465628"/>
                  </a:lnTo>
                  <a:lnTo>
                    <a:pt x="713193" y="2325827"/>
                  </a:lnTo>
                  <a:close/>
                </a:path>
                <a:path extrusionOk="0" h="2496820" w="1106804">
                  <a:moveTo>
                    <a:pt x="786345" y="2126386"/>
                  </a:moveTo>
                  <a:lnTo>
                    <a:pt x="781392" y="2121408"/>
                  </a:lnTo>
                  <a:lnTo>
                    <a:pt x="315810" y="2121408"/>
                  </a:lnTo>
                  <a:lnTo>
                    <a:pt x="310857" y="2126386"/>
                  </a:lnTo>
                  <a:lnTo>
                    <a:pt x="310857" y="2132520"/>
                  </a:lnTo>
                  <a:lnTo>
                    <a:pt x="310857" y="2235301"/>
                  </a:lnTo>
                  <a:lnTo>
                    <a:pt x="315810" y="2240280"/>
                  </a:lnTo>
                  <a:lnTo>
                    <a:pt x="781392" y="2240280"/>
                  </a:lnTo>
                  <a:lnTo>
                    <a:pt x="786345" y="2235301"/>
                  </a:lnTo>
                  <a:lnTo>
                    <a:pt x="786345" y="2126386"/>
                  </a:lnTo>
                  <a:close/>
                </a:path>
                <a:path extrusionOk="0" h="2496820" w="1106804">
                  <a:moveTo>
                    <a:pt x="786345" y="1952650"/>
                  </a:moveTo>
                  <a:lnTo>
                    <a:pt x="781392" y="1947672"/>
                  </a:lnTo>
                  <a:lnTo>
                    <a:pt x="315810" y="1947672"/>
                  </a:lnTo>
                  <a:lnTo>
                    <a:pt x="310857" y="1952650"/>
                  </a:lnTo>
                  <a:lnTo>
                    <a:pt x="310857" y="1958784"/>
                  </a:lnTo>
                  <a:lnTo>
                    <a:pt x="310857" y="2061565"/>
                  </a:lnTo>
                  <a:lnTo>
                    <a:pt x="315810" y="2066544"/>
                  </a:lnTo>
                  <a:lnTo>
                    <a:pt x="781392" y="2066544"/>
                  </a:lnTo>
                  <a:lnTo>
                    <a:pt x="786345" y="2061565"/>
                  </a:lnTo>
                  <a:lnTo>
                    <a:pt x="786345" y="1952650"/>
                  </a:lnTo>
                  <a:close/>
                </a:path>
                <a:path extrusionOk="0" h="2496820" w="1106804">
                  <a:moveTo>
                    <a:pt x="786345" y="1778914"/>
                  </a:moveTo>
                  <a:lnTo>
                    <a:pt x="781392" y="1773936"/>
                  </a:lnTo>
                  <a:lnTo>
                    <a:pt x="315810" y="1773936"/>
                  </a:lnTo>
                  <a:lnTo>
                    <a:pt x="310857" y="1778914"/>
                  </a:lnTo>
                  <a:lnTo>
                    <a:pt x="310857" y="1785048"/>
                  </a:lnTo>
                  <a:lnTo>
                    <a:pt x="310857" y="1887829"/>
                  </a:lnTo>
                  <a:lnTo>
                    <a:pt x="315810" y="1892808"/>
                  </a:lnTo>
                  <a:lnTo>
                    <a:pt x="781392" y="1892808"/>
                  </a:lnTo>
                  <a:lnTo>
                    <a:pt x="786345" y="1887829"/>
                  </a:lnTo>
                  <a:lnTo>
                    <a:pt x="786345" y="1778914"/>
                  </a:lnTo>
                  <a:close/>
                </a:path>
                <a:path extrusionOk="0" h="2496820" w="1106804">
                  <a:moveTo>
                    <a:pt x="1106335" y="712000"/>
                  </a:moveTo>
                  <a:lnTo>
                    <a:pt x="1104480" y="662914"/>
                  </a:lnTo>
                  <a:lnTo>
                    <a:pt x="1099807" y="614464"/>
                  </a:lnTo>
                  <a:lnTo>
                    <a:pt x="1092441" y="566801"/>
                  </a:lnTo>
                  <a:lnTo>
                    <a:pt x="1082509" y="520090"/>
                  </a:lnTo>
                  <a:lnTo>
                    <a:pt x="1070152" y="474497"/>
                  </a:lnTo>
                  <a:lnTo>
                    <a:pt x="1055471" y="430149"/>
                  </a:lnTo>
                  <a:lnTo>
                    <a:pt x="1038631" y="387223"/>
                  </a:lnTo>
                  <a:lnTo>
                    <a:pt x="1019733" y="345859"/>
                  </a:lnTo>
                  <a:lnTo>
                    <a:pt x="998931" y="306235"/>
                  </a:lnTo>
                  <a:lnTo>
                    <a:pt x="976337" y="268478"/>
                  </a:lnTo>
                  <a:lnTo>
                    <a:pt x="948639" y="228092"/>
                  </a:lnTo>
                  <a:lnTo>
                    <a:pt x="918845" y="190373"/>
                  </a:lnTo>
                  <a:lnTo>
                    <a:pt x="887031" y="155486"/>
                  </a:lnTo>
                  <a:lnTo>
                    <a:pt x="853313" y="123634"/>
                  </a:lnTo>
                  <a:lnTo>
                    <a:pt x="817765" y="94983"/>
                  </a:lnTo>
                  <a:lnTo>
                    <a:pt x="780503" y="69723"/>
                  </a:lnTo>
                  <a:lnTo>
                    <a:pt x="735838" y="45250"/>
                  </a:lnTo>
                  <a:lnTo>
                    <a:pt x="689267" y="25781"/>
                  </a:lnTo>
                  <a:lnTo>
                    <a:pt x="640918" y="11582"/>
                  </a:lnTo>
                  <a:lnTo>
                    <a:pt x="590943" y="2908"/>
                  </a:lnTo>
                  <a:lnTo>
                    <a:pt x="566877" y="1562"/>
                  </a:lnTo>
                  <a:lnTo>
                    <a:pt x="566889" y="0"/>
                  </a:lnTo>
                  <a:lnTo>
                    <a:pt x="553161" y="787"/>
                  </a:lnTo>
                  <a:lnTo>
                    <a:pt x="539445" y="0"/>
                  </a:lnTo>
                  <a:lnTo>
                    <a:pt x="539445" y="1562"/>
                  </a:lnTo>
                  <a:lnTo>
                    <a:pt x="465416" y="11582"/>
                  </a:lnTo>
                  <a:lnTo>
                    <a:pt x="417068" y="25781"/>
                  </a:lnTo>
                  <a:lnTo>
                    <a:pt x="370497" y="45250"/>
                  </a:lnTo>
                  <a:lnTo>
                    <a:pt x="325843" y="69723"/>
                  </a:lnTo>
                  <a:lnTo>
                    <a:pt x="288569" y="94983"/>
                  </a:lnTo>
                  <a:lnTo>
                    <a:pt x="253022" y="123634"/>
                  </a:lnTo>
                  <a:lnTo>
                    <a:pt x="219303" y="155486"/>
                  </a:lnTo>
                  <a:lnTo>
                    <a:pt x="187490" y="190373"/>
                  </a:lnTo>
                  <a:lnTo>
                    <a:pt x="157695" y="228092"/>
                  </a:lnTo>
                  <a:lnTo>
                    <a:pt x="130009" y="268478"/>
                  </a:lnTo>
                  <a:lnTo>
                    <a:pt x="107403" y="306235"/>
                  </a:lnTo>
                  <a:lnTo>
                    <a:pt x="86601" y="345859"/>
                  </a:lnTo>
                  <a:lnTo>
                    <a:pt x="67703" y="387223"/>
                  </a:lnTo>
                  <a:lnTo>
                    <a:pt x="50863" y="430149"/>
                  </a:lnTo>
                  <a:lnTo>
                    <a:pt x="36182" y="474497"/>
                  </a:lnTo>
                  <a:lnTo>
                    <a:pt x="23825" y="520090"/>
                  </a:lnTo>
                  <a:lnTo>
                    <a:pt x="13893" y="566801"/>
                  </a:lnTo>
                  <a:lnTo>
                    <a:pt x="6527" y="614464"/>
                  </a:lnTo>
                  <a:lnTo>
                    <a:pt x="1854" y="662914"/>
                  </a:lnTo>
                  <a:lnTo>
                    <a:pt x="0" y="712000"/>
                  </a:lnTo>
                  <a:lnTo>
                    <a:pt x="1104" y="761568"/>
                  </a:lnTo>
                  <a:lnTo>
                    <a:pt x="5295" y="811453"/>
                  </a:lnTo>
                  <a:lnTo>
                    <a:pt x="12700" y="861517"/>
                  </a:lnTo>
                  <a:lnTo>
                    <a:pt x="23456" y="911593"/>
                  </a:lnTo>
                  <a:lnTo>
                    <a:pt x="37680" y="961517"/>
                  </a:lnTo>
                  <a:lnTo>
                    <a:pt x="55422" y="1009878"/>
                  </a:lnTo>
                  <a:lnTo>
                    <a:pt x="76136" y="1055839"/>
                  </a:lnTo>
                  <a:lnTo>
                    <a:pt x="99021" y="1100074"/>
                  </a:lnTo>
                  <a:lnTo>
                    <a:pt x="123266" y="1143241"/>
                  </a:lnTo>
                  <a:lnTo>
                    <a:pt x="148094" y="1186002"/>
                  </a:lnTo>
                  <a:lnTo>
                    <a:pt x="172694" y="1229004"/>
                  </a:lnTo>
                  <a:lnTo>
                    <a:pt x="196265" y="1272921"/>
                  </a:lnTo>
                  <a:lnTo>
                    <a:pt x="218020" y="1318387"/>
                  </a:lnTo>
                  <a:lnTo>
                    <a:pt x="237718" y="1367383"/>
                  </a:lnTo>
                  <a:lnTo>
                    <a:pt x="254431" y="1418158"/>
                  </a:lnTo>
                  <a:lnTo>
                    <a:pt x="268071" y="1470494"/>
                  </a:lnTo>
                  <a:lnTo>
                    <a:pt x="278561" y="1524139"/>
                  </a:lnTo>
                  <a:lnTo>
                    <a:pt x="285838" y="1578851"/>
                  </a:lnTo>
                  <a:lnTo>
                    <a:pt x="290842" y="1600962"/>
                  </a:lnTo>
                  <a:lnTo>
                    <a:pt x="307136" y="1641259"/>
                  </a:lnTo>
                  <a:lnTo>
                    <a:pt x="334581" y="1677314"/>
                  </a:lnTo>
                  <a:lnTo>
                    <a:pt x="366483" y="1691640"/>
                  </a:lnTo>
                  <a:lnTo>
                    <a:pt x="553173" y="1690395"/>
                  </a:lnTo>
                  <a:lnTo>
                    <a:pt x="739863" y="1691640"/>
                  </a:lnTo>
                  <a:lnTo>
                    <a:pt x="777544" y="1671764"/>
                  </a:lnTo>
                  <a:lnTo>
                    <a:pt x="808355" y="1621853"/>
                  </a:lnTo>
                  <a:lnTo>
                    <a:pt x="820508" y="1578851"/>
                  </a:lnTo>
                  <a:lnTo>
                    <a:pt x="827773" y="1524139"/>
                  </a:lnTo>
                  <a:lnTo>
                    <a:pt x="838263" y="1470494"/>
                  </a:lnTo>
                  <a:lnTo>
                    <a:pt x="851903" y="1418158"/>
                  </a:lnTo>
                  <a:lnTo>
                    <a:pt x="868616" y="1367383"/>
                  </a:lnTo>
                  <a:lnTo>
                    <a:pt x="888326" y="1318387"/>
                  </a:lnTo>
                  <a:lnTo>
                    <a:pt x="910069" y="1272921"/>
                  </a:lnTo>
                  <a:lnTo>
                    <a:pt x="933640" y="1229004"/>
                  </a:lnTo>
                  <a:lnTo>
                    <a:pt x="958240" y="1186002"/>
                  </a:lnTo>
                  <a:lnTo>
                    <a:pt x="983068" y="1143241"/>
                  </a:lnTo>
                  <a:lnTo>
                    <a:pt x="1007313" y="1100074"/>
                  </a:lnTo>
                  <a:lnTo>
                    <a:pt x="1030198" y="1055839"/>
                  </a:lnTo>
                  <a:lnTo>
                    <a:pt x="1050912" y="1009878"/>
                  </a:lnTo>
                  <a:lnTo>
                    <a:pt x="1068666" y="961517"/>
                  </a:lnTo>
                  <a:lnTo>
                    <a:pt x="1082878" y="911593"/>
                  </a:lnTo>
                  <a:lnTo>
                    <a:pt x="1093635" y="861517"/>
                  </a:lnTo>
                  <a:lnTo>
                    <a:pt x="1101039" y="811453"/>
                  </a:lnTo>
                  <a:lnTo>
                    <a:pt x="1105230" y="761568"/>
                  </a:lnTo>
                  <a:lnTo>
                    <a:pt x="1106335" y="712000"/>
                  </a:lnTo>
                  <a:close/>
                </a:path>
              </a:pathLst>
            </a:custGeom>
            <a:solidFill>
              <a:srgbClr val="00AFE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1" name="Google Shape;291;p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246120" y="4764024"/>
              <a:ext cx="470916" cy="1293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" name="Google Shape;292;p7"/>
            <p:cNvSpPr/>
            <p:nvPr/>
          </p:nvSpPr>
          <p:spPr>
            <a:xfrm>
              <a:off x="3282912" y="4800600"/>
              <a:ext cx="347345" cy="1170940"/>
            </a:xfrm>
            <a:custGeom>
              <a:rect b="b" l="l" r="r" t="t"/>
              <a:pathLst>
                <a:path extrusionOk="0" h="1170939" w="347345">
                  <a:moveTo>
                    <a:pt x="329348" y="0"/>
                  </a:moveTo>
                  <a:lnTo>
                    <a:pt x="291131" y="14527"/>
                  </a:lnTo>
                  <a:lnTo>
                    <a:pt x="254116" y="32877"/>
                  </a:lnTo>
                  <a:lnTo>
                    <a:pt x="218459" y="54917"/>
                  </a:lnTo>
                  <a:lnTo>
                    <a:pt x="184314" y="80518"/>
                  </a:lnTo>
                  <a:lnTo>
                    <a:pt x="149974" y="111390"/>
                  </a:lnTo>
                  <a:lnTo>
                    <a:pt x="117814" y="146431"/>
                  </a:lnTo>
                  <a:lnTo>
                    <a:pt x="88391" y="185852"/>
                  </a:lnTo>
                  <a:lnTo>
                    <a:pt x="62267" y="229869"/>
                  </a:lnTo>
                  <a:lnTo>
                    <a:pt x="41125" y="275704"/>
                  </a:lnTo>
                  <a:lnTo>
                    <a:pt x="24291" y="323953"/>
                  </a:lnTo>
                  <a:lnTo>
                    <a:pt x="11801" y="374090"/>
                  </a:lnTo>
                  <a:lnTo>
                    <a:pt x="3692" y="425584"/>
                  </a:lnTo>
                  <a:lnTo>
                    <a:pt x="0" y="477907"/>
                  </a:lnTo>
                  <a:lnTo>
                    <a:pt x="761" y="530530"/>
                  </a:lnTo>
                  <a:lnTo>
                    <a:pt x="6014" y="582924"/>
                  </a:lnTo>
                  <a:lnTo>
                    <a:pt x="15793" y="634561"/>
                  </a:lnTo>
                  <a:lnTo>
                    <a:pt x="30136" y="684911"/>
                  </a:lnTo>
                  <a:lnTo>
                    <a:pt x="30136" y="1170432"/>
                  </a:lnTo>
                  <a:lnTo>
                    <a:pt x="92747" y="1170432"/>
                  </a:lnTo>
                  <a:lnTo>
                    <a:pt x="92874" y="680338"/>
                  </a:lnTo>
                  <a:lnTo>
                    <a:pt x="134627" y="662499"/>
                  </a:lnTo>
                  <a:lnTo>
                    <a:pt x="173818" y="637618"/>
                  </a:lnTo>
                  <a:lnTo>
                    <a:pt x="210016" y="606193"/>
                  </a:lnTo>
                  <a:lnTo>
                    <a:pt x="242792" y="568727"/>
                  </a:lnTo>
                  <a:lnTo>
                    <a:pt x="271713" y="525717"/>
                  </a:lnTo>
                  <a:lnTo>
                    <a:pt x="296348" y="477664"/>
                  </a:lnTo>
                  <a:lnTo>
                    <a:pt x="316267" y="425069"/>
                  </a:lnTo>
                  <a:lnTo>
                    <a:pt x="330197" y="372467"/>
                  </a:lnTo>
                  <a:lnTo>
                    <a:pt x="339603" y="318484"/>
                  </a:lnTo>
                  <a:lnTo>
                    <a:pt x="345056" y="263691"/>
                  </a:lnTo>
                  <a:lnTo>
                    <a:pt x="347128" y="208661"/>
                  </a:lnTo>
                  <a:lnTo>
                    <a:pt x="346475" y="156394"/>
                  </a:lnTo>
                  <a:lnTo>
                    <a:pt x="343334" y="104092"/>
                  </a:lnTo>
                  <a:lnTo>
                    <a:pt x="337645" y="51909"/>
                  </a:lnTo>
                  <a:lnTo>
                    <a:pt x="3293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3" name="Google Shape;293;p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935224" y="4937760"/>
              <a:ext cx="379475" cy="5440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" name="Google Shape;294;p7"/>
            <p:cNvSpPr/>
            <p:nvPr/>
          </p:nvSpPr>
          <p:spPr>
            <a:xfrm>
              <a:off x="3026786" y="4974330"/>
              <a:ext cx="255904" cy="421005"/>
            </a:xfrm>
            <a:custGeom>
              <a:rect b="b" l="l" r="r" t="t"/>
              <a:pathLst>
                <a:path extrusionOk="0" h="421004" w="255904">
                  <a:moveTo>
                    <a:pt x="40233" y="0"/>
                  </a:moveTo>
                  <a:lnTo>
                    <a:pt x="3814" y="2418"/>
                  </a:lnTo>
                  <a:lnTo>
                    <a:pt x="0" y="53009"/>
                  </a:lnTo>
                  <a:lnTo>
                    <a:pt x="1508" y="103197"/>
                  </a:lnTo>
                  <a:lnTo>
                    <a:pt x="8173" y="152301"/>
                  </a:lnTo>
                  <a:lnTo>
                    <a:pt x="19827" y="199639"/>
                  </a:lnTo>
                  <a:lnTo>
                    <a:pt x="36304" y="244529"/>
                  </a:lnTo>
                  <a:lnTo>
                    <a:pt x="57438" y="286289"/>
                  </a:lnTo>
                  <a:lnTo>
                    <a:pt x="83062" y="324236"/>
                  </a:lnTo>
                  <a:lnTo>
                    <a:pt x="114838" y="359265"/>
                  </a:lnTo>
                  <a:lnTo>
                    <a:pt x="150102" y="387292"/>
                  </a:lnTo>
                  <a:lnTo>
                    <a:pt x="188200" y="407890"/>
                  </a:lnTo>
                  <a:lnTo>
                    <a:pt x="228477" y="420629"/>
                  </a:lnTo>
                  <a:lnTo>
                    <a:pt x="223357" y="380452"/>
                  </a:lnTo>
                  <a:lnTo>
                    <a:pt x="220952" y="339905"/>
                  </a:lnTo>
                  <a:lnTo>
                    <a:pt x="221262" y="299239"/>
                  </a:lnTo>
                  <a:lnTo>
                    <a:pt x="224286" y="258704"/>
                  </a:lnTo>
                  <a:lnTo>
                    <a:pt x="236145" y="189267"/>
                  </a:lnTo>
                  <a:lnTo>
                    <a:pt x="255909" y="123068"/>
                  </a:lnTo>
                  <a:lnTo>
                    <a:pt x="231757" y="93297"/>
                  </a:lnTo>
                  <a:lnTo>
                    <a:pt x="177024" y="45041"/>
                  </a:lnTo>
                  <a:lnTo>
                    <a:pt x="112167" y="12402"/>
                  </a:lnTo>
                  <a:lnTo>
                    <a:pt x="76474" y="3355"/>
                  </a:lnTo>
                  <a:lnTo>
                    <a:pt x="402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7"/>
          <p:cNvSpPr txBox="1"/>
          <p:nvPr>
            <p:ph type="title"/>
          </p:nvPr>
        </p:nvSpPr>
        <p:spPr>
          <a:xfrm>
            <a:off x="1960296" y="876491"/>
            <a:ext cx="806259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spAutoFit/>
          </a:bodyPr>
          <a:lstStyle/>
          <a:p>
            <a:pPr indent="0" lvl="0" marL="12700" marR="5080" rtl="0" algn="l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fr-FR" sz="2350">
                <a:solidFill>
                  <a:srgbClr val="001F5F"/>
                </a:solidFill>
              </a:rPr>
              <a:t>Face aux enjeux et risques associés aux décisions stratégiques,  les entreprises s’appuient dans l’élaboration de leur stratégie, sur  une </a:t>
            </a:r>
            <a:r>
              <a:rPr lang="fr-FR" sz="2350">
                <a:solidFill>
                  <a:srgbClr val="FF0000"/>
                </a:solidFill>
              </a:rPr>
              <a:t>démarche structurée </a:t>
            </a:r>
            <a:r>
              <a:rPr b="0" lang="fr-FR" sz="2350">
                <a:solidFill>
                  <a:srgbClr val="001F5F"/>
                </a:solidFill>
              </a:rPr>
              <a:t>autour de deux phases:</a:t>
            </a:r>
            <a:endParaRPr sz="2350"/>
          </a:p>
        </p:txBody>
      </p:sp>
      <p:pic>
        <p:nvPicPr>
          <p:cNvPr id="296" name="Google Shape;296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702637" y="44680"/>
            <a:ext cx="2134475" cy="551049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7"/>
          <p:cNvSpPr txBox="1"/>
          <p:nvPr/>
        </p:nvSpPr>
        <p:spPr>
          <a:xfrm>
            <a:off x="10837750" y="62937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8"/>
          <p:cNvGrpSpPr/>
          <p:nvPr/>
        </p:nvGrpSpPr>
        <p:grpSpPr>
          <a:xfrm>
            <a:off x="3984560" y="3563874"/>
            <a:ext cx="1928608" cy="1755865"/>
            <a:chOff x="2368295" y="2404872"/>
            <a:chExt cx="1833372" cy="836676"/>
          </a:xfrm>
        </p:grpSpPr>
        <p:pic>
          <p:nvPicPr>
            <p:cNvPr id="303" name="Google Shape;303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68295" y="2404872"/>
              <a:ext cx="1833372" cy="8366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8"/>
            <p:cNvSpPr/>
            <p:nvPr/>
          </p:nvSpPr>
          <p:spPr>
            <a:xfrm>
              <a:off x="2432304" y="2432303"/>
              <a:ext cx="1710055" cy="685800"/>
            </a:xfrm>
            <a:custGeom>
              <a:rect b="b" l="l" r="r" t="t"/>
              <a:pathLst>
                <a:path extrusionOk="0" h="685800" w="1710054">
                  <a:moveTo>
                    <a:pt x="1709928" y="114300"/>
                  </a:moveTo>
                  <a:lnTo>
                    <a:pt x="1700936" y="69824"/>
                  </a:lnTo>
                  <a:lnTo>
                    <a:pt x="1676438" y="33489"/>
                  </a:lnTo>
                  <a:lnTo>
                    <a:pt x="1640103" y="8991"/>
                  </a:lnTo>
                  <a:lnTo>
                    <a:pt x="1595628" y="0"/>
                  </a:lnTo>
                  <a:lnTo>
                    <a:pt x="0" y="0"/>
                  </a:lnTo>
                  <a:lnTo>
                    <a:pt x="0" y="685800"/>
                  </a:lnTo>
                  <a:lnTo>
                    <a:pt x="1709928" y="685800"/>
                  </a:lnTo>
                  <a:lnTo>
                    <a:pt x="1709928" y="114300"/>
                  </a:lnTo>
                  <a:close/>
                </a:path>
              </a:pathLst>
            </a:custGeom>
            <a:solidFill>
              <a:srgbClr val="A4A4A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p8"/>
          <p:cNvSpPr txBox="1"/>
          <p:nvPr/>
        </p:nvSpPr>
        <p:spPr>
          <a:xfrm>
            <a:off x="4157173" y="3668886"/>
            <a:ext cx="1571173" cy="95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Analyse Interne de </a:t>
            </a:r>
            <a:endParaRPr/>
          </a:p>
          <a:p>
            <a:pPr indent="0" lvl="0" marL="12700" marR="0" rtl="0" algn="l">
              <a:spcBef>
                <a:spcPts val="13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L’entreprise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6" name="Google Shape;306;p8"/>
          <p:cNvGrpSpPr/>
          <p:nvPr/>
        </p:nvGrpSpPr>
        <p:grpSpPr>
          <a:xfrm>
            <a:off x="6223975" y="3552251"/>
            <a:ext cx="1979634" cy="1766952"/>
            <a:chOff x="5010911" y="2468879"/>
            <a:chExt cx="1833372" cy="836676"/>
          </a:xfrm>
        </p:grpSpPr>
        <p:pic>
          <p:nvPicPr>
            <p:cNvPr id="307" name="Google Shape;307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010911" y="2468879"/>
              <a:ext cx="1833372" cy="8366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8"/>
            <p:cNvSpPr/>
            <p:nvPr/>
          </p:nvSpPr>
          <p:spPr>
            <a:xfrm>
              <a:off x="5074920" y="2496311"/>
              <a:ext cx="1710055" cy="695325"/>
            </a:xfrm>
            <a:custGeom>
              <a:rect b="b" l="l" r="r" t="t"/>
              <a:pathLst>
                <a:path extrusionOk="0" h="695325" w="1710054">
                  <a:moveTo>
                    <a:pt x="1709928" y="0"/>
                  </a:moveTo>
                  <a:lnTo>
                    <a:pt x="115824" y="0"/>
                  </a:lnTo>
                  <a:lnTo>
                    <a:pt x="70713" y="9105"/>
                  </a:lnTo>
                  <a:lnTo>
                    <a:pt x="33909" y="33909"/>
                  </a:lnTo>
                  <a:lnTo>
                    <a:pt x="9093" y="70726"/>
                  </a:lnTo>
                  <a:lnTo>
                    <a:pt x="0" y="115824"/>
                  </a:lnTo>
                  <a:lnTo>
                    <a:pt x="0" y="694944"/>
                  </a:lnTo>
                  <a:lnTo>
                    <a:pt x="1709928" y="694944"/>
                  </a:lnTo>
                  <a:lnTo>
                    <a:pt x="1709928" y="0"/>
                  </a:lnTo>
                  <a:close/>
                </a:path>
              </a:pathLst>
            </a:custGeom>
            <a:solidFill>
              <a:srgbClr val="A4A4A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9" name="Google Shape;309;p8"/>
          <p:cNvSpPr txBox="1"/>
          <p:nvPr/>
        </p:nvSpPr>
        <p:spPr>
          <a:xfrm>
            <a:off x="6676846" y="3830621"/>
            <a:ext cx="1527312" cy="9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Analyse de l’environnement externe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0" name="Google Shape;310;p8"/>
          <p:cNvGrpSpPr/>
          <p:nvPr/>
        </p:nvGrpSpPr>
        <p:grpSpPr>
          <a:xfrm>
            <a:off x="8281416" y="2295144"/>
            <a:ext cx="2382647" cy="3346703"/>
            <a:chOff x="6757416" y="2295144"/>
            <a:chExt cx="2382647" cy="3346703"/>
          </a:xfrm>
        </p:grpSpPr>
        <p:sp>
          <p:nvSpPr>
            <p:cNvPr id="311" name="Google Shape;311;p8"/>
            <p:cNvSpPr/>
            <p:nvPr/>
          </p:nvSpPr>
          <p:spPr>
            <a:xfrm>
              <a:off x="7717536" y="4855464"/>
              <a:ext cx="0" cy="768350"/>
            </a:xfrm>
            <a:custGeom>
              <a:rect b="b" l="l" r="r" t="t"/>
              <a:pathLst>
                <a:path extrusionOk="0" h="768350" w="120000">
                  <a:moveTo>
                    <a:pt x="0" y="0"/>
                  </a:moveTo>
                  <a:lnTo>
                    <a:pt x="0" y="768248"/>
                  </a:lnTo>
                </a:path>
              </a:pathLst>
            </a:custGeom>
            <a:noFill/>
            <a:ln cap="flat" cmpd="sng" w="19050">
              <a:solidFill>
                <a:srgbClr val="EC7C3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7699248" y="5641847"/>
              <a:ext cx="1440815" cy="0"/>
            </a:xfrm>
            <a:custGeom>
              <a:rect b="b" l="l" r="r" t="t"/>
              <a:pathLst>
                <a:path extrusionOk="0" h="120000" w="1440815">
                  <a:moveTo>
                    <a:pt x="1440687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EC7C3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13" name="Google Shape;313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757416" y="2295144"/>
              <a:ext cx="1933955" cy="25374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" name="Google Shape;314;p8"/>
            <p:cNvSpPr/>
            <p:nvPr/>
          </p:nvSpPr>
          <p:spPr>
            <a:xfrm>
              <a:off x="6858000" y="2359152"/>
              <a:ext cx="1811020" cy="2414270"/>
            </a:xfrm>
            <a:custGeom>
              <a:rect b="b" l="l" r="r" t="t"/>
              <a:pathLst>
                <a:path extrusionOk="0" h="2414270" w="1811020">
                  <a:moveTo>
                    <a:pt x="1673478" y="0"/>
                  </a:moveTo>
                  <a:lnTo>
                    <a:pt x="137032" y="0"/>
                  </a:lnTo>
                  <a:lnTo>
                    <a:pt x="93715" y="6985"/>
                  </a:lnTo>
                  <a:lnTo>
                    <a:pt x="56098" y="26436"/>
                  </a:lnTo>
                  <a:lnTo>
                    <a:pt x="26436" y="56098"/>
                  </a:lnTo>
                  <a:lnTo>
                    <a:pt x="6984" y="93715"/>
                  </a:lnTo>
                  <a:lnTo>
                    <a:pt x="0" y="137033"/>
                  </a:lnTo>
                  <a:lnTo>
                    <a:pt x="0" y="2276983"/>
                  </a:lnTo>
                  <a:lnTo>
                    <a:pt x="6984" y="2320300"/>
                  </a:lnTo>
                  <a:lnTo>
                    <a:pt x="26436" y="2357917"/>
                  </a:lnTo>
                  <a:lnTo>
                    <a:pt x="56098" y="2387579"/>
                  </a:lnTo>
                  <a:lnTo>
                    <a:pt x="93715" y="2407031"/>
                  </a:lnTo>
                  <a:lnTo>
                    <a:pt x="137032" y="2414016"/>
                  </a:lnTo>
                  <a:lnTo>
                    <a:pt x="1673478" y="2414016"/>
                  </a:lnTo>
                  <a:lnTo>
                    <a:pt x="1716796" y="2407031"/>
                  </a:lnTo>
                  <a:lnTo>
                    <a:pt x="1754413" y="2387579"/>
                  </a:lnTo>
                  <a:lnTo>
                    <a:pt x="1784075" y="2357917"/>
                  </a:lnTo>
                  <a:lnTo>
                    <a:pt x="1803527" y="2320300"/>
                  </a:lnTo>
                  <a:lnTo>
                    <a:pt x="1810511" y="2276983"/>
                  </a:lnTo>
                  <a:lnTo>
                    <a:pt x="1810511" y="137033"/>
                  </a:lnTo>
                  <a:lnTo>
                    <a:pt x="1803527" y="93715"/>
                  </a:lnTo>
                  <a:lnTo>
                    <a:pt x="1784075" y="56098"/>
                  </a:lnTo>
                  <a:lnTo>
                    <a:pt x="1754413" y="26436"/>
                  </a:lnTo>
                  <a:lnTo>
                    <a:pt x="1716796" y="6985"/>
                  </a:lnTo>
                  <a:lnTo>
                    <a:pt x="1673478" y="0"/>
                  </a:lnTo>
                  <a:close/>
                </a:path>
              </a:pathLst>
            </a:custGeom>
            <a:solidFill>
              <a:srgbClr val="EC7C3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15" name="Google Shape;315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040880" y="2542032"/>
              <a:ext cx="1495044" cy="19522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" name="Google Shape;316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077456" y="2578608"/>
              <a:ext cx="1371600" cy="182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7" name="Google Shape;317;p8"/>
          <p:cNvGrpSpPr/>
          <p:nvPr/>
        </p:nvGrpSpPr>
        <p:grpSpPr>
          <a:xfrm>
            <a:off x="2018959" y="2758058"/>
            <a:ext cx="1888343" cy="2491838"/>
            <a:chOff x="429703" y="2532838"/>
            <a:chExt cx="1888343" cy="2491838"/>
          </a:xfrm>
        </p:grpSpPr>
        <p:pic>
          <p:nvPicPr>
            <p:cNvPr id="318" name="Google Shape;318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703" y="2532838"/>
              <a:ext cx="1888343" cy="24918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" name="Google Shape;319;p8"/>
            <p:cNvSpPr/>
            <p:nvPr/>
          </p:nvSpPr>
          <p:spPr>
            <a:xfrm>
              <a:off x="429768" y="2569463"/>
              <a:ext cx="1811020" cy="2423160"/>
            </a:xfrm>
            <a:custGeom>
              <a:rect b="b" l="l" r="r" t="t"/>
              <a:pathLst>
                <a:path extrusionOk="0" h="2423160" w="1811020">
                  <a:moveTo>
                    <a:pt x="1673479" y="0"/>
                  </a:moveTo>
                  <a:lnTo>
                    <a:pt x="137033" y="0"/>
                  </a:lnTo>
                  <a:lnTo>
                    <a:pt x="93720" y="6985"/>
                  </a:lnTo>
                  <a:lnTo>
                    <a:pt x="56103" y="26436"/>
                  </a:lnTo>
                  <a:lnTo>
                    <a:pt x="26439" y="56098"/>
                  </a:lnTo>
                  <a:lnTo>
                    <a:pt x="6986" y="93715"/>
                  </a:lnTo>
                  <a:lnTo>
                    <a:pt x="0" y="137033"/>
                  </a:lnTo>
                  <a:lnTo>
                    <a:pt x="0" y="2286127"/>
                  </a:lnTo>
                  <a:lnTo>
                    <a:pt x="6986" y="2329444"/>
                  </a:lnTo>
                  <a:lnTo>
                    <a:pt x="26439" y="2367061"/>
                  </a:lnTo>
                  <a:lnTo>
                    <a:pt x="56103" y="2396723"/>
                  </a:lnTo>
                  <a:lnTo>
                    <a:pt x="93720" y="2416175"/>
                  </a:lnTo>
                  <a:lnTo>
                    <a:pt x="137033" y="2423160"/>
                  </a:lnTo>
                  <a:lnTo>
                    <a:pt x="1673479" y="2423160"/>
                  </a:lnTo>
                  <a:lnTo>
                    <a:pt x="1716796" y="2416175"/>
                  </a:lnTo>
                  <a:lnTo>
                    <a:pt x="1754413" y="2396723"/>
                  </a:lnTo>
                  <a:lnTo>
                    <a:pt x="1784075" y="2367061"/>
                  </a:lnTo>
                  <a:lnTo>
                    <a:pt x="1803527" y="2329444"/>
                  </a:lnTo>
                  <a:lnTo>
                    <a:pt x="1810512" y="2286127"/>
                  </a:lnTo>
                  <a:lnTo>
                    <a:pt x="1810512" y="137033"/>
                  </a:lnTo>
                  <a:lnTo>
                    <a:pt x="1803527" y="93715"/>
                  </a:lnTo>
                  <a:lnTo>
                    <a:pt x="1784075" y="56098"/>
                  </a:lnTo>
                  <a:lnTo>
                    <a:pt x="1754413" y="26436"/>
                  </a:lnTo>
                  <a:lnTo>
                    <a:pt x="1716796" y="6985"/>
                  </a:lnTo>
                  <a:lnTo>
                    <a:pt x="1673479" y="0"/>
                  </a:lnTo>
                  <a:close/>
                </a:path>
              </a:pathLst>
            </a:custGeom>
            <a:solidFill>
              <a:srgbClr val="00AFE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20" name="Google Shape;320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21792" y="2724911"/>
              <a:ext cx="1495044" cy="19522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" name="Google Shape;321;p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49224" y="2788919"/>
              <a:ext cx="1371600" cy="18287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2" name="Google Shape;322;p8"/>
          <p:cNvSpPr txBox="1"/>
          <p:nvPr/>
        </p:nvSpPr>
        <p:spPr>
          <a:xfrm>
            <a:off x="2389442" y="1205294"/>
            <a:ext cx="7185659" cy="950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300">
            <a:spAutoFit/>
          </a:bodyPr>
          <a:lstStyle/>
          <a:p>
            <a:pPr indent="0" lvl="0" marL="12700" marR="5080" rtl="0" algn="just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1E1C11"/>
                </a:solidFill>
                <a:latin typeface="Calibri"/>
                <a:ea typeface="Calibri"/>
                <a:cs typeface="Calibri"/>
                <a:sym typeface="Calibri"/>
              </a:rPr>
              <a:t>C’est une </a:t>
            </a:r>
            <a:r>
              <a:rPr b="1" lang="fr-F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démarche d’analyse </a:t>
            </a:r>
            <a:r>
              <a:rPr b="1" lang="fr-FR" sz="2000">
                <a:solidFill>
                  <a:srgbClr val="1E1C11"/>
                </a:solidFill>
                <a:latin typeface="Calibri"/>
                <a:ea typeface="Calibri"/>
                <a:cs typeface="Calibri"/>
                <a:sym typeface="Calibri"/>
              </a:rPr>
              <a:t>visant à repérer les </a:t>
            </a:r>
            <a:r>
              <a:rPr b="1" lang="fr-F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éléments externe  et interne </a:t>
            </a:r>
            <a:r>
              <a:rPr b="1" lang="fr-FR" sz="2000">
                <a:solidFill>
                  <a:srgbClr val="1E1C11"/>
                </a:solidFill>
                <a:latin typeface="Calibri"/>
                <a:ea typeface="Calibri"/>
                <a:cs typeface="Calibri"/>
                <a:sym typeface="Calibri"/>
              </a:rPr>
              <a:t>qui ont un </a:t>
            </a:r>
            <a:r>
              <a:rPr b="1" lang="fr-F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impact </a:t>
            </a:r>
            <a:r>
              <a:rPr b="1" lang="fr-FR" sz="2000">
                <a:solidFill>
                  <a:srgbClr val="1E1C11"/>
                </a:solidFill>
                <a:latin typeface="Calibri"/>
                <a:ea typeface="Calibri"/>
                <a:cs typeface="Calibri"/>
                <a:sym typeface="Calibri"/>
              </a:rPr>
              <a:t>significatif </a:t>
            </a:r>
            <a:r>
              <a:rPr b="1" lang="fr-F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sur la performance et le  développement </a:t>
            </a:r>
            <a:r>
              <a:rPr b="1" lang="fr-FR" sz="2000">
                <a:solidFill>
                  <a:srgbClr val="1E1C11"/>
                </a:solidFill>
                <a:latin typeface="Calibri"/>
                <a:ea typeface="Calibri"/>
                <a:cs typeface="Calibri"/>
                <a:sym typeface="Calibri"/>
              </a:rPr>
              <a:t>de l’entreprise.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 txBox="1"/>
          <p:nvPr>
            <p:ph type="title"/>
          </p:nvPr>
        </p:nvSpPr>
        <p:spPr>
          <a:xfrm>
            <a:off x="898906" y="559009"/>
            <a:ext cx="3430904" cy="454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Diagnostic stratégique</a:t>
            </a:r>
            <a:r>
              <a:rPr lang="fr-FR">
                <a:solidFill>
                  <a:srgbClr val="C00000"/>
                </a:solidFill>
              </a:rPr>
              <a:t>:</a:t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304800" y="578372"/>
            <a:ext cx="448309" cy="512445"/>
          </a:xfrm>
          <a:custGeom>
            <a:rect b="b" l="l" r="r" t="t"/>
            <a:pathLst>
              <a:path extrusionOk="0" h="512444" w="448309">
                <a:moveTo>
                  <a:pt x="0" y="0"/>
                </a:moveTo>
                <a:lnTo>
                  <a:pt x="0" y="512063"/>
                </a:lnTo>
                <a:lnTo>
                  <a:pt x="448056" y="25603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45500" y="34166"/>
            <a:ext cx="1451757" cy="42139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8"/>
          <p:cNvSpPr txBox="1"/>
          <p:nvPr/>
        </p:nvSpPr>
        <p:spPr>
          <a:xfrm>
            <a:off x="3207217" y="5701940"/>
            <a:ext cx="683676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609600" lvl="0" marL="609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1E1C11"/>
                </a:solidFill>
                <a:latin typeface="Calibri"/>
                <a:ea typeface="Calibri"/>
                <a:cs typeface="Calibri"/>
                <a:sym typeface="Calibri"/>
              </a:rPr>
              <a:t>Il permet d’établir et de prendre les orientations stratégiques les plus rationnelles.</a:t>
            </a:r>
            <a:endParaRPr/>
          </a:p>
        </p:txBody>
      </p:sp>
      <p:sp>
        <p:nvSpPr>
          <p:cNvPr id="327" name="Google Shape;327;p8"/>
          <p:cNvSpPr txBox="1"/>
          <p:nvPr/>
        </p:nvSpPr>
        <p:spPr>
          <a:xfrm>
            <a:off x="10837750" y="62937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9"/>
          <p:cNvSpPr txBox="1"/>
          <p:nvPr>
            <p:ph idx="1" type="body"/>
          </p:nvPr>
        </p:nvSpPr>
        <p:spPr>
          <a:xfrm>
            <a:off x="5285911" y="1688807"/>
            <a:ext cx="3324690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33"/>
              <a:t>Le macro-environnement</a:t>
            </a:r>
            <a:endParaRPr sz="2133"/>
          </a:p>
        </p:txBody>
      </p:sp>
      <p:sp>
        <p:nvSpPr>
          <p:cNvPr id="334" name="Google Shape;334;p9"/>
          <p:cNvSpPr txBox="1"/>
          <p:nvPr>
            <p:ph idx="3" type="body"/>
          </p:nvPr>
        </p:nvSpPr>
        <p:spPr>
          <a:xfrm>
            <a:off x="5287977" y="3218977"/>
            <a:ext cx="5307759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33"/>
              <a:t>Le micro-environnement</a:t>
            </a:r>
            <a:endParaRPr sz="2133"/>
          </a:p>
        </p:txBody>
      </p:sp>
      <p:sp>
        <p:nvSpPr>
          <p:cNvPr id="335" name="Google Shape;335;p9"/>
          <p:cNvSpPr txBox="1"/>
          <p:nvPr>
            <p:ph idx="5" type="body"/>
          </p:nvPr>
        </p:nvSpPr>
        <p:spPr>
          <a:xfrm>
            <a:off x="5292675" y="4773149"/>
            <a:ext cx="4897647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33"/>
              <a:t>L’environnement interne</a:t>
            </a:r>
            <a:endParaRPr sz="2133"/>
          </a:p>
        </p:txBody>
      </p:sp>
      <p:sp>
        <p:nvSpPr>
          <p:cNvPr id="336" name="Google Shape;336;p9"/>
          <p:cNvSpPr txBox="1"/>
          <p:nvPr>
            <p:ph idx="7" type="body"/>
          </p:nvPr>
        </p:nvSpPr>
        <p:spPr>
          <a:xfrm>
            <a:off x="1589108" y="2019832"/>
            <a:ext cx="1824361" cy="5450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FEFEFE"/>
                </a:solidFill>
              </a:rPr>
              <a:t>Environnement général</a:t>
            </a:r>
            <a:endParaRPr sz="1600">
              <a:solidFill>
                <a:srgbClr val="FEFEFE"/>
              </a:solidFill>
            </a:endParaRPr>
          </a:p>
        </p:txBody>
      </p:sp>
      <p:sp>
        <p:nvSpPr>
          <p:cNvPr id="337" name="Google Shape;337;p9"/>
          <p:cNvSpPr txBox="1"/>
          <p:nvPr>
            <p:ph idx="8" type="body"/>
          </p:nvPr>
        </p:nvSpPr>
        <p:spPr>
          <a:xfrm>
            <a:off x="1589108" y="3219965"/>
            <a:ext cx="1824361" cy="5450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FEFEFE"/>
                </a:solidFill>
              </a:rPr>
              <a:t>Secteur / Industrie</a:t>
            </a:r>
            <a:endParaRPr sz="1600">
              <a:solidFill>
                <a:srgbClr val="FEFEFE"/>
              </a:solidFill>
            </a:endParaRPr>
          </a:p>
        </p:txBody>
      </p:sp>
      <p:sp>
        <p:nvSpPr>
          <p:cNvPr id="338" name="Google Shape;338;p9"/>
          <p:cNvSpPr txBox="1"/>
          <p:nvPr>
            <p:ph idx="9" type="body"/>
          </p:nvPr>
        </p:nvSpPr>
        <p:spPr>
          <a:xfrm>
            <a:off x="1613113" y="4660125"/>
            <a:ext cx="1824361" cy="5450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67">
                <a:solidFill>
                  <a:srgbClr val="FEFEFE"/>
                </a:solidFill>
              </a:rPr>
              <a:t>Entreprise</a:t>
            </a:r>
            <a:endParaRPr sz="1867">
              <a:solidFill>
                <a:srgbClr val="FEFEFE"/>
              </a:solidFill>
            </a:endParaRPr>
          </a:p>
        </p:txBody>
      </p:sp>
      <p:sp>
        <p:nvSpPr>
          <p:cNvPr id="339" name="Google Shape;339;p9"/>
          <p:cNvSpPr txBox="1"/>
          <p:nvPr/>
        </p:nvSpPr>
        <p:spPr>
          <a:xfrm>
            <a:off x="2135560" y="3076"/>
            <a:ext cx="9446365" cy="617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>
                <a:solidFill>
                  <a:srgbClr val="95373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descr="Rocket" id="340" name="Google Shape;3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40262" y="2745049"/>
            <a:ext cx="256275" cy="25627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9"/>
          <p:cNvSpPr/>
          <p:nvPr/>
        </p:nvSpPr>
        <p:spPr>
          <a:xfrm>
            <a:off x="304800" y="578372"/>
            <a:ext cx="448309" cy="512445"/>
          </a:xfrm>
          <a:custGeom>
            <a:rect b="b" l="l" r="r" t="t"/>
            <a:pathLst>
              <a:path extrusionOk="0" h="512444" w="448309">
                <a:moveTo>
                  <a:pt x="0" y="0"/>
                </a:moveTo>
                <a:lnTo>
                  <a:pt x="0" y="512063"/>
                </a:lnTo>
                <a:lnTo>
                  <a:pt x="448056" y="25603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 txBox="1"/>
          <p:nvPr/>
        </p:nvSpPr>
        <p:spPr>
          <a:xfrm>
            <a:off x="898906" y="559009"/>
            <a:ext cx="5806694" cy="444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Diagnostic stratégique:</a:t>
            </a:r>
            <a:endParaRPr/>
          </a:p>
        </p:txBody>
      </p:sp>
      <p:sp>
        <p:nvSpPr>
          <p:cNvPr id="343" name="Google Shape;343;p9"/>
          <p:cNvSpPr txBox="1"/>
          <p:nvPr/>
        </p:nvSpPr>
        <p:spPr>
          <a:xfrm>
            <a:off x="10837750" y="62937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10"/>
          <p:cNvGrpSpPr/>
          <p:nvPr/>
        </p:nvGrpSpPr>
        <p:grpSpPr>
          <a:xfrm>
            <a:off x="5099304" y="2999232"/>
            <a:ext cx="1115695" cy="1582166"/>
            <a:chOff x="3575303" y="2999232"/>
            <a:chExt cx="1115695" cy="1582166"/>
          </a:xfrm>
        </p:grpSpPr>
        <p:sp>
          <p:nvSpPr>
            <p:cNvPr id="349" name="Google Shape;349;p10"/>
            <p:cNvSpPr/>
            <p:nvPr/>
          </p:nvSpPr>
          <p:spPr>
            <a:xfrm>
              <a:off x="3575303" y="2999232"/>
              <a:ext cx="1115695" cy="1371600"/>
            </a:xfrm>
            <a:custGeom>
              <a:rect b="b" l="l" r="r" t="t"/>
              <a:pathLst>
                <a:path extrusionOk="0" h="1371600" w="1115695">
                  <a:moveTo>
                    <a:pt x="1115568" y="0"/>
                  </a:moveTo>
                  <a:lnTo>
                    <a:pt x="0" y="0"/>
                  </a:lnTo>
                  <a:lnTo>
                    <a:pt x="0" y="930274"/>
                  </a:lnTo>
                  <a:lnTo>
                    <a:pt x="557784" y="1371599"/>
                  </a:lnTo>
                  <a:lnTo>
                    <a:pt x="1115568" y="930274"/>
                  </a:lnTo>
                  <a:lnTo>
                    <a:pt x="1115568" y="0"/>
                  </a:lnTo>
                  <a:close/>
                </a:path>
              </a:pathLst>
            </a:custGeom>
            <a:solidFill>
              <a:srgbClr val="0967B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0"/>
            <p:cNvSpPr/>
            <p:nvPr/>
          </p:nvSpPr>
          <p:spPr>
            <a:xfrm>
              <a:off x="3575303" y="4087368"/>
              <a:ext cx="1115695" cy="494030"/>
            </a:xfrm>
            <a:custGeom>
              <a:rect b="b" l="l" r="r" t="t"/>
              <a:pathLst>
                <a:path extrusionOk="0" h="494029" w="1115695">
                  <a:moveTo>
                    <a:pt x="1115568" y="0"/>
                  </a:moveTo>
                  <a:lnTo>
                    <a:pt x="557784" y="332485"/>
                  </a:lnTo>
                  <a:lnTo>
                    <a:pt x="0" y="0"/>
                  </a:lnTo>
                  <a:lnTo>
                    <a:pt x="0" y="161289"/>
                  </a:lnTo>
                  <a:lnTo>
                    <a:pt x="557784" y="493775"/>
                  </a:lnTo>
                  <a:lnTo>
                    <a:pt x="1115568" y="161289"/>
                  </a:lnTo>
                  <a:lnTo>
                    <a:pt x="1115568" y="0"/>
                  </a:lnTo>
                  <a:close/>
                </a:path>
              </a:pathLst>
            </a:custGeom>
            <a:solidFill>
              <a:srgbClr val="0050A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1" name="Google Shape;351;p10"/>
          <p:cNvGrpSpPr/>
          <p:nvPr/>
        </p:nvGrpSpPr>
        <p:grpSpPr>
          <a:xfrm>
            <a:off x="1953768" y="1856232"/>
            <a:ext cx="1445005" cy="1444879"/>
            <a:chOff x="429768" y="1856232"/>
            <a:chExt cx="1445005" cy="1444879"/>
          </a:xfrm>
        </p:grpSpPr>
        <p:sp>
          <p:nvSpPr>
            <p:cNvPr id="352" name="Google Shape;352;p10"/>
            <p:cNvSpPr/>
            <p:nvPr/>
          </p:nvSpPr>
          <p:spPr>
            <a:xfrm>
              <a:off x="429768" y="1856232"/>
              <a:ext cx="594360" cy="384175"/>
            </a:xfrm>
            <a:custGeom>
              <a:rect b="b" l="l" r="r" t="t"/>
              <a:pathLst>
                <a:path extrusionOk="0" h="384175" w="594360">
                  <a:moveTo>
                    <a:pt x="368592" y="0"/>
                  </a:moveTo>
                  <a:lnTo>
                    <a:pt x="0" y="0"/>
                  </a:lnTo>
                  <a:lnTo>
                    <a:pt x="0" y="384047"/>
                  </a:lnTo>
                  <a:lnTo>
                    <a:pt x="594360" y="384047"/>
                  </a:lnTo>
                  <a:lnTo>
                    <a:pt x="368592" y="0"/>
                  </a:lnTo>
                  <a:close/>
                </a:path>
              </a:pathLst>
            </a:custGeom>
            <a:solidFill>
              <a:srgbClr val="36B8E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0"/>
            <p:cNvSpPr/>
            <p:nvPr/>
          </p:nvSpPr>
          <p:spPr>
            <a:xfrm>
              <a:off x="740663" y="2240280"/>
              <a:ext cx="283845" cy="676910"/>
            </a:xfrm>
            <a:custGeom>
              <a:rect b="b" l="l" r="r" t="t"/>
              <a:pathLst>
                <a:path extrusionOk="0" h="676910" w="283844">
                  <a:moveTo>
                    <a:pt x="283464" y="0"/>
                  </a:moveTo>
                  <a:lnTo>
                    <a:pt x="0" y="0"/>
                  </a:lnTo>
                  <a:lnTo>
                    <a:pt x="0" y="676656"/>
                  </a:lnTo>
                  <a:lnTo>
                    <a:pt x="283464" y="676656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0D90B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0"/>
            <p:cNvSpPr/>
            <p:nvPr/>
          </p:nvSpPr>
          <p:spPr>
            <a:xfrm>
              <a:off x="740663" y="2916936"/>
              <a:ext cx="1134110" cy="384175"/>
            </a:xfrm>
            <a:custGeom>
              <a:rect b="b" l="l" r="r" t="t"/>
              <a:pathLst>
                <a:path extrusionOk="0" h="384175" w="1134110">
                  <a:moveTo>
                    <a:pt x="1133856" y="0"/>
                  </a:moveTo>
                  <a:lnTo>
                    <a:pt x="0" y="0"/>
                  </a:lnTo>
                  <a:lnTo>
                    <a:pt x="241033" y="384048"/>
                  </a:lnTo>
                  <a:lnTo>
                    <a:pt x="1133856" y="384048"/>
                  </a:lnTo>
                  <a:lnTo>
                    <a:pt x="1133856" y="0"/>
                  </a:lnTo>
                  <a:close/>
                </a:path>
              </a:pathLst>
            </a:custGeom>
            <a:solidFill>
              <a:srgbClr val="36B8E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5" name="Google Shape;355;p10"/>
          <p:cNvSpPr/>
          <p:nvPr/>
        </p:nvSpPr>
        <p:spPr>
          <a:xfrm>
            <a:off x="1807464" y="996696"/>
            <a:ext cx="567055" cy="759460"/>
          </a:xfrm>
          <a:custGeom>
            <a:rect b="b" l="l" r="r" t="t"/>
            <a:pathLst>
              <a:path extrusionOk="0" h="759460" w="567055">
                <a:moveTo>
                  <a:pt x="0" y="379475"/>
                </a:moveTo>
                <a:lnTo>
                  <a:pt x="3073" y="323406"/>
                </a:lnTo>
                <a:lnTo>
                  <a:pt x="12001" y="269888"/>
                </a:lnTo>
                <a:lnTo>
                  <a:pt x="26345" y="219510"/>
                </a:lnTo>
                <a:lnTo>
                  <a:pt x="45667" y="172860"/>
                </a:lnTo>
                <a:lnTo>
                  <a:pt x="69528" y="130523"/>
                </a:lnTo>
                <a:lnTo>
                  <a:pt x="97490" y="93088"/>
                </a:lnTo>
                <a:lnTo>
                  <a:pt x="129114" y="61143"/>
                </a:lnTo>
                <a:lnTo>
                  <a:pt x="163962" y="35274"/>
                </a:lnTo>
                <a:lnTo>
                  <a:pt x="201595" y="16068"/>
                </a:lnTo>
                <a:lnTo>
                  <a:pt x="241575" y="4115"/>
                </a:lnTo>
                <a:lnTo>
                  <a:pt x="283464" y="0"/>
                </a:lnTo>
                <a:lnTo>
                  <a:pt x="325352" y="4115"/>
                </a:lnTo>
                <a:lnTo>
                  <a:pt x="365332" y="16068"/>
                </a:lnTo>
                <a:lnTo>
                  <a:pt x="402965" y="35274"/>
                </a:lnTo>
                <a:lnTo>
                  <a:pt x="437813" y="61143"/>
                </a:lnTo>
                <a:lnTo>
                  <a:pt x="469437" y="93088"/>
                </a:lnTo>
                <a:lnTo>
                  <a:pt x="497399" y="130523"/>
                </a:lnTo>
                <a:lnTo>
                  <a:pt x="521260" y="172860"/>
                </a:lnTo>
                <a:lnTo>
                  <a:pt x="540582" y="219510"/>
                </a:lnTo>
                <a:lnTo>
                  <a:pt x="554926" y="269888"/>
                </a:lnTo>
                <a:lnTo>
                  <a:pt x="563854" y="323406"/>
                </a:lnTo>
                <a:lnTo>
                  <a:pt x="566927" y="379475"/>
                </a:lnTo>
                <a:lnTo>
                  <a:pt x="563854" y="435545"/>
                </a:lnTo>
                <a:lnTo>
                  <a:pt x="554926" y="489063"/>
                </a:lnTo>
                <a:lnTo>
                  <a:pt x="540582" y="539441"/>
                </a:lnTo>
                <a:lnTo>
                  <a:pt x="521260" y="586091"/>
                </a:lnTo>
                <a:lnTo>
                  <a:pt x="497399" y="628428"/>
                </a:lnTo>
                <a:lnTo>
                  <a:pt x="469437" y="665863"/>
                </a:lnTo>
                <a:lnTo>
                  <a:pt x="437813" y="697808"/>
                </a:lnTo>
                <a:lnTo>
                  <a:pt x="402965" y="723677"/>
                </a:lnTo>
                <a:lnTo>
                  <a:pt x="365332" y="742883"/>
                </a:lnTo>
                <a:lnTo>
                  <a:pt x="325352" y="754836"/>
                </a:lnTo>
                <a:lnTo>
                  <a:pt x="283464" y="758951"/>
                </a:lnTo>
                <a:lnTo>
                  <a:pt x="241575" y="754836"/>
                </a:lnTo>
                <a:lnTo>
                  <a:pt x="201595" y="742883"/>
                </a:lnTo>
                <a:lnTo>
                  <a:pt x="163962" y="723677"/>
                </a:lnTo>
                <a:lnTo>
                  <a:pt x="129114" y="697808"/>
                </a:lnTo>
                <a:lnTo>
                  <a:pt x="97490" y="665863"/>
                </a:lnTo>
                <a:lnTo>
                  <a:pt x="69528" y="628428"/>
                </a:lnTo>
                <a:lnTo>
                  <a:pt x="45667" y="586091"/>
                </a:lnTo>
                <a:lnTo>
                  <a:pt x="26345" y="539441"/>
                </a:lnTo>
                <a:lnTo>
                  <a:pt x="12001" y="489063"/>
                </a:lnTo>
                <a:lnTo>
                  <a:pt x="3073" y="435545"/>
                </a:lnTo>
                <a:lnTo>
                  <a:pt x="0" y="379475"/>
                </a:lnTo>
                <a:close/>
              </a:path>
            </a:pathLst>
          </a:custGeom>
          <a:noFill/>
          <a:ln cap="flat" cmpd="sng" w="57150">
            <a:solidFill>
              <a:srgbClr val="36B8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 txBox="1"/>
          <p:nvPr/>
        </p:nvSpPr>
        <p:spPr>
          <a:xfrm>
            <a:off x="1893456" y="1154874"/>
            <a:ext cx="410209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650">
                <a:solidFill>
                  <a:srgbClr val="36B8E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4244339" y="507492"/>
            <a:ext cx="2642870" cy="1691639"/>
          </a:xfrm>
          <a:custGeom>
            <a:rect b="b" l="l" r="r" t="t"/>
            <a:pathLst>
              <a:path extrusionOk="0" h="1691639" w="2642870">
                <a:moveTo>
                  <a:pt x="0" y="845820"/>
                </a:moveTo>
                <a:lnTo>
                  <a:pt x="5113" y="770893"/>
                </a:lnTo>
                <a:lnTo>
                  <a:pt x="20168" y="697792"/>
                </a:lnTo>
                <a:lnTo>
                  <a:pt x="44735" y="626790"/>
                </a:lnTo>
                <a:lnTo>
                  <a:pt x="78383" y="558163"/>
                </a:lnTo>
                <a:lnTo>
                  <a:pt x="98478" y="524826"/>
                </a:lnTo>
                <a:lnTo>
                  <a:pt x="120683" y="492187"/>
                </a:lnTo>
                <a:lnTo>
                  <a:pt x="144944" y="460278"/>
                </a:lnTo>
                <a:lnTo>
                  <a:pt x="171206" y="429135"/>
                </a:lnTo>
                <a:lnTo>
                  <a:pt x="199417" y="398792"/>
                </a:lnTo>
                <a:lnTo>
                  <a:pt x="229522" y="369284"/>
                </a:lnTo>
                <a:lnTo>
                  <a:pt x="261468" y="340644"/>
                </a:lnTo>
                <a:lnTo>
                  <a:pt x="295201" y="312908"/>
                </a:lnTo>
                <a:lnTo>
                  <a:pt x="330668" y="286109"/>
                </a:lnTo>
                <a:lnTo>
                  <a:pt x="367814" y="260283"/>
                </a:lnTo>
                <a:lnTo>
                  <a:pt x="406586" y="235463"/>
                </a:lnTo>
                <a:lnTo>
                  <a:pt x="446931" y="211683"/>
                </a:lnTo>
                <a:lnTo>
                  <a:pt x="488794" y="188979"/>
                </a:lnTo>
                <a:lnTo>
                  <a:pt x="532122" y="167384"/>
                </a:lnTo>
                <a:lnTo>
                  <a:pt x="576861" y="146934"/>
                </a:lnTo>
                <a:lnTo>
                  <a:pt x="622958" y="127661"/>
                </a:lnTo>
                <a:lnTo>
                  <a:pt x="670358" y="109602"/>
                </a:lnTo>
                <a:lnTo>
                  <a:pt x="719009" y="92789"/>
                </a:lnTo>
                <a:lnTo>
                  <a:pt x="768855" y="77259"/>
                </a:lnTo>
                <a:lnTo>
                  <a:pt x="819845" y="63044"/>
                </a:lnTo>
                <a:lnTo>
                  <a:pt x="871923" y="50179"/>
                </a:lnTo>
                <a:lnTo>
                  <a:pt x="925037" y="38699"/>
                </a:lnTo>
                <a:lnTo>
                  <a:pt x="979132" y="28638"/>
                </a:lnTo>
                <a:lnTo>
                  <a:pt x="1034155" y="20031"/>
                </a:lnTo>
                <a:lnTo>
                  <a:pt x="1090052" y="12911"/>
                </a:lnTo>
                <a:lnTo>
                  <a:pt x="1146770" y="7314"/>
                </a:lnTo>
                <a:lnTo>
                  <a:pt x="1204254" y="3273"/>
                </a:lnTo>
                <a:lnTo>
                  <a:pt x="1262451" y="824"/>
                </a:lnTo>
                <a:lnTo>
                  <a:pt x="1321308" y="0"/>
                </a:lnTo>
                <a:lnTo>
                  <a:pt x="1380164" y="824"/>
                </a:lnTo>
                <a:lnTo>
                  <a:pt x="1438361" y="3273"/>
                </a:lnTo>
                <a:lnTo>
                  <a:pt x="1495845" y="7314"/>
                </a:lnTo>
                <a:lnTo>
                  <a:pt x="1552563" y="12911"/>
                </a:lnTo>
                <a:lnTo>
                  <a:pt x="1608460" y="20031"/>
                </a:lnTo>
                <a:lnTo>
                  <a:pt x="1663483" y="28638"/>
                </a:lnTo>
                <a:lnTo>
                  <a:pt x="1717578" y="38699"/>
                </a:lnTo>
                <a:lnTo>
                  <a:pt x="1770692" y="50179"/>
                </a:lnTo>
                <a:lnTo>
                  <a:pt x="1822770" y="63044"/>
                </a:lnTo>
                <a:lnTo>
                  <a:pt x="1873760" y="77259"/>
                </a:lnTo>
                <a:lnTo>
                  <a:pt x="1923606" y="92789"/>
                </a:lnTo>
                <a:lnTo>
                  <a:pt x="1972257" y="109602"/>
                </a:lnTo>
                <a:lnTo>
                  <a:pt x="2019657" y="127661"/>
                </a:lnTo>
                <a:lnTo>
                  <a:pt x="2065754" y="146934"/>
                </a:lnTo>
                <a:lnTo>
                  <a:pt x="2110493" y="167384"/>
                </a:lnTo>
                <a:lnTo>
                  <a:pt x="2153821" y="188979"/>
                </a:lnTo>
                <a:lnTo>
                  <a:pt x="2195684" y="211683"/>
                </a:lnTo>
                <a:lnTo>
                  <a:pt x="2236029" y="235463"/>
                </a:lnTo>
                <a:lnTo>
                  <a:pt x="2274801" y="260283"/>
                </a:lnTo>
                <a:lnTo>
                  <a:pt x="2311947" y="286109"/>
                </a:lnTo>
                <a:lnTo>
                  <a:pt x="2347414" y="312908"/>
                </a:lnTo>
                <a:lnTo>
                  <a:pt x="2381147" y="340644"/>
                </a:lnTo>
                <a:lnTo>
                  <a:pt x="2413093" y="369284"/>
                </a:lnTo>
                <a:lnTo>
                  <a:pt x="2443198" y="398792"/>
                </a:lnTo>
                <a:lnTo>
                  <a:pt x="2471409" y="429135"/>
                </a:lnTo>
                <a:lnTo>
                  <a:pt x="2497671" y="460278"/>
                </a:lnTo>
                <a:lnTo>
                  <a:pt x="2521932" y="492187"/>
                </a:lnTo>
                <a:lnTo>
                  <a:pt x="2544137" y="524826"/>
                </a:lnTo>
                <a:lnTo>
                  <a:pt x="2564232" y="558163"/>
                </a:lnTo>
                <a:lnTo>
                  <a:pt x="2582165" y="592163"/>
                </a:lnTo>
                <a:lnTo>
                  <a:pt x="2611326" y="662011"/>
                </a:lnTo>
                <a:lnTo>
                  <a:pt x="2631190" y="734097"/>
                </a:lnTo>
                <a:lnTo>
                  <a:pt x="2641328" y="808145"/>
                </a:lnTo>
                <a:lnTo>
                  <a:pt x="2642616" y="845820"/>
                </a:lnTo>
                <a:lnTo>
                  <a:pt x="2641328" y="883494"/>
                </a:lnTo>
                <a:lnTo>
                  <a:pt x="2631190" y="957542"/>
                </a:lnTo>
                <a:lnTo>
                  <a:pt x="2611326" y="1029628"/>
                </a:lnTo>
                <a:lnTo>
                  <a:pt x="2582165" y="1099476"/>
                </a:lnTo>
                <a:lnTo>
                  <a:pt x="2564232" y="1133476"/>
                </a:lnTo>
                <a:lnTo>
                  <a:pt x="2544137" y="1166813"/>
                </a:lnTo>
                <a:lnTo>
                  <a:pt x="2521932" y="1199452"/>
                </a:lnTo>
                <a:lnTo>
                  <a:pt x="2497671" y="1231361"/>
                </a:lnTo>
                <a:lnTo>
                  <a:pt x="2471409" y="1262504"/>
                </a:lnTo>
                <a:lnTo>
                  <a:pt x="2443198" y="1292847"/>
                </a:lnTo>
                <a:lnTo>
                  <a:pt x="2413093" y="1322355"/>
                </a:lnTo>
                <a:lnTo>
                  <a:pt x="2381147" y="1350995"/>
                </a:lnTo>
                <a:lnTo>
                  <a:pt x="2347414" y="1378731"/>
                </a:lnTo>
                <a:lnTo>
                  <a:pt x="2311947" y="1405530"/>
                </a:lnTo>
                <a:lnTo>
                  <a:pt x="2274801" y="1431356"/>
                </a:lnTo>
                <a:lnTo>
                  <a:pt x="2236029" y="1456176"/>
                </a:lnTo>
                <a:lnTo>
                  <a:pt x="2195684" y="1479956"/>
                </a:lnTo>
                <a:lnTo>
                  <a:pt x="2153821" y="1502660"/>
                </a:lnTo>
                <a:lnTo>
                  <a:pt x="2110493" y="1524255"/>
                </a:lnTo>
                <a:lnTo>
                  <a:pt x="2065754" y="1544705"/>
                </a:lnTo>
                <a:lnTo>
                  <a:pt x="2019657" y="1563978"/>
                </a:lnTo>
                <a:lnTo>
                  <a:pt x="1972257" y="1582037"/>
                </a:lnTo>
                <a:lnTo>
                  <a:pt x="1923606" y="1598850"/>
                </a:lnTo>
                <a:lnTo>
                  <a:pt x="1873760" y="1614380"/>
                </a:lnTo>
                <a:lnTo>
                  <a:pt x="1822770" y="1628595"/>
                </a:lnTo>
                <a:lnTo>
                  <a:pt x="1770692" y="1641460"/>
                </a:lnTo>
                <a:lnTo>
                  <a:pt x="1717578" y="1652940"/>
                </a:lnTo>
                <a:lnTo>
                  <a:pt x="1663483" y="1663001"/>
                </a:lnTo>
                <a:lnTo>
                  <a:pt x="1608460" y="1671608"/>
                </a:lnTo>
                <a:lnTo>
                  <a:pt x="1552563" y="1678728"/>
                </a:lnTo>
                <a:lnTo>
                  <a:pt x="1495845" y="1684325"/>
                </a:lnTo>
                <a:lnTo>
                  <a:pt x="1438361" y="1688366"/>
                </a:lnTo>
                <a:lnTo>
                  <a:pt x="1380164" y="1690815"/>
                </a:lnTo>
                <a:lnTo>
                  <a:pt x="1321308" y="1691640"/>
                </a:lnTo>
                <a:lnTo>
                  <a:pt x="1262451" y="1690815"/>
                </a:lnTo>
                <a:lnTo>
                  <a:pt x="1204254" y="1688366"/>
                </a:lnTo>
                <a:lnTo>
                  <a:pt x="1146770" y="1684325"/>
                </a:lnTo>
                <a:lnTo>
                  <a:pt x="1090052" y="1678728"/>
                </a:lnTo>
                <a:lnTo>
                  <a:pt x="1034155" y="1671608"/>
                </a:lnTo>
                <a:lnTo>
                  <a:pt x="979132" y="1663001"/>
                </a:lnTo>
                <a:lnTo>
                  <a:pt x="925037" y="1652940"/>
                </a:lnTo>
                <a:lnTo>
                  <a:pt x="871923" y="1641460"/>
                </a:lnTo>
                <a:lnTo>
                  <a:pt x="819845" y="1628595"/>
                </a:lnTo>
                <a:lnTo>
                  <a:pt x="768855" y="1614380"/>
                </a:lnTo>
                <a:lnTo>
                  <a:pt x="719009" y="1598850"/>
                </a:lnTo>
                <a:lnTo>
                  <a:pt x="670358" y="1582037"/>
                </a:lnTo>
                <a:lnTo>
                  <a:pt x="622958" y="1563978"/>
                </a:lnTo>
                <a:lnTo>
                  <a:pt x="576861" y="1544705"/>
                </a:lnTo>
                <a:lnTo>
                  <a:pt x="532122" y="1524255"/>
                </a:lnTo>
                <a:lnTo>
                  <a:pt x="488794" y="1502660"/>
                </a:lnTo>
                <a:lnTo>
                  <a:pt x="446931" y="1479956"/>
                </a:lnTo>
                <a:lnTo>
                  <a:pt x="406586" y="1456176"/>
                </a:lnTo>
                <a:lnTo>
                  <a:pt x="367814" y="1431356"/>
                </a:lnTo>
                <a:lnTo>
                  <a:pt x="330668" y="1405530"/>
                </a:lnTo>
                <a:lnTo>
                  <a:pt x="295201" y="1378731"/>
                </a:lnTo>
                <a:lnTo>
                  <a:pt x="261468" y="1350995"/>
                </a:lnTo>
                <a:lnTo>
                  <a:pt x="229522" y="1322355"/>
                </a:lnTo>
                <a:lnTo>
                  <a:pt x="199417" y="1292847"/>
                </a:lnTo>
                <a:lnTo>
                  <a:pt x="171206" y="1262504"/>
                </a:lnTo>
                <a:lnTo>
                  <a:pt x="144944" y="1231361"/>
                </a:lnTo>
                <a:lnTo>
                  <a:pt x="120683" y="1199452"/>
                </a:lnTo>
                <a:lnTo>
                  <a:pt x="98478" y="1166813"/>
                </a:lnTo>
                <a:lnTo>
                  <a:pt x="78383" y="1133476"/>
                </a:lnTo>
                <a:lnTo>
                  <a:pt x="60450" y="1099476"/>
                </a:lnTo>
                <a:lnTo>
                  <a:pt x="31289" y="1029628"/>
                </a:lnTo>
                <a:lnTo>
                  <a:pt x="11425" y="957542"/>
                </a:lnTo>
                <a:lnTo>
                  <a:pt x="1287" y="883494"/>
                </a:lnTo>
                <a:lnTo>
                  <a:pt x="0" y="845820"/>
                </a:lnTo>
                <a:close/>
              </a:path>
            </a:pathLst>
          </a:cu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 txBox="1"/>
          <p:nvPr/>
        </p:nvSpPr>
        <p:spPr>
          <a:xfrm>
            <a:off x="4835906" y="951547"/>
            <a:ext cx="1449705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6731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Diagnostic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spcBef>
                <a:spcPts val="65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stratégique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 txBox="1"/>
          <p:nvPr/>
        </p:nvSpPr>
        <p:spPr>
          <a:xfrm>
            <a:off x="2765602" y="1955102"/>
            <a:ext cx="1796414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356869" lvl="0" marL="231775" marR="215900" rtl="0" algn="l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550">
                <a:solidFill>
                  <a:srgbClr val="36B8E2"/>
                </a:solidFill>
                <a:latin typeface="Candara"/>
                <a:ea typeface="Candara"/>
                <a:cs typeface="Candara"/>
                <a:sym typeface="Candara"/>
              </a:rPr>
              <a:t>Interne  </a:t>
            </a:r>
            <a:r>
              <a:rPr b="1" lang="fr-FR" sz="1550">
                <a:solidFill>
                  <a:srgbClr val="55585E"/>
                </a:solidFill>
                <a:latin typeface="Candara"/>
                <a:ea typeface="Candara"/>
                <a:cs typeface="Candara"/>
                <a:sym typeface="Candara"/>
              </a:rPr>
              <a:t>Force /faiblesse</a:t>
            </a:r>
            <a:endParaRPr sz="155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12700" marR="0" rtl="0" algn="l">
              <a:spcBef>
                <a:spcPts val="85"/>
              </a:spcBef>
              <a:spcAft>
                <a:spcPts val="0"/>
              </a:spcAft>
              <a:buNone/>
            </a:pPr>
            <a:r>
              <a:rPr b="1" lang="fr-FR" sz="155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Capacité stratégique</a:t>
            </a:r>
            <a:endParaRPr sz="155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360" name="Google Shape;360;p10"/>
          <p:cNvGrpSpPr/>
          <p:nvPr/>
        </p:nvGrpSpPr>
        <p:grpSpPr>
          <a:xfrm>
            <a:off x="7595615" y="1783079"/>
            <a:ext cx="1445006" cy="1444879"/>
            <a:chOff x="6071615" y="1783079"/>
            <a:chExt cx="1445006" cy="1444879"/>
          </a:xfrm>
        </p:grpSpPr>
        <p:sp>
          <p:nvSpPr>
            <p:cNvPr id="361" name="Google Shape;361;p10"/>
            <p:cNvSpPr/>
            <p:nvPr/>
          </p:nvSpPr>
          <p:spPr>
            <a:xfrm>
              <a:off x="6071615" y="1783079"/>
              <a:ext cx="594360" cy="384175"/>
            </a:xfrm>
            <a:custGeom>
              <a:rect b="b" l="l" r="r" t="t"/>
              <a:pathLst>
                <a:path extrusionOk="0" h="384175" w="594359">
                  <a:moveTo>
                    <a:pt x="368554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594360" y="384048"/>
                  </a:lnTo>
                  <a:lnTo>
                    <a:pt x="368554" y="0"/>
                  </a:lnTo>
                  <a:close/>
                </a:path>
              </a:pathLst>
            </a:custGeom>
            <a:solidFill>
              <a:srgbClr val="36B8E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0"/>
            <p:cNvSpPr/>
            <p:nvPr/>
          </p:nvSpPr>
          <p:spPr>
            <a:xfrm>
              <a:off x="6382511" y="2167127"/>
              <a:ext cx="283845" cy="676910"/>
            </a:xfrm>
            <a:custGeom>
              <a:rect b="b" l="l" r="r" t="t"/>
              <a:pathLst>
                <a:path extrusionOk="0" h="676910" w="283845">
                  <a:moveTo>
                    <a:pt x="283463" y="0"/>
                  </a:moveTo>
                  <a:lnTo>
                    <a:pt x="0" y="0"/>
                  </a:lnTo>
                  <a:lnTo>
                    <a:pt x="0" y="676656"/>
                  </a:lnTo>
                  <a:lnTo>
                    <a:pt x="283463" y="676656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0D90B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0"/>
            <p:cNvSpPr/>
            <p:nvPr/>
          </p:nvSpPr>
          <p:spPr>
            <a:xfrm>
              <a:off x="6382511" y="2843783"/>
              <a:ext cx="1134110" cy="384175"/>
            </a:xfrm>
            <a:custGeom>
              <a:rect b="b" l="l" r="r" t="t"/>
              <a:pathLst>
                <a:path extrusionOk="0" h="384175" w="1134109">
                  <a:moveTo>
                    <a:pt x="1133856" y="0"/>
                  </a:moveTo>
                  <a:lnTo>
                    <a:pt x="0" y="0"/>
                  </a:lnTo>
                  <a:lnTo>
                    <a:pt x="241045" y="384048"/>
                  </a:lnTo>
                  <a:lnTo>
                    <a:pt x="1133856" y="384048"/>
                  </a:lnTo>
                  <a:lnTo>
                    <a:pt x="1133856" y="0"/>
                  </a:lnTo>
                  <a:close/>
                </a:path>
              </a:pathLst>
            </a:custGeom>
            <a:solidFill>
              <a:srgbClr val="36B8E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4" name="Google Shape;364;p10"/>
          <p:cNvGrpSpPr/>
          <p:nvPr/>
        </p:nvGrpSpPr>
        <p:grpSpPr>
          <a:xfrm>
            <a:off x="6687311" y="1729359"/>
            <a:ext cx="566420" cy="755015"/>
            <a:chOff x="5163311" y="1729358"/>
            <a:chExt cx="566420" cy="755015"/>
          </a:xfrm>
        </p:grpSpPr>
        <p:sp>
          <p:nvSpPr>
            <p:cNvPr id="365" name="Google Shape;365;p10"/>
            <p:cNvSpPr/>
            <p:nvPr/>
          </p:nvSpPr>
          <p:spPr>
            <a:xfrm>
              <a:off x="5163311" y="1729358"/>
              <a:ext cx="566420" cy="755015"/>
            </a:xfrm>
            <a:custGeom>
              <a:rect b="b" l="l" r="r" t="t"/>
              <a:pathLst>
                <a:path extrusionOk="0" h="755014" w="566420">
                  <a:moveTo>
                    <a:pt x="0" y="362585"/>
                  </a:moveTo>
                  <a:lnTo>
                    <a:pt x="5992" y="306980"/>
                  </a:lnTo>
                  <a:lnTo>
                    <a:pt x="17700" y="254217"/>
                  </a:lnTo>
                  <a:lnTo>
                    <a:pt x="34654" y="204858"/>
                  </a:lnTo>
                  <a:lnTo>
                    <a:pt x="56386" y="159466"/>
                  </a:lnTo>
                  <a:lnTo>
                    <a:pt x="82427" y="118602"/>
                  </a:lnTo>
                  <a:lnTo>
                    <a:pt x="112307" y="82829"/>
                  </a:lnTo>
                  <a:lnTo>
                    <a:pt x="145558" y="52708"/>
                  </a:lnTo>
                  <a:lnTo>
                    <a:pt x="181712" y="28803"/>
                  </a:lnTo>
                  <a:lnTo>
                    <a:pt x="220298" y="11675"/>
                  </a:lnTo>
                  <a:lnTo>
                    <a:pt x="260849" y="1886"/>
                  </a:lnTo>
                  <a:lnTo>
                    <a:pt x="302895" y="0"/>
                  </a:lnTo>
                  <a:lnTo>
                    <a:pt x="344513" y="6268"/>
                  </a:lnTo>
                  <a:lnTo>
                    <a:pt x="383821" y="20237"/>
                  </a:lnTo>
                  <a:lnTo>
                    <a:pt x="420411" y="41298"/>
                  </a:lnTo>
                  <a:lnTo>
                    <a:pt x="453875" y="68845"/>
                  </a:lnTo>
                  <a:lnTo>
                    <a:pt x="483804" y="102271"/>
                  </a:lnTo>
                  <a:lnTo>
                    <a:pt x="509790" y="140969"/>
                  </a:lnTo>
                  <a:lnTo>
                    <a:pt x="531426" y="184332"/>
                  </a:lnTo>
                  <a:lnTo>
                    <a:pt x="548302" y="231754"/>
                  </a:lnTo>
                  <a:lnTo>
                    <a:pt x="560010" y="282628"/>
                  </a:lnTo>
                  <a:lnTo>
                    <a:pt x="566143" y="336346"/>
                  </a:lnTo>
                  <a:lnTo>
                    <a:pt x="566292" y="392302"/>
                  </a:lnTo>
                  <a:lnTo>
                    <a:pt x="560300" y="447936"/>
                  </a:lnTo>
                  <a:lnTo>
                    <a:pt x="548591" y="500717"/>
                  </a:lnTo>
                  <a:lnTo>
                    <a:pt x="531635" y="550086"/>
                  </a:lnTo>
                  <a:lnTo>
                    <a:pt x="509900" y="595483"/>
                  </a:lnTo>
                  <a:lnTo>
                    <a:pt x="483853" y="636349"/>
                  </a:lnTo>
                  <a:lnTo>
                    <a:pt x="453964" y="672122"/>
                  </a:lnTo>
                  <a:lnTo>
                    <a:pt x="420701" y="702244"/>
                  </a:lnTo>
                  <a:lnTo>
                    <a:pt x="384532" y="726154"/>
                  </a:lnTo>
                  <a:lnTo>
                    <a:pt x="345925" y="743292"/>
                  </a:lnTo>
                  <a:lnTo>
                    <a:pt x="305348" y="753099"/>
                  </a:lnTo>
                  <a:lnTo>
                    <a:pt x="263271" y="755014"/>
                  </a:lnTo>
                  <a:lnTo>
                    <a:pt x="221655" y="748714"/>
                  </a:lnTo>
                  <a:lnTo>
                    <a:pt x="182355" y="734720"/>
                  </a:lnTo>
                  <a:lnTo>
                    <a:pt x="145777" y="713638"/>
                  </a:lnTo>
                  <a:lnTo>
                    <a:pt x="112328" y="686075"/>
                  </a:lnTo>
                  <a:lnTo>
                    <a:pt x="82416" y="652637"/>
                  </a:lnTo>
                  <a:lnTo>
                    <a:pt x="56447" y="613930"/>
                  </a:lnTo>
                  <a:lnTo>
                    <a:pt x="34828" y="570561"/>
                  </a:lnTo>
                  <a:lnTo>
                    <a:pt x="17967" y="523135"/>
                  </a:lnTo>
                  <a:lnTo>
                    <a:pt x="6271" y="472260"/>
                  </a:lnTo>
                  <a:lnTo>
                    <a:pt x="146" y="418541"/>
                  </a:lnTo>
                  <a:lnTo>
                    <a:pt x="0" y="362585"/>
                  </a:lnTo>
                  <a:close/>
                </a:path>
              </a:pathLst>
            </a:custGeom>
            <a:noFill/>
            <a:ln cap="flat" cmpd="sng" w="57150">
              <a:solidFill>
                <a:srgbClr val="36B8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0"/>
            <p:cNvSpPr/>
            <p:nvPr/>
          </p:nvSpPr>
          <p:spPr>
            <a:xfrm>
              <a:off x="5272708" y="1985009"/>
              <a:ext cx="351790" cy="257175"/>
            </a:xfrm>
            <a:custGeom>
              <a:rect b="b" l="l" r="r" t="t"/>
              <a:pathLst>
                <a:path extrusionOk="0" h="257175" w="351789">
                  <a:moveTo>
                    <a:pt x="85294" y="0"/>
                  </a:moveTo>
                  <a:lnTo>
                    <a:pt x="40592" y="11608"/>
                  </a:lnTo>
                  <a:lnTo>
                    <a:pt x="9380" y="60499"/>
                  </a:lnTo>
                  <a:lnTo>
                    <a:pt x="331" y="118872"/>
                  </a:lnTo>
                  <a:lnTo>
                    <a:pt x="0" y="151137"/>
                  </a:lnTo>
                  <a:lnTo>
                    <a:pt x="2633" y="178212"/>
                  </a:lnTo>
                  <a:lnTo>
                    <a:pt x="16841" y="216788"/>
                  </a:lnTo>
                  <a:lnTo>
                    <a:pt x="55649" y="244363"/>
                  </a:lnTo>
                  <a:lnTo>
                    <a:pt x="72340" y="246887"/>
                  </a:lnTo>
                  <a:lnTo>
                    <a:pt x="89058" y="246243"/>
                  </a:lnTo>
                  <a:lnTo>
                    <a:pt x="103979" y="242395"/>
                  </a:lnTo>
                  <a:lnTo>
                    <a:pt x="117113" y="235332"/>
                  </a:lnTo>
                  <a:lnTo>
                    <a:pt x="128474" y="225043"/>
                  </a:lnTo>
                  <a:lnTo>
                    <a:pt x="139364" y="208787"/>
                  </a:lnTo>
                  <a:lnTo>
                    <a:pt x="79960" y="208787"/>
                  </a:lnTo>
                  <a:lnTo>
                    <a:pt x="74372" y="208534"/>
                  </a:lnTo>
                  <a:lnTo>
                    <a:pt x="68784" y="208152"/>
                  </a:lnTo>
                  <a:lnTo>
                    <a:pt x="63831" y="206248"/>
                  </a:lnTo>
                  <a:lnTo>
                    <a:pt x="59767" y="202437"/>
                  </a:lnTo>
                  <a:lnTo>
                    <a:pt x="55576" y="198754"/>
                  </a:lnTo>
                  <a:lnTo>
                    <a:pt x="48062" y="159446"/>
                  </a:lnTo>
                  <a:lnTo>
                    <a:pt x="48059" y="141591"/>
                  </a:lnTo>
                  <a:lnTo>
                    <a:pt x="48845" y="121919"/>
                  </a:lnTo>
                  <a:lnTo>
                    <a:pt x="54078" y="72128"/>
                  </a:lnTo>
                  <a:lnTo>
                    <a:pt x="68022" y="43052"/>
                  </a:lnTo>
                  <a:lnTo>
                    <a:pt x="72594" y="39624"/>
                  </a:lnTo>
                  <a:lnTo>
                    <a:pt x="77674" y="38100"/>
                  </a:lnTo>
                  <a:lnTo>
                    <a:pt x="144268" y="38100"/>
                  </a:lnTo>
                  <a:lnTo>
                    <a:pt x="138888" y="27939"/>
                  </a:lnTo>
                  <a:lnTo>
                    <a:pt x="128621" y="16394"/>
                  </a:lnTo>
                  <a:lnTo>
                    <a:pt x="116282" y="7873"/>
                  </a:lnTo>
                  <a:lnTo>
                    <a:pt x="101848" y="2401"/>
                  </a:lnTo>
                  <a:lnTo>
                    <a:pt x="85294" y="0"/>
                  </a:lnTo>
                  <a:close/>
                </a:path>
                <a:path extrusionOk="0" h="257175" w="351789">
                  <a:moveTo>
                    <a:pt x="144268" y="38100"/>
                  </a:moveTo>
                  <a:lnTo>
                    <a:pt x="77674" y="38100"/>
                  </a:lnTo>
                  <a:lnTo>
                    <a:pt x="83262" y="38353"/>
                  </a:lnTo>
                  <a:lnTo>
                    <a:pt x="88850" y="38735"/>
                  </a:lnTo>
                  <a:lnTo>
                    <a:pt x="109003" y="76160"/>
                  </a:lnTo>
                  <a:lnTo>
                    <a:pt x="109575" y="105497"/>
                  </a:lnTo>
                  <a:lnTo>
                    <a:pt x="108789" y="125094"/>
                  </a:lnTo>
                  <a:lnTo>
                    <a:pt x="103556" y="174904"/>
                  </a:lnTo>
                  <a:lnTo>
                    <a:pt x="79960" y="208787"/>
                  </a:lnTo>
                  <a:lnTo>
                    <a:pt x="139364" y="208787"/>
                  </a:lnTo>
                  <a:lnTo>
                    <a:pt x="154209" y="159446"/>
                  </a:lnTo>
                  <a:lnTo>
                    <a:pt x="157515" y="95609"/>
                  </a:lnTo>
                  <a:lnTo>
                    <a:pt x="154525" y="68310"/>
                  </a:lnTo>
                  <a:lnTo>
                    <a:pt x="148320" y="45749"/>
                  </a:lnTo>
                  <a:lnTo>
                    <a:pt x="144268" y="38100"/>
                  </a:lnTo>
                  <a:close/>
                </a:path>
                <a:path extrusionOk="0" h="257175" w="351789">
                  <a:moveTo>
                    <a:pt x="344656" y="48005"/>
                  </a:moveTo>
                  <a:lnTo>
                    <a:pt x="265761" y="48005"/>
                  </a:lnTo>
                  <a:lnTo>
                    <a:pt x="285192" y="49022"/>
                  </a:lnTo>
                  <a:lnTo>
                    <a:pt x="292685" y="52197"/>
                  </a:lnTo>
                  <a:lnTo>
                    <a:pt x="305004" y="82295"/>
                  </a:lnTo>
                  <a:lnTo>
                    <a:pt x="304028" y="89320"/>
                  </a:lnTo>
                  <a:lnTo>
                    <a:pt x="280033" y="124571"/>
                  </a:lnTo>
                  <a:lnTo>
                    <a:pt x="253442" y="147700"/>
                  </a:lnTo>
                  <a:lnTo>
                    <a:pt x="234703" y="163941"/>
                  </a:lnTo>
                  <a:lnTo>
                    <a:pt x="207133" y="191563"/>
                  </a:lnTo>
                  <a:lnTo>
                    <a:pt x="186561" y="224964"/>
                  </a:lnTo>
                  <a:lnTo>
                    <a:pt x="180036" y="248412"/>
                  </a:lnTo>
                  <a:lnTo>
                    <a:pt x="342596" y="256920"/>
                  </a:lnTo>
                  <a:lnTo>
                    <a:pt x="344755" y="213867"/>
                  </a:lnTo>
                  <a:lnTo>
                    <a:pt x="252680" y="209041"/>
                  </a:lnTo>
                  <a:lnTo>
                    <a:pt x="255347" y="204977"/>
                  </a:lnTo>
                  <a:lnTo>
                    <a:pt x="302694" y="162492"/>
                  </a:lnTo>
                  <a:lnTo>
                    <a:pt x="311576" y="154654"/>
                  </a:lnTo>
                  <a:lnTo>
                    <a:pt x="340485" y="119558"/>
                  </a:lnTo>
                  <a:lnTo>
                    <a:pt x="351740" y="81406"/>
                  </a:lnTo>
                  <a:lnTo>
                    <a:pt x="351227" y="68500"/>
                  </a:lnTo>
                  <a:lnTo>
                    <a:pt x="351111" y="67294"/>
                  </a:lnTo>
                  <a:lnTo>
                    <a:pt x="348025" y="54848"/>
                  </a:lnTo>
                  <a:lnTo>
                    <a:pt x="344656" y="48005"/>
                  </a:lnTo>
                  <a:close/>
                </a:path>
                <a:path extrusionOk="0" h="257175" w="351789">
                  <a:moveTo>
                    <a:pt x="278588" y="10160"/>
                  </a:moveTo>
                  <a:lnTo>
                    <a:pt x="235172" y="17232"/>
                  </a:lnTo>
                  <a:lnTo>
                    <a:pt x="204722" y="45053"/>
                  </a:lnTo>
                  <a:lnTo>
                    <a:pt x="194514" y="77469"/>
                  </a:lnTo>
                  <a:lnTo>
                    <a:pt x="240361" y="84581"/>
                  </a:lnTo>
                  <a:lnTo>
                    <a:pt x="242004" y="75170"/>
                  </a:lnTo>
                  <a:lnTo>
                    <a:pt x="244457" y="67294"/>
                  </a:lnTo>
                  <a:lnTo>
                    <a:pt x="247719" y="60918"/>
                  </a:lnTo>
                  <a:lnTo>
                    <a:pt x="251791" y="56006"/>
                  </a:lnTo>
                  <a:lnTo>
                    <a:pt x="257887" y="50545"/>
                  </a:lnTo>
                  <a:lnTo>
                    <a:pt x="265761" y="48005"/>
                  </a:lnTo>
                  <a:lnTo>
                    <a:pt x="344656" y="48005"/>
                  </a:lnTo>
                  <a:lnTo>
                    <a:pt x="342239" y="43098"/>
                  </a:lnTo>
                  <a:lnTo>
                    <a:pt x="333833" y="32385"/>
                  </a:lnTo>
                  <a:lnTo>
                    <a:pt x="323093" y="23340"/>
                  </a:lnTo>
                  <a:lnTo>
                    <a:pt x="310306" y="16605"/>
                  </a:lnTo>
                  <a:lnTo>
                    <a:pt x="295471" y="12203"/>
                  </a:lnTo>
                  <a:lnTo>
                    <a:pt x="278588" y="10160"/>
                  </a:lnTo>
                  <a:close/>
                </a:path>
              </a:pathLst>
            </a:custGeom>
            <a:solidFill>
              <a:srgbClr val="36B8E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7" name="Google Shape;367;p10"/>
          <p:cNvSpPr txBox="1"/>
          <p:nvPr/>
        </p:nvSpPr>
        <p:spPr>
          <a:xfrm>
            <a:off x="8343772" y="1740726"/>
            <a:ext cx="201295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75">
            <a:spAutoFit/>
          </a:bodyPr>
          <a:lstStyle/>
          <a:p>
            <a:pPr indent="658495" lvl="0" marL="12700" marR="5080" rtl="0" algn="l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550">
                <a:solidFill>
                  <a:srgbClr val="36B8E2"/>
                </a:solidFill>
                <a:latin typeface="Candara"/>
                <a:ea typeface="Candara"/>
                <a:cs typeface="Candara"/>
                <a:sym typeface="Candara"/>
              </a:rPr>
              <a:t>Externe  </a:t>
            </a:r>
            <a:r>
              <a:rPr b="1" lang="fr-FR" sz="1550">
                <a:solidFill>
                  <a:srgbClr val="55585E"/>
                </a:solidFill>
                <a:latin typeface="Candara"/>
                <a:ea typeface="Candara"/>
                <a:cs typeface="Candara"/>
                <a:sym typeface="Candara"/>
              </a:rPr>
              <a:t>Opportunité /Menace  </a:t>
            </a:r>
            <a:r>
              <a:rPr b="1" lang="fr-FR" sz="155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Facteurs clés de succès</a:t>
            </a:r>
            <a:endParaRPr sz="155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marR="0" rtl="0" algn="ctr">
              <a:spcBef>
                <a:spcPts val="85"/>
              </a:spcBef>
              <a:spcAft>
                <a:spcPts val="0"/>
              </a:spcAft>
              <a:buNone/>
            </a:pPr>
            <a:r>
              <a:rPr b="1" lang="fr-FR" sz="155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(FCS)</a:t>
            </a:r>
            <a:endParaRPr sz="155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4381500" y="4860036"/>
            <a:ext cx="2651760" cy="1691639"/>
          </a:xfrm>
          <a:custGeom>
            <a:rect b="b" l="l" r="r" t="t"/>
            <a:pathLst>
              <a:path extrusionOk="0" h="1691640" w="2651760">
                <a:moveTo>
                  <a:pt x="0" y="845819"/>
                </a:moveTo>
                <a:lnTo>
                  <a:pt x="5131" y="770893"/>
                </a:lnTo>
                <a:lnTo>
                  <a:pt x="20238" y="697792"/>
                </a:lnTo>
                <a:lnTo>
                  <a:pt x="44888" y="626790"/>
                </a:lnTo>
                <a:lnTo>
                  <a:pt x="78652" y="558163"/>
                </a:lnTo>
                <a:lnTo>
                  <a:pt x="98817" y="524826"/>
                </a:lnTo>
                <a:lnTo>
                  <a:pt x="121098" y="492187"/>
                </a:lnTo>
                <a:lnTo>
                  <a:pt x="145442" y="460278"/>
                </a:lnTo>
                <a:lnTo>
                  <a:pt x="171795" y="429135"/>
                </a:lnTo>
                <a:lnTo>
                  <a:pt x="200103" y="398792"/>
                </a:lnTo>
                <a:lnTo>
                  <a:pt x="230312" y="369284"/>
                </a:lnTo>
                <a:lnTo>
                  <a:pt x="262368" y="340644"/>
                </a:lnTo>
                <a:lnTo>
                  <a:pt x="296218" y="312908"/>
                </a:lnTo>
                <a:lnTo>
                  <a:pt x="331807" y="286109"/>
                </a:lnTo>
                <a:lnTo>
                  <a:pt x="369081" y="260283"/>
                </a:lnTo>
                <a:lnTo>
                  <a:pt x="407987" y="235463"/>
                </a:lnTo>
                <a:lnTo>
                  <a:pt x="448471" y="211683"/>
                </a:lnTo>
                <a:lnTo>
                  <a:pt x="490479" y="188979"/>
                </a:lnTo>
                <a:lnTo>
                  <a:pt x="533957" y="167384"/>
                </a:lnTo>
                <a:lnTo>
                  <a:pt x="578851" y="146934"/>
                </a:lnTo>
                <a:lnTo>
                  <a:pt x="625107" y="127661"/>
                </a:lnTo>
                <a:lnTo>
                  <a:pt x="672671" y="109602"/>
                </a:lnTo>
                <a:lnTo>
                  <a:pt x="721490" y="92789"/>
                </a:lnTo>
                <a:lnTo>
                  <a:pt x="771509" y="77259"/>
                </a:lnTo>
                <a:lnTo>
                  <a:pt x="822675" y="63044"/>
                </a:lnTo>
                <a:lnTo>
                  <a:pt x="874934" y="50179"/>
                </a:lnTo>
                <a:lnTo>
                  <a:pt x="928232" y="38699"/>
                </a:lnTo>
                <a:lnTo>
                  <a:pt x="982515" y="28638"/>
                </a:lnTo>
                <a:lnTo>
                  <a:pt x="1037729" y="20031"/>
                </a:lnTo>
                <a:lnTo>
                  <a:pt x="1093820" y="12911"/>
                </a:lnTo>
                <a:lnTo>
                  <a:pt x="1150735" y="7314"/>
                </a:lnTo>
                <a:lnTo>
                  <a:pt x="1208419" y="3273"/>
                </a:lnTo>
                <a:lnTo>
                  <a:pt x="1266818" y="824"/>
                </a:lnTo>
                <a:lnTo>
                  <a:pt x="1325879" y="0"/>
                </a:lnTo>
                <a:lnTo>
                  <a:pt x="1384941" y="824"/>
                </a:lnTo>
                <a:lnTo>
                  <a:pt x="1443340" y="3273"/>
                </a:lnTo>
                <a:lnTo>
                  <a:pt x="1501024" y="7314"/>
                </a:lnTo>
                <a:lnTo>
                  <a:pt x="1557939" y="12911"/>
                </a:lnTo>
                <a:lnTo>
                  <a:pt x="1614030" y="20031"/>
                </a:lnTo>
                <a:lnTo>
                  <a:pt x="1669244" y="28638"/>
                </a:lnTo>
                <a:lnTo>
                  <a:pt x="1723527" y="38699"/>
                </a:lnTo>
                <a:lnTo>
                  <a:pt x="1776825" y="50179"/>
                </a:lnTo>
                <a:lnTo>
                  <a:pt x="1829084" y="63044"/>
                </a:lnTo>
                <a:lnTo>
                  <a:pt x="1880250" y="77259"/>
                </a:lnTo>
                <a:lnTo>
                  <a:pt x="1930269" y="92789"/>
                </a:lnTo>
                <a:lnTo>
                  <a:pt x="1979088" y="109602"/>
                </a:lnTo>
                <a:lnTo>
                  <a:pt x="2026652" y="127661"/>
                </a:lnTo>
                <a:lnTo>
                  <a:pt x="2072908" y="146934"/>
                </a:lnTo>
                <a:lnTo>
                  <a:pt x="2117802" y="167384"/>
                </a:lnTo>
                <a:lnTo>
                  <a:pt x="2161280" y="188979"/>
                </a:lnTo>
                <a:lnTo>
                  <a:pt x="2203288" y="211683"/>
                </a:lnTo>
                <a:lnTo>
                  <a:pt x="2243772" y="235463"/>
                </a:lnTo>
                <a:lnTo>
                  <a:pt x="2282678" y="260283"/>
                </a:lnTo>
                <a:lnTo>
                  <a:pt x="2319952" y="286109"/>
                </a:lnTo>
                <a:lnTo>
                  <a:pt x="2355541" y="312908"/>
                </a:lnTo>
                <a:lnTo>
                  <a:pt x="2389391" y="340644"/>
                </a:lnTo>
                <a:lnTo>
                  <a:pt x="2421447" y="369284"/>
                </a:lnTo>
                <a:lnTo>
                  <a:pt x="2451656" y="398792"/>
                </a:lnTo>
                <a:lnTo>
                  <a:pt x="2479964" y="429135"/>
                </a:lnTo>
                <a:lnTo>
                  <a:pt x="2506317" y="460278"/>
                </a:lnTo>
                <a:lnTo>
                  <a:pt x="2530661" y="492187"/>
                </a:lnTo>
                <a:lnTo>
                  <a:pt x="2552942" y="524826"/>
                </a:lnTo>
                <a:lnTo>
                  <a:pt x="2573107" y="558163"/>
                </a:lnTo>
                <a:lnTo>
                  <a:pt x="2591101" y="592163"/>
                </a:lnTo>
                <a:lnTo>
                  <a:pt x="2620362" y="662011"/>
                </a:lnTo>
                <a:lnTo>
                  <a:pt x="2640295" y="734097"/>
                </a:lnTo>
                <a:lnTo>
                  <a:pt x="2650468" y="808145"/>
                </a:lnTo>
                <a:lnTo>
                  <a:pt x="2651760" y="845819"/>
                </a:lnTo>
                <a:lnTo>
                  <a:pt x="2650468" y="883495"/>
                </a:lnTo>
                <a:lnTo>
                  <a:pt x="2640295" y="957547"/>
                </a:lnTo>
                <a:lnTo>
                  <a:pt x="2620362" y="1029636"/>
                </a:lnTo>
                <a:lnTo>
                  <a:pt x="2591101" y="1099486"/>
                </a:lnTo>
                <a:lnTo>
                  <a:pt x="2573107" y="1133486"/>
                </a:lnTo>
                <a:lnTo>
                  <a:pt x="2552942" y="1166823"/>
                </a:lnTo>
                <a:lnTo>
                  <a:pt x="2530661" y="1199463"/>
                </a:lnTo>
                <a:lnTo>
                  <a:pt x="2506317" y="1231372"/>
                </a:lnTo>
                <a:lnTo>
                  <a:pt x="2479964" y="1262515"/>
                </a:lnTo>
                <a:lnTo>
                  <a:pt x="2451656" y="1292858"/>
                </a:lnTo>
                <a:lnTo>
                  <a:pt x="2421447" y="1322366"/>
                </a:lnTo>
                <a:lnTo>
                  <a:pt x="2389391" y="1351006"/>
                </a:lnTo>
                <a:lnTo>
                  <a:pt x="2355541" y="1378742"/>
                </a:lnTo>
                <a:lnTo>
                  <a:pt x="2319952" y="1405540"/>
                </a:lnTo>
                <a:lnTo>
                  <a:pt x="2282678" y="1431366"/>
                </a:lnTo>
                <a:lnTo>
                  <a:pt x="2243772" y="1456186"/>
                </a:lnTo>
                <a:lnTo>
                  <a:pt x="2203288" y="1479964"/>
                </a:lnTo>
                <a:lnTo>
                  <a:pt x="2161280" y="1502668"/>
                </a:lnTo>
                <a:lnTo>
                  <a:pt x="2117802" y="1524262"/>
                </a:lnTo>
                <a:lnTo>
                  <a:pt x="2072908" y="1544712"/>
                </a:lnTo>
                <a:lnTo>
                  <a:pt x="2026652" y="1563984"/>
                </a:lnTo>
                <a:lnTo>
                  <a:pt x="1979088" y="1582043"/>
                </a:lnTo>
                <a:lnTo>
                  <a:pt x="1930269" y="1598854"/>
                </a:lnTo>
                <a:lnTo>
                  <a:pt x="1880250" y="1614384"/>
                </a:lnTo>
                <a:lnTo>
                  <a:pt x="1829084" y="1628599"/>
                </a:lnTo>
                <a:lnTo>
                  <a:pt x="1776825" y="1641463"/>
                </a:lnTo>
                <a:lnTo>
                  <a:pt x="1723527" y="1652942"/>
                </a:lnTo>
                <a:lnTo>
                  <a:pt x="1669244" y="1663003"/>
                </a:lnTo>
                <a:lnTo>
                  <a:pt x="1614030" y="1671609"/>
                </a:lnTo>
                <a:lnTo>
                  <a:pt x="1557939" y="1678729"/>
                </a:lnTo>
                <a:lnTo>
                  <a:pt x="1501024" y="1684326"/>
                </a:lnTo>
                <a:lnTo>
                  <a:pt x="1443340" y="1688366"/>
                </a:lnTo>
                <a:lnTo>
                  <a:pt x="1384941" y="1690815"/>
                </a:lnTo>
                <a:lnTo>
                  <a:pt x="1325879" y="1691639"/>
                </a:lnTo>
                <a:lnTo>
                  <a:pt x="1266818" y="1690815"/>
                </a:lnTo>
                <a:lnTo>
                  <a:pt x="1208419" y="1688366"/>
                </a:lnTo>
                <a:lnTo>
                  <a:pt x="1150735" y="1684326"/>
                </a:lnTo>
                <a:lnTo>
                  <a:pt x="1093820" y="1678729"/>
                </a:lnTo>
                <a:lnTo>
                  <a:pt x="1037729" y="1671609"/>
                </a:lnTo>
                <a:lnTo>
                  <a:pt x="982515" y="1663003"/>
                </a:lnTo>
                <a:lnTo>
                  <a:pt x="928232" y="1652942"/>
                </a:lnTo>
                <a:lnTo>
                  <a:pt x="874934" y="1641463"/>
                </a:lnTo>
                <a:lnTo>
                  <a:pt x="822675" y="1628599"/>
                </a:lnTo>
                <a:lnTo>
                  <a:pt x="771509" y="1614384"/>
                </a:lnTo>
                <a:lnTo>
                  <a:pt x="721490" y="1598854"/>
                </a:lnTo>
                <a:lnTo>
                  <a:pt x="672671" y="1582043"/>
                </a:lnTo>
                <a:lnTo>
                  <a:pt x="625107" y="1563984"/>
                </a:lnTo>
                <a:lnTo>
                  <a:pt x="578851" y="1544712"/>
                </a:lnTo>
                <a:lnTo>
                  <a:pt x="533957" y="1524262"/>
                </a:lnTo>
                <a:lnTo>
                  <a:pt x="490479" y="1502668"/>
                </a:lnTo>
                <a:lnTo>
                  <a:pt x="448471" y="1479964"/>
                </a:lnTo>
                <a:lnTo>
                  <a:pt x="407987" y="1456186"/>
                </a:lnTo>
                <a:lnTo>
                  <a:pt x="369081" y="1431366"/>
                </a:lnTo>
                <a:lnTo>
                  <a:pt x="331807" y="1405540"/>
                </a:lnTo>
                <a:lnTo>
                  <a:pt x="296218" y="1378742"/>
                </a:lnTo>
                <a:lnTo>
                  <a:pt x="262368" y="1351006"/>
                </a:lnTo>
                <a:lnTo>
                  <a:pt x="230312" y="1322366"/>
                </a:lnTo>
                <a:lnTo>
                  <a:pt x="200103" y="1292858"/>
                </a:lnTo>
                <a:lnTo>
                  <a:pt x="171795" y="1262515"/>
                </a:lnTo>
                <a:lnTo>
                  <a:pt x="145442" y="1231372"/>
                </a:lnTo>
                <a:lnTo>
                  <a:pt x="121098" y="1199463"/>
                </a:lnTo>
                <a:lnTo>
                  <a:pt x="98817" y="1166823"/>
                </a:lnTo>
                <a:lnTo>
                  <a:pt x="78652" y="1133486"/>
                </a:lnTo>
                <a:lnTo>
                  <a:pt x="60658" y="1099486"/>
                </a:lnTo>
                <a:lnTo>
                  <a:pt x="31397" y="1029636"/>
                </a:lnTo>
                <a:lnTo>
                  <a:pt x="11464" y="957547"/>
                </a:lnTo>
                <a:lnTo>
                  <a:pt x="1291" y="883495"/>
                </a:lnTo>
                <a:lnTo>
                  <a:pt x="0" y="845819"/>
                </a:lnTo>
                <a:close/>
              </a:path>
            </a:pathLst>
          </a:cu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 txBox="1"/>
          <p:nvPr/>
        </p:nvSpPr>
        <p:spPr>
          <a:xfrm>
            <a:off x="4878196" y="5131880"/>
            <a:ext cx="1643380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952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Orientation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spcBef>
                <a:spcPts val="65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/formulation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3029" marR="0" rtl="0" algn="l">
              <a:spcBef>
                <a:spcPts val="65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stratégique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 txBox="1"/>
          <p:nvPr/>
        </p:nvSpPr>
        <p:spPr>
          <a:xfrm>
            <a:off x="10837750" y="62937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9816" y="1106424"/>
            <a:ext cx="5737859" cy="2345436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1"/>
          <p:cNvSpPr txBox="1"/>
          <p:nvPr/>
        </p:nvSpPr>
        <p:spPr>
          <a:xfrm>
            <a:off x="6032372" y="1257998"/>
            <a:ext cx="2312670" cy="387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Un	</a:t>
            </a: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ensemble	de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 txBox="1"/>
          <p:nvPr/>
        </p:nvSpPr>
        <p:spPr>
          <a:xfrm>
            <a:off x="3882009" y="1623695"/>
            <a:ext cx="448056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facteurs</a:t>
            </a: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, de </a:t>
            </a: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forces</a:t>
            </a: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, de </a:t>
            </a: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situations </a:t>
            </a: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et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 txBox="1"/>
          <p:nvPr/>
        </p:nvSpPr>
        <p:spPr>
          <a:xfrm>
            <a:off x="3882009" y="1990090"/>
            <a:ext cx="2271395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5080" rtl="0" algn="l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d’événements  </a:t>
            </a: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l’entreprise	qui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 txBox="1"/>
          <p:nvPr/>
        </p:nvSpPr>
        <p:spPr>
          <a:xfrm>
            <a:off x="6279641" y="1990090"/>
            <a:ext cx="2076450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0" marR="1206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extérieurs	</a:t>
            </a: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à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r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affectent	sa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 txBox="1"/>
          <p:nvPr/>
        </p:nvSpPr>
        <p:spPr>
          <a:xfrm>
            <a:off x="3882009" y="2723197"/>
            <a:ext cx="3725545" cy="387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performance	</a:t>
            </a:r>
            <a:r>
              <a:rPr b="1" lang="fr-FR" sz="2350">
                <a:solidFill>
                  <a:srgbClr val="4471C4"/>
                </a:solidFill>
                <a:latin typeface="Calibri"/>
                <a:ea typeface="Calibri"/>
                <a:cs typeface="Calibri"/>
                <a:sym typeface="Calibri"/>
              </a:rPr>
              <a:t>(Brulhart,2014)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246888" y="439038"/>
            <a:ext cx="448309" cy="512445"/>
          </a:xfrm>
          <a:custGeom>
            <a:rect b="b" l="l" r="r" t="t"/>
            <a:pathLst>
              <a:path extrusionOk="0" h="512444" w="448309">
                <a:moveTo>
                  <a:pt x="0" y="0"/>
                </a:moveTo>
                <a:lnTo>
                  <a:pt x="0" y="512190"/>
                </a:lnTo>
                <a:lnTo>
                  <a:pt x="448056" y="25603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 txBox="1"/>
          <p:nvPr>
            <p:ph type="title"/>
          </p:nvPr>
        </p:nvSpPr>
        <p:spPr>
          <a:xfrm>
            <a:off x="1112647" y="447293"/>
            <a:ext cx="96315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50"/>
              <a:t>Le diagnostic e</a:t>
            </a:r>
            <a:r>
              <a:rPr lang="fr-FR" sz="2850"/>
              <a:t>xterne</a:t>
            </a:r>
            <a:endParaRPr sz="2850"/>
          </a:p>
        </p:txBody>
      </p:sp>
      <p:grpSp>
        <p:nvGrpSpPr>
          <p:cNvPr id="383" name="Google Shape;383;p11"/>
          <p:cNvGrpSpPr/>
          <p:nvPr/>
        </p:nvGrpSpPr>
        <p:grpSpPr>
          <a:xfrm>
            <a:off x="2034539" y="3480180"/>
            <a:ext cx="8129270" cy="3247390"/>
            <a:chOff x="2034539" y="3480180"/>
            <a:chExt cx="8129270" cy="3247390"/>
          </a:xfrm>
        </p:grpSpPr>
        <p:sp>
          <p:nvSpPr>
            <p:cNvPr id="384" name="Google Shape;384;p11"/>
            <p:cNvSpPr/>
            <p:nvPr/>
          </p:nvSpPr>
          <p:spPr>
            <a:xfrm>
              <a:off x="2034539" y="3480180"/>
              <a:ext cx="8129270" cy="3247390"/>
            </a:xfrm>
            <a:custGeom>
              <a:rect b="b" l="l" r="r" t="t"/>
              <a:pathLst>
                <a:path extrusionOk="0" h="3247390" w="8129270">
                  <a:moveTo>
                    <a:pt x="1623060" y="0"/>
                  </a:moveTo>
                  <a:lnTo>
                    <a:pt x="0" y="1352804"/>
                  </a:lnTo>
                  <a:lnTo>
                    <a:pt x="1623060" y="2705747"/>
                  </a:lnTo>
                  <a:lnTo>
                    <a:pt x="1623060" y="2164588"/>
                  </a:lnTo>
                  <a:lnTo>
                    <a:pt x="3810508" y="2164588"/>
                  </a:lnTo>
                  <a:lnTo>
                    <a:pt x="3810508" y="2570467"/>
                  </a:lnTo>
                  <a:lnTo>
                    <a:pt x="3817213" y="2601490"/>
                  </a:lnTo>
                  <a:lnTo>
                    <a:pt x="3866291" y="2655088"/>
                  </a:lnTo>
                  <a:lnTo>
                    <a:pt x="3905621" y="2676040"/>
                  </a:lnTo>
                  <a:lnTo>
                    <a:pt x="3952781" y="2692010"/>
                  </a:lnTo>
                  <a:lnTo>
                    <a:pt x="4006250" y="2702187"/>
                  </a:lnTo>
                  <a:lnTo>
                    <a:pt x="4064508" y="2705760"/>
                  </a:lnTo>
                  <a:lnTo>
                    <a:pt x="6505956" y="2705760"/>
                  </a:lnTo>
                  <a:lnTo>
                    <a:pt x="6505956" y="3246907"/>
                  </a:lnTo>
                  <a:lnTo>
                    <a:pt x="8129015" y="1894078"/>
                  </a:lnTo>
                  <a:lnTo>
                    <a:pt x="6505956" y="541147"/>
                  </a:lnTo>
                  <a:lnTo>
                    <a:pt x="6505956" y="1082294"/>
                  </a:lnTo>
                  <a:lnTo>
                    <a:pt x="4064508" y="1082294"/>
                  </a:lnTo>
                  <a:lnTo>
                    <a:pt x="4006250" y="1078720"/>
                  </a:lnTo>
                  <a:lnTo>
                    <a:pt x="3952781" y="1068542"/>
                  </a:lnTo>
                  <a:lnTo>
                    <a:pt x="3905621" y="1052572"/>
                  </a:lnTo>
                  <a:lnTo>
                    <a:pt x="3866291" y="1031624"/>
                  </a:lnTo>
                  <a:lnTo>
                    <a:pt x="3836315" y="1006510"/>
                  </a:lnTo>
                  <a:lnTo>
                    <a:pt x="3810508" y="947039"/>
                  </a:lnTo>
                  <a:lnTo>
                    <a:pt x="3817213" y="915986"/>
                  </a:lnTo>
                  <a:lnTo>
                    <a:pt x="3866291" y="862350"/>
                  </a:lnTo>
                  <a:lnTo>
                    <a:pt x="3905621" y="841388"/>
                  </a:lnTo>
                  <a:lnTo>
                    <a:pt x="3952781" y="825411"/>
                  </a:lnTo>
                  <a:lnTo>
                    <a:pt x="4006250" y="815230"/>
                  </a:lnTo>
                  <a:lnTo>
                    <a:pt x="4122765" y="808090"/>
                  </a:lnTo>
                  <a:lnTo>
                    <a:pt x="4176234" y="797927"/>
                  </a:lnTo>
                  <a:lnTo>
                    <a:pt x="4223394" y="781975"/>
                  </a:lnTo>
                  <a:lnTo>
                    <a:pt x="4262724" y="761040"/>
                  </a:lnTo>
                  <a:lnTo>
                    <a:pt x="4292700" y="735929"/>
                  </a:lnTo>
                  <a:lnTo>
                    <a:pt x="4318508" y="676402"/>
                  </a:lnTo>
                  <a:lnTo>
                    <a:pt x="4311802" y="645396"/>
                  </a:lnTo>
                  <a:lnTo>
                    <a:pt x="4262724" y="591816"/>
                  </a:lnTo>
                  <a:lnTo>
                    <a:pt x="4223394" y="570868"/>
                  </a:lnTo>
                  <a:lnTo>
                    <a:pt x="4176234" y="554898"/>
                  </a:lnTo>
                  <a:lnTo>
                    <a:pt x="4122765" y="544720"/>
                  </a:lnTo>
                  <a:lnTo>
                    <a:pt x="4064508" y="541147"/>
                  </a:lnTo>
                  <a:lnTo>
                    <a:pt x="1623060" y="541147"/>
                  </a:lnTo>
                  <a:lnTo>
                    <a:pt x="1623060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11"/>
            <p:cNvSpPr/>
            <p:nvPr/>
          </p:nvSpPr>
          <p:spPr>
            <a:xfrm>
              <a:off x="5845048" y="4156582"/>
              <a:ext cx="508000" cy="406400"/>
            </a:xfrm>
            <a:custGeom>
              <a:rect b="b" l="l" r="r" t="t"/>
              <a:pathLst>
                <a:path extrusionOk="0" h="406400" w="508000">
                  <a:moveTo>
                    <a:pt x="508000" y="0"/>
                  </a:moveTo>
                  <a:lnTo>
                    <a:pt x="482192" y="59527"/>
                  </a:lnTo>
                  <a:lnTo>
                    <a:pt x="452216" y="84638"/>
                  </a:lnTo>
                  <a:lnTo>
                    <a:pt x="412886" y="105573"/>
                  </a:lnTo>
                  <a:lnTo>
                    <a:pt x="365726" y="121525"/>
                  </a:lnTo>
                  <a:lnTo>
                    <a:pt x="312257" y="131688"/>
                  </a:lnTo>
                  <a:lnTo>
                    <a:pt x="195742" y="138828"/>
                  </a:lnTo>
                  <a:lnTo>
                    <a:pt x="142273" y="149009"/>
                  </a:lnTo>
                  <a:lnTo>
                    <a:pt x="95113" y="164986"/>
                  </a:lnTo>
                  <a:lnTo>
                    <a:pt x="55783" y="185948"/>
                  </a:lnTo>
                  <a:lnTo>
                    <a:pt x="25807" y="211084"/>
                  </a:lnTo>
                  <a:lnTo>
                    <a:pt x="0" y="270637"/>
                  </a:lnTo>
                  <a:lnTo>
                    <a:pt x="6705" y="301642"/>
                  </a:lnTo>
                  <a:lnTo>
                    <a:pt x="55783" y="355222"/>
                  </a:lnTo>
                  <a:lnTo>
                    <a:pt x="95113" y="376170"/>
                  </a:lnTo>
                  <a:lnTo>
                    <a:pt x="142273" y="392140"/>
                  </a:lnTo>
                  <a:lnTo>
                    <a:pt x="195742" y="402318"/>
                  </a:lnTo>
                  <a:lnTo>
                    <a:pt x="254000" y="405892"/>
                  </a:lnTo>
                  <a:lnTo>
                    <a:pt x="508000" y="405892"/>
                  </a:lnTo>
                  <a:lnTo>
                    <a:pt x="508000" y="0"/>
                  </a:lnTo>
                  <a:close/>
                </a:path>
              </a:pathLst>
            </a:custGeom>
            <a:solidFill>
              <a:srgbClr val="375C9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11"/>
            <p:cNvSpPr/>
            <p:nvPr/>
          </p:nvSpPr>
          <p:spPr>
            <a:xfrm>
              <a:off x="2034539" y="3480180"/>
              <a:ext cx="8129270" cy="3247390"/>
            </a:xfrm>
            <a:custGeom>
              <a:rect b="b" l="l" r="r" t="t"/>
              <a:pathLst>
                <a:path extrusionOk="0" h="3247390" w="8129270">
                  <a:moveTo>
                    <a:pt x="0" y="1352804"/>
                  </a:moveTo>
                  <a:lnTo>
                    <a:pt x="1623060" y="0"/>
                  </a:lnTo>
                  <a:lnTo>
                    <a:pt x="1623060" y="541147"/>
                  </a:lnTo>
                  <a:lnTo>
                    <a:pt x="4064508" y="541147"/>
                  </a:lnTo>
                  <a:lnTo>
                    <a:pt x="4122765" y="544720"/>
                  </a:lnTo>
                  <a:lnTo>
                    <a:pt x="4176234" y="554898"/>
                  </a:lnTo>
                  <a:lnTo>
                    <a:pt x="4223394" y="570868"/>
                  </a:lnTo>
                  <a:lnTo>
                    <a:pt x="4262724" y="591816"/>
                  </a:lnTo>
                  <a:lnTo>
                    <a:pt x="4292700" y="616930"/>
                  </a:lnTo>
                  <a:lnTo>
                    <a:pt x="4318508" y="676402"/>
                  </a:lnTo>
                  <a:lnTo>
                    <a:pt x="4311802" y="707447"/>
                  </a:lnTo>
                  <a:lnTo>
                    <a:pt x="4262724" y="761040"/>
                  </a:lnTo>
                  <a:lnTo>
                    <a:pt x="4223394" y="781975"/>
                  </a:lnTo>
                  <a:lnTo>
                    <a:pt x="4176234" y="797927"/>
                  </a:lnTo>
                  <a:lnTo>
                    <a:pt x="4122765" y="808090"/>
                  </a:lnTo>
                  <a:lnTo>
                    <a:pt x="4064508" y="811657"/>
                  </a:lnTo>
                  <a:lnTo>
                    <a:pt x="4006250" y="815230"/>
                  </a:lnTo>
                  <a:lnTo>
                    <a:pt x="3952781" y="825411"/>
                  </a:lnTo>
                  <a:lnTo>
                    <a:pt x="3905621" y="841388"/>
                  </a:lnTo>
                  <a:lnTo>
                    <a:pt x="3866291" y="862350"/>
                  </a:lnTo>
                  <a:lnTo>
                    <a:pt x="3836315" y="887486"/>
                  </a:lnTo>
                  <a:lnTo>
                    <a:pt x="3810508" y="947039"/>
                  </a:lnTo>
                  <a:lnTo>
                    <a:pt x="3817213" y="978044"/>
                  </a:lnTo>
                  <a:lnTo>
                    <a:pt x="3866291" y="1031624"/>
                  </a:lnTo>
                  <a:lnTo>
                    <a:pt x="3905621" y="1052572"/>
                  </a:lnTo>
                  <a:lnTo>
                    <a:pt x="3952781" y="1068542"/>
                  </a:lnTo>
                  <a:lnTo>
                    <a:pt x="4006250" y="1078720"/>
                  </a:lnTo>
                  <a:lnTo>
                    <a:pt x="4064508" y="1082294"/>
                  </a:lnTo>
                  <a:lnTo>
                    <a:pt x="6505956" y="1082294"/>
                  </a:lnTo>
                  <a:lnTo>
                    <a:pt x="6505956" y="541147"/>
                  </a:lnTo>
                  <a:lnTo>
                    <a:pt x="8129015" y="1894078"/>
                  </a:lnTo>
                  <a:lnTo>
                    <a:pt x="6505956" y="3246907"/>
                  </a:lnTo>
                  <a:lnTo>
                    <a:pt x="6505956" y="2705760"/>
                  </a:lnTo>
                  <a:lnTo>
                    <a:pt x="4064508" y="2705760"/>
                  </a:lnTo>
                  <a:lnTo>
                    <a:pt x="4006250" y="2702187"/>
                  </a:lnTo>
                  <a:lnTo>
                    <a:pt x="3952781" y="2692010"/>
                  </a:lnTo>
                  <a:lnTo>
                    <a:pt x="3905621" y="2676040"/>
                  </a:lnTo>
                  <a:lnTo>
                    <a:pt x="3866291" y="2655088"/>
                  </a:lnTo>
                  <a:lnTo>
                    <a:pt x="3836315" y="2629968"/>
                  </a:lnTo>
                  <a:lnTo>
                    <a:pt x="3810508" y="2570467"/>
                  </a:lnTo>
                  <a:lnTo>
                    <a:pt x="3810508" y="2164588"/>
                  </a:lnTo>
                  <a:lnTo>
                    <a:pt x="1623060" y="2164588"/>
                  </a:lnTo>
                  <a:lnTo>
                    <a:pt x="1623060" y="2705747"/>
                  </a:lnTo>
                  <a:lnTo>
                    <a:pt x="0" y="1352804"/>
                  </a:lnTo>
                  <a:close/>
                </a:path>
                <a:path extrusionOk="0" h="3247390" w="8129270">
                  <a:moveTo>
                    <a:pt x="4318508" y="676402"/>
                  </a:moveTo>
                  <a:lnTo>
                    <a:pt x="4318508" y="1082294"/>
                  </a:lnTo>
                </a:path>
                <a:path extrusionOk="0" h="3247390" w="8129270">
                  <a:moveTo>
                    <a:pt x="3810508" y="947039"/>
                  </a:moveTo>
                  <a:lnTo>
                    <a:pt x="3810508" y="2164588"/>
                  </a:lnTo>
                </a:path>
              </a:pathLst>
            </a:cu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7" name="Google Shape;387;p11"/>
          <p:cNvSpPr txBox="1"/>
          <p:nvPr/>
        </p:nvSpPr>
        <p:spPr>
          <a:xfrm>
            <a:off x="2232279" y="4241736"/>
            <a:ext cx="3791585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275">
            <a:spAutoFit/>
          </a:bodyPr>
          <a:lstStyle/>
          <a:p>
            <a:pPr indent="292735" lvl="0" marL="12700" marR="508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 est vital pour les entreprises  d’analyser leur environnement, afin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 txBox="1"/>
          <p:nvPr/>
        </p:nvSpPr>
        <p:spPr>
          <a:xfrm>
            <a:off x="2452116" y="4800536"/>
            <a:ext cx="3344545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-421004" lvl="0" marL="433069" marR="5080" rtl="0" algn="l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d’analyser et d’anticiper, si c’est  possible ses évolutions.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 txBox="1"/>
          <p:nvPr/>
        </p:nvSpPr>
        <p:spPr>
          <a:xfrm>
            <a:off x="6558026" y="4828222"/>
            <a:ext cx="2958465" cy="1176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12700" marR="5080" rtl="0" algn="ctr">
              <a:lnSpc>
                <a:spcPct val="9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E1EFD9"/>
                </a:solidFill>
                <a:latin typeface="Calibri"/>
                <a:ea typeface="Calibri"/>
                <a:cs typeface="Calibri"/>
                <a:sym typeface="Calibri"/>
              </a:rPr>
              <a:t>L’environnement présente à  la fois pour l’entreprise une  source d’opportunités et de  menaces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 txBox="1"/>
          <p:nvPr/>
        </p:nvSpPr>
        <p:spPr>
          <a:xfrm>
            <a:off x="10837750" y="62937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9408" y="942086"/>
            <a:ext cx="2615183" cy="1737741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2"/>
          <p:cNvSpPr txBox="1"/>
          <p:nvPr/>
        </p:nvSpPr>
        <p:spPr>
          <a:xfrm>
            <a:off x="2104644" y="2866771"/>
            <a:ext cx="7734934" cy="1487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5080" rtl="0" algn="just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C’est </a:t>
            </a: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l’analyse du contexte </a:t>
            </a: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au sein duquel </a:t>
            </a: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évolue </a:t>
            </a: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l’entreprise  afin de déterminer les principaux </a:t>
            </a: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facteurs qui influencent </a:t>
            </a: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ou  sont susceptibles </a:t>
            </a: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d’influencer</a:t>
            </a: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fr-FR" sz="2350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positivement </a:t>
            </a: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ou  </a:t>
            </a: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négativement</a:t>
            </a: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, son développement et sa croissance.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246888" y="439038"/>
            <a:ext cx="448309" cy="512445"/>
          </a:xfrm>
          <a:custGeom>
            <a:rect b="b" l="l" r="r" t="t"/>
            <a:pathLst>
              <a:path extrusionOk="0" h="512444" w="448309">
                <a:moveTo>
                  <a:pt x="0" y="0"/>
                </a:moveTo>
                <a:lnTo>
                  <a:pt x="0" y="512190"/>
                </a:lnTo>
                <a:lnTo>
                  <a:pt x="448056" y="25603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 txBox="1"/>
          <p:nvPr>
            <p:ph type="title"/>
          </p:nvPr>
        </p:nvSpPr>
        <p:spPr>
          <a:xfrm>
            <a:off x="1112646" y="447293"/>
            <a:ext cx="5440553" cy="378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350"/>
              <a:t>Analyse de l’environnement Externe ..</a:t>
            </a:r>
            <a:endParaRPr sz="2350"/>
          </a:p>
        </p:txBody>
      </p:sp>
      <p:sp>
        <p:nvSpPr>
          <p:cNvPr id="399" name="Google Shape;399;p12"/>
          <p:cNvSpPr txBox="1"/>
          <p:nvPr/>
        </p:nvSpPr>
        <p:spPr>
          <a:xfrm>
            <a:off x="10837750" y="62937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3"/>
          <p:cNvSpPr txBox="1"/>
          <p:nvPr/>
        </p:nvSpPr>
        <p:spPr>
          <a:xfrm>
            <a:off x="11173533" y="6435700"/>
            <a:ext cx="5046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 txBox="1"/>
          <p:nvPr>
            <p:ph type="title"/>
          </p:nvPr>
        </p:nvSpPr>
        <p:spPr>
          <a:xfrm>
            <a:off x="823823" y="510984"/>
            <a:ext cx="889635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350">
                <a:solidFill>
                  <a:srgbClr val="333E50"/>
                </a:solidFill>
              </a:rPr>
              <a:t>L’analyse	de	l’environnement	externe	permet	à	l’entreprise</a:t>
            </a:r>
            <a:endParaRPr sz="2350"/>
          </a:p>
          <a:p>
            <a:pPr indent="0" lvl="0" marL="12700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fr-FR" sz="2350">
                <a:solidFill>
                  <a:srgbClr val="333E50"/>
                </a:solidFill>
              </a:rPr>
              <a:t>d’identifier les	</a:t>
            </a:r>
            <a:r>
              <a:rPr lang="fr-FR" sz="2350">
                <a:solidFill>
                  <a:srgbClr val="FF0000"/>
                </a:solidFill>
              </a:rPr>
              <a:t>opportunités </a:t>
            </a:r>
            <a:r>
              <a:rPr lang="fr-FR" sz="2350">
                <a:solidFill>
                  <a:srgbClr val="333E50"/>
                </a:solidFill>
              </a:rPr>
              <a:t>et les </a:t>
            </a:r>
            <a:r>
              <a:rPr lang="fr-FR" sz="2350">
                <a:solidFill>
                  <a:srgbClr val="FF0000"/>
                </a:solidFill>
              </a:rPr>
              <a:t>menaces.</a:t>
            </a:r>
            <a:endParaRPr sz="2350"/>
          </a:p>
        </p:txBody>
      </p:sp>
      <p:sp>
        <p:nvSpPr>
          <p:cNvPr id="406" name="Google Shape;406;p13"/>
          <p:cNvSpPr txBox="1"/>
          <p:nvPr/>
        </p:nvSpPr>
        <p:spPr>
          <a:xfrm>
            <a:off x="823823" y="1609597"/>
            <a:ext cx="8909685" cy="221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5080" rtl="0" algn="just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r>
              <a:rPr b="1" lang="fr-FR" sz="2350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opportunité </a:t>
            </a: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est un facteur environnemental favorable qui, </a:t>
            </a: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s’il est  exploité </a:t>
            </a: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par l’entreprise , constitue un levier de </a:t>
            </a: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croissance et  d’amélioration.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t/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5875" rtl="0" algn="just">
              <a:lnSpc>
                <a:spcPct val="102299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menace </a:t>
            </a: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est un </a:t>
            </a: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élément externe </a:t>
            </a: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à l’entreprise susceptible d’avoir  un </a:t>
            </a: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impact négatif </a:t>
            </a: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sur son </a:t>
            </a: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développement et sa compétitivité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13"/>
          <p:cNvGrpSpPr/>
          <p:nvPr/>
        </p:nvGrpSpPr>
        <p:grpSpPr>
          <a:xfrm>
            <a:off x="10177188" y="1453822"/>
            <a:ext cx="1440347" cy="1659758"/>
            <a:chOff x="10177188" y="1453822"/>
            <a:chExt cx="1440347" cy="1659758"/>
          </a:xfrm>
        </p:grpSpPr>
        <p:pic>
          <p:nvPicPr>
            <p:cNvPr id="408" name="Google Shape;408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177188" y="1453822"/>
              <a:ext cx="1440347" cy="1659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90987" y="1522857"/>
              <a:ext cx="1362455" cy="15731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13"/>
            <p:cNvSpPr/>
            <p:nvPr/>
          </p:nvSpPr>
          <p:spPr>
            <a:xfrm>
              <a:off x="10190987" y="1522857"/>
              <a:ext cx="1362710" cy="1573530"/>
            </a:xfrm>
            <a:custGeom>
              <a:rect b="b" l="l" r="r" t="t"/>
              <a:pathLst>
                <a:path extrusionOk="0" h="1573530" w="1362709">
                  <a:moveTo>
                    <a:pt x="0" y="786638"/>
                  </a:moveTo>
                  <a:lnTo>
                    <a:pt x="1449" y="734914"/>
                  </a:lnTo>
                  <a:lnTo>
                    <a:pt x="5737" y="684084"/>
                  </a:lnTo>
                  <a:lnTo>
                    <a:pt x="12774" y="634251"/>
                  </a:lnTo>
                  <a:lnTo>
                    <a:pt x="22469" y="585519"/>
                  </a:lnTo>
                  <a:lnTo>
                    <a:pt x="34735" y="537992"/>
                  </a:lnTo>
                  <a:lnTo>
                    <a:pt x="49479" y="491773"/>
                  </a:lnTo>
                  <a:lnTo>
                    <a:pt x="66613" y="446966"/>
                  </a:lnTo>
                  <a:lnTo>
                    <a:pt x="86047" y="403674"/>
                  </a:lnTo>
                  <a:lnTo>
                    <a:pt x="107690" y="362001"/>
                  </a:lnTo>
                  <a:lnTo>
                    <a:pt x="131454" y="322051"/>
                  </a:lnTo>
                  <a:lnTo>
                    <a:pt x="157247" y="283928"/>
                  </a:lnTo>
                  <a:lnTo>
                    <a:pt x="184982" y="247734"/>
                  </a:lnTo>
                  <a:lnTo>
                    <a:pt x="214566" y="213574"/>
                  </a:lnTo>
                  <a:lnTo>
                    <a:pt x="245912" y="181551"/>
                  </a:lnTo>
                  <a:lnTo>
                    <a:pt x="278928" y="151770"/>
                  </a:lnTo>
                  <a:lnTo>
                    <a:pt x="313525" y="124332"/>
                  </a:lnTo>
                  <a:lnTo>
                    <a:pt x="349614" y="99343"/>
                  </a:lnTo>
                  <a:lnTo>
                    <a:pt x="387104" y="76906"/>
                  </a:lnTo>
                  <a:lnTo>
                    <a:pt x="425906" y="57124"/>
                  </a:lnTo>
                  <a:lnTo>
                    <a:pt x="465929" y="40101"/>
                  </a:lnTo>
                  <a:lnTo>
                    <a:pt x="507084" y="25941"/>
                  </a:lnTo>
                  <a:lnTo>
                    <a:pt x="549281" y="14747"/>
                  </a:lnTo>
                  <a:lnTo>
                    <a:pt x="592431" y="6623"/>
                  </a:lnTo>
                  <a:lnTo>
                    <a:pt x="636443" y="1673"/>
                  </a:lnTo>
                  <a:lnTo>
                    <a:pt x="681227" y="0"/>
                  </a:lnTo>
                  <a:lnTo>
                    <a:pt x="726012" y="1673"/>
                  </a:lnTo>
                  <a:lnTo>
                    <a:pt x="770024" y="6623"/>
                  </a:lnTo>
                  <a:lnTo>
                    <a:pt x="813174" y="14747"/>
                  </a:lnTo>
                  <a:lnTo>
                    <a:pt x="855371" y="25941"/>
                  </a:lnTo>
                  <a:lnTo>
                    <a:pt x="896526" y="40101"/>
                  </a:lnTo>
                  <a:lnTo>
                    <a:pt x="936549" y="57124"/>
                  </a:lnTo>
                  <a:lnTo>
                    <a:pt x="975351" y="76906"/>
                  </a:lnTo>
                  <a:lnTo>
                    <a:pt x="1012841" y="99343"/>
                  </a:lnTo>
                  <a:lnTo>
                    <a:pt x="1048930" y="124332"/>
                  </a:lnTo>
                  <a:lnTo>
                    <a:pt x="1083527" y="151770"/>
                  </a:lnTo>
                  <a:lnTo>
                    <a:pt x="1116543" y="181551"/>
                  </a:lnTo>
                  <a:lnTo>
                    <a:pt x="1147889" y="213574"/>
                  </a:lnTo>
                  <a:lnTo>
                    <a:pt x="1177473" y="247734"/>
                  </a:lnTo>
                  <a:lnTo>
                    <a:pt x="1205208" y="283928"/>
                  </a:lnTo>
                  <a:lnTo>
                    <a:pt x="1231001" y="322051"/>
                  </a:lnTo>
                  <a:lnTo>
                    <a:pt x="1254765" y="362001"/>
                  </a:lnTo>
                  <a:lnTo>
                    <a:pt x="1276408" y="403674"/>
                  </a:lnTo>
                  <a:lnTo>
                    <a:pt x="1295842" y="446966"/>
                  </a:lnTo>
                  <a:lnTo>
                    <a:pt x="1312976" y="491773"/>
                  </a:lnTo>
                  <a:lnTo>
                    <a:pt x="1327720" y="537992"/>
                  </a:lnTo>
                  <a:lnTo>
                    <a:pt x="1339986" y="585519"/>
                  </a:lnTo>
                  <a:lnTo>
                    <a:pt x="1349681" y="634251"/>
                  </a:lnTo>
                  <a:lnTo>
                    <a:pt x="1356718" y="684084"/>
                  </a:lnTo>
                  <a:lnTo>
                    <a:pt x="1361006" y="734914"/>
                  </a:lnTo>
                  <a:lnTo>
                    <a:pt x="1362455" y="786638"/>
                  </a:lnTo>
                  <a:lnTo>
                    <a:pt x="1361006" y="838347"/>
                  </a:lnTo>
                  <a:lnTo>
                    <a:pt x="1356718" y="889163"/>
                  </a:lnTo>
                  <a:lnTo>
                    <a:pt x="1349681" y="938984"/>
                  </a:lnTo>
                  <a:lnTo>
                    <a:pt x="1339986" y="987704"/>
                  </a:lnTo>
                  <a:lnTo>
                    <a:pt x="1327720" y="1035221"/>
                  </a:lnTo>
                  <a:lnTo>
                    <a:pt x="1312976" y="1081431"/>
                  </a:lnTo>
                  <a:lnTo>
                    <a:pt x="1295842" y="1126230"/>
                  </a:lnTo>
                  <a:lnTo>
                    <a:pt x="1276408" y="1169514"/>
                  </a:lnTo>
                  <a:lnTo>
                    <a:pt x="1254765" y="1211180"/>
                  </a:lnTo>
                  <a:lnTo>
                    <a:pt x="1231001" y="1251124"/>
                  </a:lnTo>
                  <a:lnTo>
                    <a:pt x="1205208" y="1289243"/>
                  </a:lnTo>
                  <a:lnTo>
                    <a:pt x="1177473" y="1325432"/>
                  </a:lnTo>
                  <a:lnTo>
                    <a:pt x="1147889" y="1359588"/>
                  </a:lnTo>
                  <a:lnTo>
                    <a:pt x="1116543" y="1391607"/>
                  </a:lnTo>
                  <a:lnTo>
                    <a:pt x="1083527" y="1421387"/>
                  </a:lnTo>
                  <a:lnTo>
                    <a:pt x="1048930" y="1448822"/>
                  </a:lnTo>
                  <a:lnTo>
                    <a:pt x="1012841" y="1473809"/>
                  </a:lnTo>
                  <a:lnTo>
                    <a:pt x="975351" y="1496245"/>
                  </a:lnTo>
                  <a:lnTo>
                    <a:pt x="936549" y="1516026"/>
                  </a:lnTo>
                  <a:lnTo>
                    <a:pt x="896526" y="1533048"/>
                  </a:lnTo>
                  <a:lnTo>
                    <a:pt x="855371" y="1547208"/>
                  </a:lnTo>
                  <a:lnTo>
                    <a:pt x="813174" y="1558401"/>
                  </a:lnTo>
                  <a:lnTo>
                    <a:pt x="770024" y="1566525"/>
                  </a:lnTo>
                  <a:lnTo>
                    <a:pt x="726012" y="1571475"/>
                  </a:lnTo>
                  <a:lnTo>
                    <a:pt x="681227" y="1573148"/>
                  </a:lnTo>
                  <a:lnTo>
                    <a:pt x="636443" y="1571475"/>
                  </a:lnTo>
                  <a:lnTo>
                    <a:pt x="592431" y="1566525"/>
                  </a:lnTo>
                  <a:lnTo>
                    <a:pt x="549281" y="1558401"/>
                  </a:lnTo>
                  <a:lnTo>
                    <a:pt x="507084" y="1547208"/>
                  </a:lnTo>
                  <a:lnTo>
                    <a:pt x="465929" y="1533048"/>
                  </a:lnTo>
                  <a:lnTo>
                    <a:pt x="425906" y="1516026"/>
                  </a:lnTo>
                  <a:lnTo>
                    <a:pt x="387104" y="1496245"/>
                  </a:lnTo>
                  <a:lnTo>
                    <a:pt x="349614" y="1473809"/>
                  </a:lnTo>
                  <a:lnTo>
                    <a:pt x="313525" y="1448822"/>
                  </a:lnTo>
                  <a:lnTo>
                    <a:pt x="278928" y="1421387"/>
                  </a:lnTo>
                  <a:lnTo>
                    <a:pt x="245912" y="1391607"/>
                  </a:lnTo>
                  <a:lnTo>
                    <a:pt x="214566" y="1359588"/>
                  </a:lnTo>
                  <a:lnTo>
                    <a:pt x="184982" y="1325432"/>
                  </a:lnTo>
                  <a:lnTo>
                    <a:pt x="157247" y="1289243"/>
                  </a:lnTo>
                  <a:lnTo>
                    <a:pt x="131454" y="1251124"/>
                  </a:lnTo>
                  <a:lnTo>
                    <a:pt x="107690" y="1211180"/>
                  </a:lnTo>
                  <a:lnTo>
                    <a:pt x="86047" y="1169514"/>
                  </a:lnTo>
                  <a:lnTo>
                    <a:pt x="66613" y="1126230"/>
                  </a:lnTo>
                  <a:lnTo>
                    <a:pt x="49479" y="1081431"/>
                  </a:lnTo>
                  <a:lnTo>
                    <a:pt x="34735" y="1035221"/>
                  </a:lnTo>
                  <a:lnTo>
                    <a:pt x="22469" y="987704"/>
                  </a:lnTo>
                  <a:lnTo>
                    <a:pt x="12774" y="938984"/>
                  </a:lnTo>
                  <a:lnTo>
                    <a:pt x="5737" y="889163"/>
                  </a:lnTo>
                  <a:lnTo>
                    <a:pt x="1449" y="838347"/>
                  </a:lnTo>
                  <a:lnTo>
                    <a:pt x="0" y="786638"/>
                  </a:lnTo>
                  <a:close/>
                </a:path>
              </a:pathLst>
            </a:cu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11" name="Google Shape;41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0600" y="4463453"/>
            <a:ext cx="2587752" cy="1774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" name="Google Shape;416;p14"/>
          <p:cNvGrpSpPr/>
          <p:nvPr/>
        </p:nvGrpSpPr>
        <p:grpSpPr>
          <a:xfrm>
            <a:off x="420623" y="2606039"/>
            <a:ext cx="3461306" cy="3342132"/>
            <a:chOff x="420623" y="2606039"/>
            <a:chExt cx="3461306" cy="3342132"/>
          </a:xfrm>
        </p:grpSpPr>
        <p:pic>
          <p:nvPicPr>
            <p:cNvPr id="417" name="Google Shape;41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8559" y="2653998"/>
              <a:ext cx="3203370" cy="32042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8" name="Google Shape;41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20623" y="2606039"/>
              <a:ext cx="3342132" cy="3342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9" name="Google Shape;419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709927" y="3073209"/>
              <a:ext cx="1097280" cy="7682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0" name="Google Shape;420;p14"/>
          <p:cNvSpPr txBox="1"/>
          <p:nvPr/>
        </p:nvSpPr>
        <p:spPr>
          <a:xfrm>
            <a:off x="1088999" y="3950144"/>
            <a:ext cx="2018664" cy="1124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4445" lvl="0" marL="1270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4D4D4D"/>
                </a:solidFill>
                <a:latin typeface="Candara"/>
                <a:ea typeface="Candara"/>
                <a:cs typeface="Candara"/>
                <a:sym typeface="Candara"/>
              </a:rPr>
              <a:t>Pour quelles  entreprises FB a été  une</a:t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marR="1270" rtl="0" algn="ctr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4D4D4D"/>
                </a:solidFill>
                <a:latin typeface="Candara"/>
                <a:ea typeface="Candara"/>
                <a:cs typeface="Candara"/>
                <a:sym typeface="Candara"/>
              </a:rPr>
              <a:t>opportunité	?</a:t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421" name="Google Shape;421;p14"/>
          <p:cNvGrpSpPr/>
          <p:nvPr/>
        </p:nvGrpSpPr>
        <p:grpSpPr>
          <a:xfrm>
            <a:off x="493776" y="45719"/>
            <a:ext cx="5335524" cy="5134356"/>
            <a:chOff x="493776" y="45719"/>
            <a:chExt cx="5335524" cy="5134356"/>
          </a:xfrm>
        </p:grpSpPr>
        <p:pic>
          <p:nvPicPr>
            <p:cNvPr id="422" name="Google Shape;422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93776" y="2423159"/>
              <a:ext cx="1988820" cy="27569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3" name="Google Shape;423;p14"/>
            <p:cNvSpPr/>
            <p:nvPr/>
          </p:nvSpPr>
          <p:spPr>
            <a:xfrm>
              <a:off x="533728" y="2468308"/>
              <a:ext cx="1845945" cy="2608580"/>
            </a:xfrm>
            <a:custGeom>
              <a:rect b="b" l="l" r="r" t="t"/>
              <a:pathLst>
                <a:path extrusionOk="0" h="2608579" w="1845945">
                  <a:moveTo>
                    <a:pt x="1364524" y="0"/>
                  </a:moveTo>
                  <a:lnTo>
                    <a:pt x="1324017" y="2412"/>
                  </a:lnTo>
                  <a:lnTo>
                    <a:pt x="1283641" y="8064"/>
                  </a:lnTo>
                  <a:lnTo>
                    <a:pt x="1242294" y="17274"/>
                  </a:lnTo>
                  <a:lnTo>
                    <a:pt x="1201219" y="29788"/>
                  </a:lnTo>
                  <a:lnTo>
                    <a:pt x="1160486" y="45525"/>
                  </a:lnTo>
                  <a:lnTo>
                    <a:pt x="1120161" y="64404"/>
                  </a:lnTo>
                  <a:lnTo>
                    <a:pt x="1080312" y="86345"/>
                  </a:lnTo>
                  <a:lnTo>
                    <a:pt x="1041008" y="111265"/>
                  </a:lnTo>
                  <a:lnTo>
                    <a:pt x="1002314" y="139084"/>
                  </a:lnTo>
                  <a:lnTo>
                    <a:pt x="964300" y="169721"/>
                  </a:lnTo>
                  <a:lnTo>
                    <a:pt x="927033" y="203094"/>
                  </a:lnTo>
                  <a:lnTo>
                    <a:pt x="890580" y="239123"/>
                  </a:lnTo>
                  <a:lnTo>
                    <a:pt x="855009" y="277726"/>
                  </a:lnTo>
                  <a:lnTo>
                    <a:pt x="820388" y="318822"/>
                  </a:lnTo>
                  <a:lnTo>
                    <a:pt x="786784" y="362331"/>
                  </a:lnTo>
                  <a:lnTo>
                    <a:pt x="754265" y="408170"/>
                  </a:lnTo>
                  <a:lnTo>
                    <a:pt x="722898" y="456259"/>
                  </a:lnTo>
                  <a:lnTo>
                    <a:pt x="692752" y="506517"/>
                  </a:lnTo>
                  <a:lnTo>
                    <a:pt x="663894" y="558863"/>
                  </a:lnTo>
                  <a:lnTo>
                    <a:pt x="653543" y="581596"/>
                  </a:lnTo>
                  <a:lnTo>
                    <a:pt x="556312" y="571055"/>
                  </a:lnTo>
                  <a:lnTo>
                    <a:pt x="501272" y="573214"/>
                  </a:lnTo>
                  <a:lnTo>
                    <a:pt x="445670" y="581088"/>
                  </a:lnTo>
                  <a:lnTo>
                    <a:pt x="399572" y="591994"/>
                  </a:lnTo>
                  <a:lnTo>
                    <a:pt x="355306" y="606498"/>
                  </a:lnTo>
                  <a:lnTo>
                    <a:pt x="313001" y="624409"/>
                  </a:lnTo>
                  <a:lnTo>
                    <a:pt x="272789" y="645535"/>
                  </a:lnTo>
                  <a:lnTo>
                    <a:pt x="234800" y="669685"/>
                  </a:lnTo>
                  <a:lnTo>
                    <a:pt x="199166" y="696667"/>
                  </a:lnTo>
                  <a:lnTo>
                    <a:pt x="166017" y="726292"/>
                  </a:lnTo>
                  <a:lnTo>
                    <a:pt x="135484" y="758367"/>
                  </a:lnTo>
                  <a:lnTo>
                    <a:pt x="107697" y="792702"/>
                  </a:lnTo>
                  <a:lnTo>
                    <a:pt x="82789" y="829104"/>
                  </a:lnTo>
                  <a:lnTo>
                    <a:pt x="60889" y="867384"/>
                  </a:lnTo>
                  <a:lnTo>
                    <a:pt x="42129" y="907349"/>
                  </a:lnTo>
                  <a:lnTo>
                    <a:pt x="26639" y="948809"/>
                  </a:lnTo>
                  <a:lnTo>
                    <a:pt x="14550" y="991572"/>
                  </a:lnTo>
                  <a:lnTo>
                    <a:pt x="5993" y="1035448"/>
                  </a:lnTo>
                  <a:lnTo>
                    <a:pt x="1100" y="1080244"/>
                  </a:lnTo>
                  <a:lnTo>
                    <a:pt x="0" y="1125770"/>
                  </a:lnTo>
                  <a:lnTo>
                    <a:pt x="2824" y="1171835"/>
                  </a:lnTo>
                  <a:lnTo>
                    <a:pt x="9704" y="1218247"/>
                  </a:lnTo>
                  <a:lnTo>
                    <a:pt x="21775" y="1268193"/>
                  </a:lnTo>
                  <a:lnTo>
                    <a:pt x="38193" y="1315927"/>
                  </a:lnTo>
                  <a:lnTo>
                    <a:pt x="58706" y="1361279"/>
                  </a:lnTo>
                  <a:lnTo>
                    <a:pt x="83060" y="1404079"/>
                  </a:lnTo>
                  <a:lnTo>
                    <a:pt x="111000" y="1444159"/>
                  </a:lnTo>
                  <a:lnTo>
                    <a:pt x="142275" y="1481348"/>
                  </a:lnTo>
                  <a:lnTo>
                    <a:pt x="176630" y="1515477"/>
                  </a:lnTo>
                  <a:lnTo>
                    <a:pt x="213812" y="1546377"/>
                  </a:lnTo>
                  <a:lnTo>
                    <a:pt x="253567" y="1573877"/>
                  </a:lnTo>
                  <a:lnTo>
                    <a:pt x="295641" y="1597808"/>
                  </a:lnTo>
                  <a:lnTo>
                    <a:pt x="339782" y="1618000"/>
                  </a:lnTo>
                  <a:lnTo>
                    <a:pt x="385736" y="1634284"/>
                  </a:lnTo>
                  <a:lnTo>
                    <a:pt x="433249" y="1646491"/>
                  </a:lnTo>
                  <a:lnTo>
                    <a:pt x="436818" y="1646872"/>
                  </a:lnTo>
                  <a:lnTo>
                    <a:pt x="438367" y="1679384"/>
                  </a:lnTo>
                  <a:lnTo>
                    <a:pt x="443945" y="1738846"/>
                  </a:lnTo>
                  <a:lnTo>
                    <a:pt x="451313" y="1797113"/>
                  </a:lnTo>
                  <a:lnTo>
                    <a:pt x="460438" y="1854100"/>
                  </a:lnTo>
                  <a:lnTo>
                    <a:pt x="471284" y="1909725"/>
                  </a:lnTo>
                  <a:lnTo>
                    <a:pt x="483819" y="1963902"/>
                  </a:lnTo>
                  <a:lnTo>
                    <a:pt x="498008" y="2016549"/>
                  </a:lnTo>
                  <a:lnTo>
                    <a:pt x="513816" y="2067582"/>
                  </a:lnTo>
                  <a:lnTo>
                    <a:pt x="531211" y="2116918"/>
                  </a:lnTo>
                  <a:lnTo>
                    <a:pt x="550157" y="2164472"/>
                  </a:lnTo>
                  <a:lnTo>
                    <a:pt x="570622" y="2210161"/>
                  </a:lnTo>
                  <a:lnTo>
                    <a:pt x="592570" y="2253901"/>
                  </a:lnTo>
                  <a:lnTo>
                    <a:pt x="615968" y="2295609"/>
                  </a:lnTo>
                  <a:lnTo>
                    <a:pt x="640781" y="2335200"/>
                  </a:lnTo>
                  <a:lnTo>
                    <a:pt x="666976" y="2372592"/>
                  </a:lnTo>
                  <a:lnTo>
                    <a:pt x="694519" y="2407701"/>
                  </a:lnTo>
                  <a:lnTo>
                    <a:pt x="723375" y="2440442"/>
                  </a:lnTo>
                  <a:lnTo>
                    <a:pt x="753510" y="2470732"/>
                  </a:lnTo>
                  <a:lnTo>
                    <a:pt x="784891" y="2498489"/>
                  </a:lnTo>
                  <a:lnTo>
                    <a:pt x="817483" y="2523627"/>
                  </a:lnTo>
                  <a:lnTo>
                    <a:pt x="851252" y="2546063"/>
                  </a:lnTo>
                  <a:lnTo>
                    <a:pt x="886165" y="2565714"/>
                  </a:lnTo>
                  <a:lnTo>
                    <a:pt x="922187" y="2582495"/>
                  </a:lnTo>
                  <a:lnTo>
                    <a:pt x="959283" y="2596324"/>
                  </a:lnTo>
                  <a:lnTo>
                    <a:pt x="1009702" y="2608262"/>
                  </a:lnTo>
                  <a:lnTo>
                    <a:pt x="950393" y="2583624"/>
                  </a:lnTo>
                  <a:lnTo>
                    <a:pt x="914805" y="2563844"/>
                  </a:lnTo>
                  <a:lnTo>
                    <a:pt x="880408" y="2541317"/>
                  </a:lnTo>
                  <a:lnTo>
                    <a:pt x="847238" y="2516129"/>
                  </a:lnTo>
                  <a:lnTo>
                    <a:pt x="815332" y="2488367"/>
                  </a:lnTo>
                  <a:lnTo>
                    <a:pt x="784726" y="2458115"/>
                  </a:lnTo>
                  <a:lnTo>
                    <a:pt x="755457" y="2425459"/>
                  </a:lnTo>
                  <a:lnTo>
                    <a:pt x="727562" y="2390485"/>
                  </a:lnTo>
                  <a:lnTo>
                    <a:pt x="701076" y="2353279"/>
                  </a:lnTo>
                  <a:lnTo>
                    <a:pt x="676037" y="2313926"/>
                  </a:lnTo>
                  <a:lnTo>
                    <a:pt x="652480" y="2272512"/>
                  </a:lnTo>
                  <a:lnTo>
                    <a:pt x="630442" y="2229122"/>
                  </a:lnTo>
                  <a:lnTo>
                    <a:pt x="609961" y="2183843"/>
                  </a:lnTo>
                  <a:lnTo>
                    <a:pt x="591071" y="2136759"/>
                  </a:lnTo>
                  <a:lnTo>
                    <a:pt x="573810" y="2087957"/>
                  </a:lnTo>
                  <a:lnTo>
                    <a:pt x="558214" y="2037522"/>
                  </a:lnTo>
                  <a:lnTo>
                    <a:pt x="544320" y="1985540"/>
                  </a:lnTo>
                  <a:lnTo>
                    <a:pt x="532164" y="1932096"/>
                  </a:lnTo>
                  <a:lnTo>
                    <a:pt x="521783" y="1877277"/>
                  </a:lnTo>
                  <a:lnTo>
                    <a:pt x="513213" y="1821167"/>
                  </a:lnTo>
                  <a:lnTo>
                    <a:pt x="506490" y="1763852"/>
                  </a:lnTo>
                  <a:lnTo>
                    <a:pt x="501651" y="1705419"/>
                  </a:lnTo>
                  <a:lnTo>
                    <a:pt x="501270" y="1653857"/>
                  </a:lnTo>
                  <a:lnTo>
                    <a:pt x="540336" y="1658175"/>
                  </a:lnTo>
                  <a:lnTo>
                    <a:pt x="567766" y="1657713"/>
                  </a:lnTo>
                  <a:lnTo>
                    <a:pt x="623126" y="1652692"/>
                  </a:lnTo>
                  <a:lnTo>
                    <a:pt x="697081" y="1637127"/>
                  </a:lnTo>
                  <a:lnTo>
                    <a:pt x="741353" y="1622637"/>
                  </a:lnTo>
                  <a:lnTo>
                    <a:pt x="783663" y="1604737"/>
                  </a:lnTo>
                  <a:lnTo>
                    <a:pt x="823879" y="1583618"/>
                  </a:lnTo>
                  <a:lnTo>
                    <a:pt x="861871" y="1559473"/>
                  </a:lnTo>
                  <a:lnTo>
                    <a:pt x="897509" y="1532492"/>
                  </a:lnTo>
                  <a:lnTo>
                    <a:pt x="930660" y="1502867"/>
                  </a:lnTo>
                  <a:lnTo>
                    <a:pt x="961194" y="1470790"/>
                  </a:lnTo>
                  <a:lnTo>
                    <a:pt x="988981" y="1436451"/>
                  </a:lnTo>
                  <a:lnTo>
                    <a:pt x="1013889" y="1400044"/>
                  </a:lnTo>
                  <a:lnTo>
                    <a:pt x="1035787" y="1361758"/>
                  </a:lnTo>
                  <a:lnTo>
                    <a:pt x="1054545" y="1321787"/>
                  </a:lnTo>
                  <a:lnTo>
                    <a:pt x="1070031" y="1280320"/>
                  </a:lnTo>
                  <a:lnTo>
                    <a:pt x="1082115" y="1237550"/>
                  </a:lnTo>
                  <a:lnTo>
                    <a:pt x="1090666" y="1193669"/>
                  </a:lnTo>
                  <a:lnTo>
                    <a:pt x="1095553" y="1148867"/>
                  </a:lnTo>
                  <a:lnTo>
                    <a:pt x="1096644" y="1103337"/>
                  </a:lnTo>
                  <a:lnTo>
                    <a:pt x="1093810" y="1057269"/>
                  </a:lnTo>
                  <a:lnTo>
                    <a:pt x="1086918" y="1010856"/>
                  </a:lnTo>
                  <a:lnTo>
                    <a:pt x="1075063" y="961649"/>
                  </a:lnTo>
                  <a:lnTo>
                    <a:pt x="1058985" y="914583"/>
                  </a:lnTo>
                  <a:lnTo>
                    <a:pt x="1038928" y="869820"/>
                  </a:lnTo>
                  <a:lnTo>
                    <a:pt x="1015134" y="827525"/>
                  </a:lnTo>
                  <a:lnTo>
                    <a:pt x="987846" y="787859"/>
                  </a:lnTo>
                  <a:lnTo>
                    <a:pt x="957307" y="750987"/>
                  </a:lnTo>
                  <a:lnTo>
                    <a:pt x="923759" y="717071"/>
                  </a:lnTo>
                  <a:lnTo>
                    <a:pt x="887446" y="686275"/>
                  </a:lnTo>
                  <a:lnTo>
                    <a:pt x="848609" y="658761"/>
                  </a:lnTo>
                  <a:lnTo>
                    <a:pt x="807492" y="634694"/>
                  </a:lnTo>
                  <a:lnTo>
                    <a:pt x="764338" y="614235"/>
                  </a:lnTo>
                  <a:lnTo>
                    <a:pt x="763195" y="613854"/>
                  </a:lnTo>
                  <a:lnTo>
                    <a:pt x="770053" y="600900"/>
                  </a:lnTo>
                  <a:lnTo>
                    <a:pt x="801379" y="553471"/>
                  </a:lnTo>
                  <a:lnTo>
                    <a:pt x="833948" y="508254"/>
                  </a:lnTo>
                  <a:lnTo>
                    <a:pt x="867688" y="465330"/>
                  </a:lnTo>
                  <a:lnTo>
                    <a:pt x="902525" y="424781"/>
                  </a:lnTo>
                  <a:lnTo>
                    <a:pt x="938389" y="386689"/>
                  </a:lnTo>
                  <a:lnTo>
                    <a:pt x="975207" y="351136"/>
                  </a:lnTo>
                  <a:lnTo>
                    <a:pt x="1012907" y="318203"/>
                  </a:lnTo>
                  <a:lnTo>
                    <a:pt x="1051416" y="287972"/>
                  </a:lnTo>
                  <a:lnTo>
                    <a:pt x="1090663" y="260526"/>
                  </a:lnTo>
                  <a:lnTo>
                    <a:pt x="1130575" y="235945"/>
                  </a:lnTo>
                  <a:lnTo>
                    <a:pt x="1171079" y="214311"/>
                  </a:lnTo>
                  <a:lnTo>
                    <a:pt x="1212105" y="195706"/>
                  </a:lnTo>
                  <a:lnTo>
                    <a:pt x="1253579" y="180213"/>
                  </a:lnTo>
                  <a:lnTo>
                    <a:pt x="1295429" y="167912"/>
                  </a:lnTo>
                  <a:lnTo>
                    <a:pt x="1337583" y="158886"/>
                  </a:lnTo>
                  <a:lnTo>
                    <a:pt x="1379969" y="153216"/>
                  </a:lnTo>
                  <a:lnTo>
                    <a:pt x="1422515" y="150984"/>
                  </a:lnTo>
                  <a:lnTo>
                    <a:pt x="1465148" y="152272"/>
                  </a:lnTo>
                  <a:lnTo>
                    <a:pt x="1507796" y="157162"/>
                  </a:lnTo>
                  <a:lnTo>
                    <a:pt x="1555671" y="167106"/>
                  </a:lnTo>
                  <a:lnTo>
                    <a:pt x="1602028" y="181450"/>
                  </a:lnTo>
                  <a:lnTo>
                    <a:pt x="1646812" y="200057"/>
                  </a:lnTo>
                  <a:lnTo>
                    <a:pt x="1689969" y="222783"/>
                  </a:lnTo>
                  <a:lnTo>
                    <a:pt x="1731443" y="249491"/>
                  </a:lnTo>
                  <a:lnTo>
                    <a:pt x="1756462" y="271335"/>
                  </a:lnTo>
                  <a:lnTo>
                    <a:pt x="1845870" y="290131"/>
                  </a:lnTo>
                  <a:lnTo>
                    <a:pt x="1734491" y="153479"/>
                  </a:lnTo>
                  <a:lnTo>
                    <a:pt x="1697933" y="120930"/>
                  </a:lnTo>
                  <a:lnTo>
                    <a:pt x="1659709" y="91950"/>
                  </a:lnTo>
                  <a:lnTo>
                    <a:pt x="1619878" y="66674"/>
                  </a:lnTo>
                  <a:lnTo>
                    <a:pt x="1578501" y="45235"/>
                  </a:lnTo>
                  <a:lnTo>
                    <a:pt x="1535638" y="27766"/>
                  </a:lnTo>
                  <a:lnTo>
                    <a:pt x="1491349" y="14400"/>
                  </a:lnTo>
                  <a:lnTo>
                    <a:pt x="1445693" y="5270"/>
                  </a:lnTo>
                  <a:lnTo>
                    <a:pt x="1405103" y="920"/>
                  </a:lnTo>
                  <a:lnTo>
                    <a:pt x="1364524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14"/>
            <p:cNvSpPr/>
            <p:nvPr/>
          </p:nvSpPr>
          <p:spPr>
            <a:xfrm>
              <a:off x="533728" y="2468308"/>
              <a:ext cx="1845945" cy="2608580"/>
            </a:xfrm>
            <a:custGeom>
              <a:rect b="b" l="l" r="r" t="t"/>
              <a:pathLst>
                <a:path extrusionOk="0" h="2608579" w="1845945">
                  <a:moveTo>
                    <a:pt x="1283641" y="8064"/>
                  </a:moveTo>
                  <a:lnTo>
                    <a:pt x="1324017" y="2412"/>
                  </a:lnTo>
                  <a:lnTo>
                    <a:pt x="1364524" y="0"/>
                  </a:lnTo>
                  <a:lnTo>
                    <a:pt x="1405103" y="920"/>
                  </a:lnTo>
                  <a:lnTo>
                    <a:pt x="1445693" y="5270"/>
                  </a:lnTo>
                  <a:lnTo>
                    <a:pt x="1491349" y="14400"/>
                  </a:lnTo>
                  <a:lnTo>
                    <a:pt x="1535638" y="27766"/>
                  </a:lnTo>
                  <a:lnTo>
                    <a:pt x="1578501" y="45235"/>
                  </a:lnTo>
                  <a:lnTo>
                    <a:pt x="1619878" y="66674"/>
                  </a:lnTo>
                  <a:lnTo>
                    <a:pt x="1659709" y="91950"/>
                  </a:lnTo>
                  <a:lnTo>
                    <a:pt x="1697933" y="120930"/>
                  </a:lnTo>
                  <a:lnTo>
                    <a:pt x="1734491" y="153479"/>
                  </a:lnTo>
                  <a:lnTo>
                    <a:pt x="1845870" y="290131"/>
                  </a:lnTo>
                  <a:lnTo>
                    <a:pt x="1756462" y="271335"/>
                  </a:lnTo>
                  <a:lnTo>
                    <a:pt x="1731443" y="249491"/>
                  </a:lnTo>
                  <a:lnTo>
                    <a:pt x="1689969" y="222783"/>
                  </a:lnTo>
                  <a:lnTo>
                    <a:pt x="1646812" y="200057"/>
                  </a:lnTo>
                  <a:lnTo>
                    <a:pt x="1602028" y="181450"/>
                  </a:lnTo>
                  <a:lnTo>
                    <a:pt x="1555671" y="167106"/>
                  </a:lnTo>
                  <a:lnTo>
                    <a:pt x="1507796" y="157162"/>
                  </a:lnTo>
                  <a:lnTo>
                    <a:pt x="1465148" y="152272"/>
                  </a:lnTo>
                  <a:lnTo>
                    <a:pt x="1422515" y="150984"/>
                  </a:lnTo>
                  <a:lnTo>
                    <a:pt x="1379969" y="153216"/>
                  </a:lnTo>
                  <a:lnTo>
                    <a:pt x="1337583" y="158886"/>
                  </a:lnTo>
                  <a:lnTo>
                    <a:pt x="1295429" y="167912"/>
                  </a:lnTo>
                  <a:lnTo>
                    <a:pt x="1253579" y="180213"/>
                  </a:lnTo>
                  <a:lnTo>
                    <a:pt x="1212105" y="195706"/>
                  </a:lnTo>
                  <a:lnTo>
                    <a:pt x="1171079" y="214311"/>
                  </a:lnTo>
                  <a:lnTo>
                    <a:pt x="1130575" y="235945"/>
                  </a:lnTo>
                  <a:lnTo>
                    <a:pt x="1090663" y="260526"/>
                  </a:lnTo>
                  <a:lnTo>
                    <a:pt x="1051416" y="287972"/>
                  </a:lnTo>
                  <a:lnTo>
                    <a:pt x="1012907" y="318203"/>
                  </a:lnTo>
                  <a:lnTo>
                    <a:pt x="975207" y="351136"/>
                  </a:lnTo>
                  <a:lnTo>
                    <a:pt x="938389" y="386689"/>
                  </a:lnTo>
                  <a:lnTo>
                    <a:pt x="902525" y="424781"/>
                  </a:lnTo>
                  <a:lnTo>
                    <a:pt x="867688" y="465330"/>
                  </a:lnTo>
                  <a:lnTo>
                    <a:pt x="833948" y="508254"/>
                  </a:lnTo>
                  <a:lnTo>
                    <a:pt x="801379" y="553471"/>
                  </a:lnTo>
                  <a:lnTo>
                    <a:pt x="770053" y="600900"/>
                  </a:lnTo>
                  <a:lnTo>
                    <a:pt x="763195" y="613854"/>
                  </a:lnTo>
                  <a:lnTo>
                    <a:pt x="764338" y="614235"/>
                  </a:lnTo>
                  <a:lnTo>
                    <a:pt x="807492" y="634694"/>
                  </a:lnTo>
                  <a:lnTo>
                    <a:pt x="848609" y="658761"/>
                  </a:lnTo>
                  <a:lnTo>
                    <a:pt x="887446" y="686275"/>
                  </a:lnTo>
                  <a:lnTo>
                    <a:pt x="923759" y="717071"/>
                  </a:lnTo>
                  <a:lnTo>
                    <a:pt x="957307" y="750987"/>
                  </a:lnTo>
                  <a:lnTo>
                    <a:pt x="987846" y="787859"/>
                  </a:lnTo>
                  <a:lnTo>
                    <a:pt x="1015134" y="827525"/>
                  </a:lnTo>
                  <a:lnTo>
                    <a:pt x="1038928" y="869820"/>
                  </a:lnTo>
                  <a:lnTo>
                    <a:pt x="1058985" y="914583"/>
                  </a:lnTo>
                  <a:lnTo>
                    <a:pt x="1075063" y="961649"/>
                  </a:lnTo>
                  <a:lnTo>
                    <a:pt x="1086918" y="1010856"/>
                  </a:lnTo>
                  <a:lnTo>
                    <a:pt x="1093810" y="1057269"/>
                  </a:lnTo>
                  <a:lnTo>
                    <a:pt x="1096644" y="1103337"/>
                  </a:lnTo>
                  <a:lnTo>
                    <a:pt x="1095553" y="1148867"/>
                  </a:lnTo>
                  <a:lnTo>
                    <a:pt x="1090666" y="1193669"/>
                  </a:lnTo>
                  <a:lnTo>
                    <a:pt x="1082115" y="1237550"/>
                  </a:lnTo>
                  <a:lnTo>
                    <a:pt x="1070031" y="1280320"/>
                  </a:lnTo>
                  <a:lnTo>
                    <a:pt x="1054545" y="1321787"/>
                  </a:lnTo>
                  <a:lnTo>
                    <a:pt x="1035787" y="1361758"/>
                  </a:lnTo>
                  <a:lnTo>
                    <a:pt x="1013889" y="1400044"/>
                  </a:lnTo>
                  <a:lnTo>
                    <a:pt x="988981" y="1436451"/>
                  </a:lnTo>
                  <a:lnTo>
                    <a:pt x="961194" y="1470790"/>
                  </a:lnTo>
                  <a:lnTo>
                    <a:pt x="930660" y="1502867"/>
                  </a:lnTo>
                  <a:lnTo>
                    <a:pt x="897509" y="1532492"/>
                  </a:lnTo>
                  <a:lnTo>
                    <a:pt x="861871" y="1559473"/>
                  </a:lnTo>
                  <a:lnTo>
                    <a:pt x="823879" y="1583618"/>
                  </a:lnTo>
                  <a:lnTo>
                    <a:pt x="783663" y="1604737"/>
                  </a:lnTo>
                  <a:lnTo>
                    <a:pt x="741353" y="1622637"/>
                  </a:lnTo>
                  <a:lnTo>
                    <a:pt x="697081" y="1637127"/>
                  </a:lnTo>
                  <a:lnTo>
                    <a:pt x="650978" y="1648015"/>
                  </a:lnTo>
                  <a:lnTo>
                    <a:pt x="595376" y="1655905"/>
                  </a:lnTo>
                  <a:lnTo>
                    <a:pt x="540336" y="1658175"/>
                  </a:lnTo>
                  <a:lnTo>
                    <a:pt x="501270" y="1653857"/>
                  </a:lnTo>
                  <a:lnTo>
                    <a:pt x="501651" y="1705419"/>
                  </a:lnTo>
                  <a:lnTo>
                    <a:pt x="506490" y="1763852"/>
                  </a:lnTo>
                  <a:lnTo>
                    <a:pt x="513213" y="1821167"/>
                  </a:lnTo>
                  <a:lnTo>
                    <a:pt x="521783" y="1877277"/>
                  </a:lnTo>
                  <a:lnTo>
                    <a:pt x="532164" y="1932096"/>
                  </a:lnTo>
                  <a:lnTo>
                    <a:pt x="544320" y="1985540"/>
                  </a:lnTo>
                  <a:lnTo>
                    <a:pt x="558214" y="2037522"/>
                  </a:lnTo>
                  <a:lnTo>
                    <a:pt x="573810" y="2087957"/>
                  </a:lnTo>
                  <a:lnTo>
                    <a:pt x="591071" y="2136759"/>
                  </a:lnTo>
                  <a:lnTo>
                    <a:pt x="609961" y="2183843"/>
                  </a:lnTo>
                  <a:lnTo>
                    <a:pt x="630442" y="2229122"/>
                  </a:lnTo>
                  <a:lnTo>
                    <a:pt x="652480" y="2272512"/>
                  </a:lnTo>
                  <a:lnTo>
                    <a:pt x="676037" y="2313926"/>
                  </a:lnTo>
                  <a:lnTo>
                    <a:pt x="701076" y="2353279"/>
                  </a:lnTo>
                  <a:lnTo>
                    <a:pt x="727562" y="2390485"/>
                  </a:lnTo>
                  <a:lnTo>
                    <a:pt x="755457" y="2425459"/>
                  </a:lnTo>
                  <a:lnTo>
                    <a:pt x="784726" y="2458115"/>
                  </a:lnTo>
                  <a:lnTo>
                    <a:pt x="815332" y="2488367"/>
                  </a:lnTo>
                  <a:lnTo>
                    <a:pt x="847238" y="2516129"/>
                  </a:lnTo>
                  <a:lnTo>
                    <a:pt x="880408" y="2541317"/>
                  </a:lnTo>
                  <a:lnTo>
                    <a:pt x="914805" y="2563844"/>
                  </a:lnTo>
                  <a:lnTo>
                    <a:pt x="950393" y="2583624"/>
                  </a:lnTo>
                  <a:lnTo>
                    <a:pt x="1009702" y="2608262"/>
                  </a:lnTo>
                  <a:lnTo>
                    <a:pt x="959283" y="2596324"/>
                  </a:lnTo>
                  <a:lnTo>
                    <a:pt x="922187" y="2582495"/>
                  </a:lnTo>
                  <a:lnTo>
                    <a:pt x="886165" y="2565714"/>
                  </a:lnTo>
                  <a:lnTo>
                    <a:pt x="851252" y="2546063"/>
                  </a:lnTo>
                  <a:lnTo>
                    <a:pt x="817483" y="2523627"/>
                  </a:lnTo>
                  <a:lnTo>
                    <a:pt x="784891" y="2498489"/>
                  </a:lnTo>
                  <a:lnTo>
                    <a:pt x="753510" y="2470732"/>
                  </a:lnTo>
                  <a:lnTo>
                    <a:pt x="723375" y="2440442"/>
                  </a:lnTo>
                  <a:lnTo>
                    <a:pt x="694519" y="2407701"/>
                  </a:lnTo>
                  <a:lnTo>
                    <a:pt x="666976" y="2372592"/>
                  </a:lnTo>
                  <a:lnTo>
                    <a:pt x="640781" y="2335200"/>
                  </a:lnTo>
                  <a:lnTo>
                    <a:pt x="615968" y="2295609"/>
                  </a:lnTo>
                  <a:lnTo>
                    <a:pt x="592570" y="2253901"/>
                  </a:lnTo>
                  <a:lnTo>
                    <a:pt x="570622" y="2210161"/>
                  </a:lnTo>
                  <a:lnTo>
                    <a:pt x="550157" y="2164472"/>
                  </a:lnTo>
                  <a:lnTo>
                    <a:pt x="531211" y="2116918"/>
                  </a:lnTo>
                  <a:lnTo>
                    <a:pt x="513816" y="2067582"/>
                  </a:lnTo>
                  <a:lnTo>
                    <a:pt x="498008" y="2016549"/>
                  </a:lnTo>
                  <a:lnTo>
                    <a:pt x="483819" y="1963902"/>
                  </a:lnTo>
                  <a:lnTo>
                    <a:pt x="471284" y="1909725"/>
                  </a:lnTo>
                  <a:lnTo>
                    <a:pt x="460438" y="1854100"/>
                  </a:lnTo>
                  <a:lnTo>
                    <a:pt x="451313" y="1797113"/>
                  </a:lnTo>
                  <a:lnTo>
                    <a:pt x="443945" y="1738846"/>
                  </a:lnTo>
                  <a:lnTo>
                    <a:pt x="438367" y="1679384"/>
                  </a:lnTo>
                  <a:lnTo>
                    <a:pt x="436818" y="1646872"/>
                  </a:lnTo>
                  <a:lnTo>
                    <a:pt x="433249" y="1646491"/>
                  </a:lnTo>
                  <a:lnTo>
                    <a:pt x="385736" y="1634284"/>
                  </a:lnTo>
                  <a:lnTo>
                    <a:pt x="339782" y="1618000"/>
                  </a:lnTo>
                  <a:lnTo>
                    <a:pt x="295641" y="1597808"/>
                  </a:lnTo>
                  <a:lnTo>
                    <a:pt x="253567" y="1573877"/>
                  </a:lnTo>
                  <a:lnTo>
                    <a:pt x="213812" y="1546377"/>
                  </a:lnTo>
                  <a:lnTo>
                    <a:pt x="176630" y="1515477"/>
                  </a:lnTo>
                  <a:lnTo>
                    <a:pt x="142275" y="1481348"/>
                  </a:lnTo>
                  <a:lnTo>
                    <a:pt x="111000" y="1444159"/>
                  </a:lnTo>
                  <a:lnTo>
                    <a:pt x="83060" y="1404079"/>
                  </a:lnTo>
                  <a:lnTo>
                    <a:pt x="58706" y="1361279"/>
                  </a:lnTo>
                  <a:lnTo>
                    <a:pt x="38193" y="1315927"/>
                  </a:lnTo>
                  <a:lnTo>
                    <a:pt x="21775" y="1268193"/>
                  </a:lnTo>
                  <a:lnTo>
                    <a:pt x="9704" y="1218247"/>
                  </a:lnTo>
                  <a:lnTo>
                    <a:pt x="2824" y="1171835"/>
                  </a:lnTo>
                  <a:lnTo>
                    <a:pt x="0" y="1125770"/>
                  </a:lnTo>
                  <a:lnTo>
                    <a:pt x="1100" y="1080244"/>
                  </a:lnTo>
                  <a:lnTo>
                    <a:pt x="5993" y="1035448"/>
                  </a:lnTo>
                  <a:lnTo>
                    <a:pt x="14550" y="991572"/>
                  </a:lnTo>
                  <a:lnTo>
                    <a:pt x="26639" y="948809"/>
                  </a:lnTo>
                  <a:lnTo>
                    <a:pt x="42129" y="907349"/>
                  </a:lnTo>
                  <a:lnTo>
                    <a:pt x="60889" y="867384"/>
                  </a:lnTo>
                  <a:lnTo>
                    <a:pt x="82789" y="829104"/>
                  </a:lnTo>
                  <a:lnTo>
                    <a:pt x="107697" y="792702"/>
                  </a:lnTo>
                  <a:lnTo>
                    <a:pt x="135484" y="758367"/>
                  </a:lnTo>
                  <a:lnTo>
                    <a:pt x="166017" y="726292"/>
                  </a:lnTo>
                  <a:lnTo>
                    <a:pt x="199166" y="696667"/>
                  </a:lnTo>
                  <a:lnTo>
                    <a:pt x="234800" y="669685"/>
                  </a:lnTo>
                  <a:lnTo>
                    <a:pt x="272789" y="645535"/>
                  </a:lnTo>
                  <a:lnTo>
                    <a:pt x="313001" y="624409"/>
                  </a:lnTo>
                  <a:lnTo>
                    <a:pt x="355306" y="606498"/>
                  </a:lnTo>
                  <a:lnTo>
                    <a:pt x="399572" y="591994"/>
                  </a:lnTo>
                  <a:lnTo>
                    <a:pt x="445670" y="581088"/>
                  </a:lnTo>
                  <a:lnTo>
                    <a:pt x="501272" y="573214"/>
                  </a:lnTo>
                  <a:lnTo>
                    <a:pt x="556312" y="571055"/>
                  </a:lnTo>
                  <a:lnTo>
                    <a:pt x="653543" y="581596"/>
                  </a:lnTo>
                  <a:lnTo>
                    <a:pt x="663894" y="558863"/>
                  </a:lnTo>
                  <a:lnTo>
                    <a:pt x="692752" y="506517"/>
                  </a:lnTo>
                  <a:lnTo>
                    <a:pt x="722898" y="456259"/>
                  </a:lnTo>
                  <a:lnTo>
                    <a:pt x="754265" y="408170"/>
                  </a:lnTo>
                  <a:lnTo>
                    <a:pt x="786784" y="362331"/>
                  </a:lnTo>
                  <a:lnTo>
                    <a:pt x="820388" y="318822"/>
                  </a:lnTo>
                  <a:lnTo>
                    <a:pt x="855009" y="277726"/>
                  </a:lnTo>
                  <a:lnTo>
                    <a:pt x="890580" y="239123"/>
                  </a:lnTo>
                  <a:lnTo>
                    <a:pt x="927033" y="203094"/>
                  </a:lnTo>
                  <a:lnTo>
                    <a:pt x="964300" y="169721"/>
                  </a:lnTo>
                  <a:lnTo>
                    <a:pt x="1002314" y="139084"/>
                  </a:lnTo>
                  <a:lnTo>
                    <a:pt x="1041008" y="111265"/>
                  </a:lnTo>
                  <a:lnTo>
                    <a:pt x="1080312" y="86345"/>
                  </a:lnTo>
                  <a:lnTo>
                    <a:pt x="1120161" y="64404"/>
                  </a:lnTo>
                  <a:lnTo>
                    <a:pt x="1160486" y="45525"/>
                  </a:lnTo>
                  <a:lnTo>
                    <a:pt x="1201219" y="29788"/>
                  </a:lnTo>
                  <a:lnTo>
                    <a:pt x="1242294" y="17274"/>
                  </a:lnTo>
                  <a:lnTo>
                    <a:pt x="1283641" y="8064"/>
                  </a:lnTo>
                  <a:close/>
                </a:path>
              </a:pathLst>
            </a:cu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25" name="Google Shape;425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568197" y="262004"/>
              <a:ext cx="3053073" cy="30478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6" name="Google Shape;426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359152" y="45719"/>
              <a:ext cx="3470148" cy="34701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7" name="Google Shape;427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621024" y="713422"/>
              <a:ext cx="1014984" cy="7682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8" name="Google Shape;428;p14"/>
          <p:cNvSpPr txBox="1"/>
          <p:nvPr/>
        </p:nvSpPr>
        <p:spPr>
          <a:xfrm>
            <a:off x="3907535" y="1273492"/>
            <a:ext cx="437515" cy="179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rgbClr val="85C400"/>
                </a:solidFill>
                <a:latin typeface="Calibri"/>
                <a:ea typeface="Calibri"/>
                <a:cs typeface="Calibri"/>
                <a:sym typeface="Calibri"/>
              </a:rPr>
              <a:t>OPTION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 txBox="1"/>
          <p:nvPr/>
        </p:nvSpPr>
        <p:spPr>
          <a:xfrm>
            <a:off x="2965704" y="1660017"/>
            <a:ext cx="2456815" cy="575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4D4D4D"/>
                </a:solidFill>
                <a:latin typeface="Candara"/>
                <a:ea typeface="Candara"/>
                <a:cs typeface="Candara"/>
                <a:sym typeface="Candara"/>
              </a:rPr>
              <a:t>Pour quelles entreprises</a:t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113029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4D4D4D"/>
                </a:solidFill>
                <a:latin typeface="Candara"/>
                <a:ea typeface="Candara"/>
                <a:cs typeface="Candara"/>
                <a:sym typeface="Candara"/>
              </a:rPr>
              <a:t>WK a été une menace ?</a:t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430" name="Google Shape;430;p14"/>
          <p:cNvGrpSpPr/>
          <p:nvPr/>
        </p:nvGrpSpPr>
        <p:grpSpPr>
          <a:xfrm>
            <a:off x="2203704" y="0"/>
            <a:ext cx="4965192" cy="6640206"/>
            <a:chOff x="2203704" y="0"/>
            <a:chExt cx="4965192" cy="6640206"/>
          </a:xfrm>
        </p:grpSpPr>
        <p:pic>
          <p:nvPicPr>
            <p:cNvPr id="431" name="Google Shape;431;p1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203704" y="0"/>
              <a:ext cx="1988820" cy="27477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14"/>
            <p:cNvSpPr/>
            <p:nvPr/>
          </p:nvSpPr>
          <p:spPr>
            <a:xfrm>
              <a:off x="2247826" y="39433"/>
              <a:ext cx="1845945" cy="2608580"/>
            </a:xfrm>
            <a:custGeom>
              <a:rect b="b" l="l" r="r" t="t"/>
              <a:pathLst>
                <a:path extrusionOk="0" h="2608580" w="1845945">
                  <a:moveTo>
                    <a:pt x="1364546" y="0"/>
                  </a:moveTo>
                  <a:lnTo>
                    <a:pt x="1324038" y="2413"/>
                  </a:lnTo>
                  <a:lnTo>
                    <a:pt x="1283662" y="8064"/>
                  </a:lnTo>
                  <a:lnTo>
                    <a:pt x="1242315" y="17274"/>
                  </a:lnTo>
                  <a:lnTo>
                    <a:pt x="1201240" y="29788"/>
                  </a:lnTo>
                  <a:lnTo>
                    <a:pt x="1160507" y="45525"/>
                  </a:lnTo>
                  <a:lnTo>
                    <a:pt x="1120182" y="64404"/>
                  </a:lnTo>
                  <a:lnTo>
                    <a:pt x="1080333" y="86345"/>
                  </a:lnTo>
                  <a:lnTo>
                    <a:pt x="1041028" y="111265"/>
                  </a:lnTo>
                  <a:lnTo>
                    <a:pt x="1002335" y="139084"/>
                  </a:lnTo>
                  <a:lnTo>
                    <a:pt x="964320" y="169721"/>
                  </a:lnTo>
                  <a:lnTo>
                    <a:pt x="927052" y="203094"/>
                  </a:lnTo>
                  <a:lnTo>
                    <a:pt x="890598" y="239123"/>
                  </a:lnTo>
                  <a:lnTo>
                    <a:pt x="855026" y="277726"/>
                  </a:lnTo>
                  <a:lnTo>
                    <a:pt x="820404" y="318822"/>
                  </a:lnTo>
                  <a:lnTo>
                    <a:pt x="786799" y="362331"/>
                  </a:lnTo>
                  <a:lnTo>
                    <a:pt x="754279" y="408170"/>
                  </a:lnTo>
                  <a:lnTo>
                    <a:pt x="722911" y="456259"/>
                  </a:lnTo>
                  <a:lnTo>
                    <a:pt x="692763" y="506517"/>
                  </a:lnTo>
                  <a:lnTo>
                    <a:pt x="663902" y="558863"/>
                  </a:lnTo>
                  <a:lnTo>
                    <a:pt x="653488" y="581596"/>
                  </a:lnTo>
                  <a:lnTo>
                    <a:pt x="556333" y="571055"/>
                  </a:lnTo>
                  <a:lnTo>
                    <a:pt x="501263" y="573214"/>
                  </a:lnTo>
                  <a:lnTo>
                    <a:pt x="445716" y="581088"/>
                  </a:lnTo>
                  <a:lnTo>
                    <a:pt x="399606" y="591994"/>
                  </a:lnTo>
                  <a:lnTo>
                    <a:pt x="355327" y="606498"/>
                  </a:lnTo>
                  <a:lnTo>
                    <a:pt x="313011" y="624409"/>
                  </a:lnTo>
                  <a:lnTo>
                    <a:pt x="272790" y="645535"/>
                  </a:lnTo>
                  <a:lnTo>
                    <a:pt x="234793" y="669685"/>
                  </a:lnTo>
                  <a:lnTo>
                    <a:pt x="199151" y="696667"/>
                  </a:lnTo>
                  <a:lnTo>
                    <a:pt x="165997" y="726292"/>
                  </a:lnTo>
                  <a:lnTo>
                    <a:pt x="135459" y="758367"/>
                  </a:lnTo>
                  <a:lnTo>
                    <a:pt x="107670" y="792702"/>
                  </a:lnTo>
                  <a:lnTo>
                    <a:pt x="82760" y="829104"/>
                  </a:lnTo>
                  <a:lnTo>
                    <a:pt x="60860" y="867384"/>
                  </a:lnTo>
                  <a:lnTo>
                    <a:pt x="42101" y="907349"/>
                  </a:lnTo>
                  <a:lnTo>
                    <a:pt x="26614" y="948809"/>
                  </a:lnTo>
                  <a:lnTo>
                    <a:pt x="14529" y="991572"/>
                  </a:lnTo>
                  <a:lnTo>
                    <a:pt x="5978" y="1035448"/>
                  </a:lnTo>
                  <a:lnTo>
                    <a:pt x="1091" y="1080244"/>
                  </a:lnTo>
                  <a:lnTo>
                    <a:pt x="0" y="1125770"/>
                  </a:lnTo>
                  <a:lnTo>
                    <a:pt x="2834" y="1171835"/>
                  </a:lnTo>
                  <a:lnTo>
                    <a:pt x="9725" y="1218247"/>
                  </a:lnTo>
                  <a:lnTo>
                    <a:pt x="21801" y="1268193"/>
                  </a:lnTo>
                  <a:lnTo>
                    <a:pt x="38222" y="1315927"/>
                  </a:lnTo>
                  <a:lnTo>
                    <a:pt x="58736" y="1361279"/>
                  </a:lnTo>
                  <a:lnTo>
                    <a:pt x="83089" y="1404079"/>
                  </a:lnTo>
                  <a:lnTo>
                    <a:pt x="111029" y="1444159"/>
                  </a:lnTo>
                  <a:lnTo>
                    <a:pt x="142302" y="1481348"/>
                  </a:lnTo>
                  <a:lnTo>
                    <a:pt x="176655" y="1515477"/>
                  </a:lnTo>
                  <a:lnTo>
                    <a:pt x="213834" y="1546377"/>
                  </a:lnTo>
                  <a:lnTo>
                    <a:pt x="253587" y="1573877"/>
                  </a:lnTo>
                  <a:lnTo>
                    <a:pt x="295660" y="1597808"/>
                  </a:lnTo>
                  <a:lnTo>
                    <a:pt x="339801" y="1618000"/>
                  </a:lnTo>
                  <a:lnTo>
                    <a:pt x="385755" y="1634284"/>
                  </a:lnTo>
                  <a:lnTo>
                    <a:pt x="433270" y="1646491"/>
                  </a:lnTo>
                  <a:lnTo>
                    <a:pt x="436826" y="1646872"/>
                  </a:lnTo>
                  <a:lnTo>
                    <a:pt x="438350" y="1679384"/>
                  </a:lnTo>
                  <a:lnTo>
                    <a:pt x="443929" y="1738846"/>
                  </a:lnTo>
                  <a:lnTo>
                    <a:pt x="451298" y="1797113"/>
                  </a:lnTo>
                  <a:lnTo>
                    <a:pt x="460423" y="1854100"/>
                  </a:lnTo>
                  <a:lnTo>
                    <a:pt x="471272" y="1909725"/>
                  </a:lnTo>
                  <a:lnTo>
                    <a:pt x="483808" y="1963902"/>
                  </a:lnTo>
                  <a:lnTo>
                    <a:pt x="497999" y="2016549"/>
                  </a:lnTo>
                  <a:lnTo>
                    <a:pt x="513809" y="2067582"/>
                  </a:lnTo>
                  <a:lnTo>
                    <a:pt x="531205" y="2116918"/>
                  </a:lnTo>
                  <a:lnTo>
                    <a:pt x="550153" y="2164472"/>
                  </a:lnTo>
                  <a:lnTo>
                    <a:pt x="570618" y="2210161"/>
                  </a:lnTo>
                  <a:lnTo>
                    <a:pt x="592566" y="2253901"/>
                  </a:lnTo>
                  <a:lnTo>
                    <a:pt x="615963" y="2295609"/>
                  </a:lnTo>
                  <a:lnTo>
                    <a:pt x="640774" y="2335200"/>
                  </a:lnTo>
                  <a:lnTo>
                    <a:pt x="666967" y="2372592"/>
                  </a:lnTo>
                  <a:lnTo>
                    <a:pt x="694505" y="2407701"/>
                  </a:lnTo>
                  <a:lnTo>
                    <a:pt x="723356" y="2440442"/>
                  </a:lnTo>
                  <a:lnTo>
                    <a:pt x="753484" y="2470732"/>
                  </a:lnTo>
                  <a:lnTo>
                    <a:pt x="784857" y="2498489"/>
                  </a:lnTo>
                  <a:lnTo>
                    <a:pt x="817438" y="2523627"/>
                  </a:lnTo>
                  <a:lnTo>
                    <a:pt x="851196" y="2546063"/>
                  </a:lnTo>
                  <a:lnTo>
                    <a:pt x="886094" y="2565714"/>
                  </a:lnTo>
                  <a:lnTo>
                    <a:pt x="922099" y="2582495"/>
                  </a:lnTo>
                  <a:lnTo>
                    <a:pt x="959177" y="2596324"/>
                  </a:lnTo>
                  <a:lnTo>
                    <a:pt x="1009723" y="2608262"/>
                  </a:lnTo>
                  <a:lnTo>
                    <a:pt x="950414" y="2583624"/>
                  </a:lnTo>
                  <a:lnTo>
                    <a:pt x="914821" y="2563844"/>
                  </a:lnTo>
                  <a:lnTo>
                    <a:pt x="880418" y="2541317"/>
                  </a:lnTo>
                  <a:lnTo>
                    <a:pt x="847242" y="2516129"/>
                  </a:lnTo>
                  <a:lnTo>
                    <a:pt x="815330" y="2488367"/>
                  </a:lnTo>
                  <a:lnTo>
                    <a:pt x="784719" y="2458115"/>
                  </a:lnTo>
                  <a:lnTo>
                    <a:pt x="755445" y="2425459"/>
                  </a:lnTo>
                  <a:lnTo>
                    <a:pt x="727543" y="2390485"/>
                  </a:lnTo>
                  <a:lnTo>
                    <a:pt x="701052" y="2353279"/>
                  </a:lnTo>
                  <a:lnTo>
                    <a:pt x="676008" y="2313926"/>
                  </a:lnTo>
                  <a:lnTo>
                    <a:pt x="652446" y="2272512"/>
                  </a:lnTo>
                  <a:lnTo>
                    <a:pt x="630404" y="2229122"/>
                  </a:lnTo>
                  <a:lnTo>
                    <a:pt x="609918" y="2183843"/>
                  </a:lnTo>
                  <a:lnTo>
                    <a:pt x="591025" y="2136759"/>
                  </a:lnTo>
                  <a:lnTo>
                    <a:pt x="573761" y="2087957"/>
                  </a:lnTo>
                  <a:lnTo>
                    <a:pt x="558162" y="2037522"/>
                  </a:lnTo>
                  <a:lnTo>
                    <a:pt x="544266" y="1985540"/>
                  </a:lnTo>
                  <a:lnTo>
                    <a:pt x="532108" y="1932096"/>
                  </a:lnTo>
                  <a:lnTo>
                    <a:pt x="521726" y="1877277"/>
                  </a:lnTo>
                  <a:lnTo>
                    <a:pt x="513156" y="1821167"/>
                  </a:lnTo>
                  <a:lnTo>
                    <a:pt x="506434" y="1763852"/>
                  </a:lnTo>
                  <a:lnTo>
                    <a:pt x="501596" y="1705419"/>
                  </a:lnTo>
                  <a:lnTo>
                    <a:pt x="501215" y="1653857"/>
                  </a:lnTo>
                  <a:lnTo>
                    <a:pt x="540331" y="1658175"/>
                  </a:lnTo>
                  <a:lnTo>
                    <a:pt x="567759" y="1657713"/>
                  </a:lnTo>
                  <a:lnTo>
                    <a:pt x="623092" y="1652692"/>
                  </a:lnTo>
                  <a:lnTo>
                    <a:pt x="697040" y="1637127"/>
                  </a:lnTo>
                  <a:lnTo>
                    <a:pt x="741302" y="1622637"/>
                  </a:lnTo>
                  <a:lnTo>
                    <a:pt x="783603" y="1604737"/>
                  </a:lnTo>
                  <a:lnTo>
                    <a:pt x="823812" y="1583618"/>
                  </a:lnTo>
                  <a:lnTo>
                    <a:pt x="861798" y="1559473"/>
                  </a:lnTo>
                  <a:lnTo>
                    <a:pt x="897431" y="1532492"/>
                  </a:lnTo>
                  <a:lnTo>
                    <a:pt x="930580" y="1502867"/>
                  </a:lnTo>
                  <a:lnTo>
                    <a:pt x="961113" y="1470790"/>
                  </a:lnTo>
                  <a:lnTo>
                    <a:pt x="988900" y="1436451"/>
                  </a:lnTo>
                  <a:lnTo>
                    <a:pt x="1013810" y="1400044"/>
                  </a:lnTo>
                  <a:lnTo>
                    <a:pt x="1035712" y="1361758"/>
                  </a:lnTo>
                  <a:lnTo>
                    <a:pt x="1054475" y="1321787"/>
                  </a:lnTo>
                  <a:lnTo>
                    <a:pt x="1069969" y="1280320"/>
                  </a:lnTo>
                  <a:lnTo>
                    <a:pt x="1082062" y="1237550"/>
                  </a:lnTo>
                  <a:lnTo>
                    <a:pt x="1090623" y="1193669"/>
                  </a:lnTo>
                  <a:lnTo>
                    <a:pt x="1095523" y="1148867"/>
                  </a:lnTo>
                  <a:lnTo>
                    <a:pt x="1096629" y="1103337"/>
                  </a:lnTo>
                  <a:lnTo>
                    <a:pt x="1093812" y="1057269"/>
                  </a:lnTo>
                  <a:lnTo>
                    <a:pt x="1086939" y="1010856"/>
                  </a:lnTo>
                  <a:lnTo>
                    <a:pt x="1075084" y="961652"/>
                  </a:lnTo>
                  <a:lnTo>
                    <a:pt x="1059006" y="914593"/>
                  </a:lnTo>
                  <a:lnTo>
                    <a:pt x="1038949" y="869841"/>
                  </a:lnTo>
                  <a:lnTo>
                    <a:pt x="1015155" y="827557"/>
                  </a:lnTo>
                  <a:lnTo>
                    <a:pt x="987867" y="787902"/>
                  </a:lnTo>
                  <a:lnTo>
                    <a:pt x="957328" y="751039"/>
                  </a:lnTo>
                  <a:lnTo>
                    <a:pt x="923780" y="717127"/>
                  </a:lnTo>
                  <a:lnTo>
                    <a:pt x="887467" y="686330"/>
                  </a:lnTo>
                  <a:lnTo>
                    <a:pt x="848630" y="658808"/>
                  </a:lnTo>
                  <a:lnTo>
                    <a:pt x="807514" y="634722"/>
                  </a:lnTo>
                  <a:lnTo>
                    <a:pt x="764359" y="614235"/>
                  </a:lnTo>
                  <a:lnTo>
                    <a:pt x="763216" y="613854"/>
                  </a:lnTo>
                  <a:lnTo>
                    <a:pt x="770074" y="600900"/>
                  </a:lnTo>
                  <a:lnTo>
                    <a:pt x="801400" y="553471"/>
                  </a:lnTo>
                  <a:lnTo>
                    <a:pt x="833969" y="508254"/>
                  </a:lnTo>
                  <a:lnTo>
                    <a:pt x="867709" y="465330"/>
                  </a:lnTo>
                  <a:lnTo>
                    <a:pt x="902546" y="424781"/>
                  </a:lnTo>
                  <a:lnTo>
                    <a:pt x="938410" y="386689"/>
                  </a:lnTo>
                  <a:lnTo>
                    <a:pt x="975228" y="351136"/>
                  </a:lnTo>
                  <a:lnTo>
                    <a:pt x="1012928" y="318203"/>
                  </a:lnTo>
                  <a:lnTo>
                    <a:pt x="1051437" y="287972"/>
                  </a:lnTo>
                  <a:lnTo>
                    <a:pt x="1090684" y="260526"/>
                  </a:lnTo>
                  <a:lnTo>
                    <a:pt x="1130596" y="235945"/>
                  </a:lnTo>
                  <a:lnTo>
                    <a:pt x="1171101" y="214311"/>
                  </a:lnTo>
                  <a:lnTo>
                    <a:pt x="1212126" y="195706"/>
                  </a:lnTo>
                  <a:lnTo>
                    <a:pt x="1253600" y="180213"/>
                  </a:lnTo>
                  <a:lnTo>
                    <a:pt x="1295450" y="167912"/>
                  </a:lnTo>
                  <a:lnTo>
                    <a:pt x="1337604" y="158886"/>
                  </a:lnTo>
                  <a:lnTo>
                    <a:pt x="1379990" y="153216"/>
                  </a:lnTo>
                  <a:lnTo>
                    <a:pt x="1422536" y="150984"/>
                  </a:lnTo>
                  <a:lnTo>
                    <a:pt x="1465169" y="152272"/>
                  </a:lnTo>
                  <a:lnTo>
                    <a:pt x="1507817" y="157162"/>
                  </a:lnTo>
                  <a:lnTo>
                    <a:pt x="1555691" y="167106"/>
                  </a:lnTo>
                  <a:lnTo>
                    <a:pt x="1602041" y="181450"/>
                  </a:lnTo>
                  <a:lnTo>
                    <a:pt x="1646806" y="200057"/>
                  </a:lnTo>
                  <a:lnTo>
                    <a:pt x="1689925" y="222783"/>
                  </a:lnTo>
                  <a:lnTo>
                    <a:pt x="1731337" y="249491"/>
                  </a:lnTo>
                  <a:lnTo>
                    <a:pt x="1756483" y="271335"/>
                  </a:lnTo>
                  <a:lnTo>
                    <a:pt x="1845764" y="290131"/>
                  </a:lnTo>
                  <a:lnTo>
                    <a:pt x="1734512" y="153479"/>
                  </a:lnTo>
                  <a:lnTo>
                    <a:pt x="1697914" y="120930"/>
                  </a:lnTo>
                  <a:lnTo>
                    <a:pt x="1659674" y="91950"/>
                  </a:lnTo>
                  <a:lnTo>
                    <a:pt x="1619846" y="66674"/>
                  </a:lnTo>
                  <a:lnTo>
                    <a:pt x="1578482" y="45235"/>
                  </a:lnTo>
                  <a:lnTo>
                    <a:pt x="1535637" y="27766"/>
                  </a:lnTo>
                  <a:lnTo>
                    <a:pt x="1491363" y="14400"/>
                  </a:lnTo>
                  <a:lnTo>
                    <a:pt x="1445714" y="5270"/>
                  </a:lnTo>
                  <a:lnTo>
                    <a:pt x="1405124" y="920"/>
                  </a:lnTo>
                  <a:lnTo>
                    <a:pt x="1364546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4"/>
            <p:cNvSpPr/>
            <p:nvPr/>
          </p:nvSpPr>
          <p:spPr>
            <a:xfrm>
              <a:off x="2247826" y="39433"/>
              <a:ext cx="1845945" cy="2608580"/>
            </a:xfrm>
            <a:custGeom>
              <a:rect b="b" l="l" r="r" t="t"/>
              <a:pathLst>
                <a:path extrusionOk="0" h="2608580" w="1845945">
                  <a:moveTo>
                    <a:pt x="1283662" y="8064"/>
                  </a:moveTo>
                  <a:lnTo>
                    <a:pt x="1324038" y="2413"/>
                  </a:lnTo>
                  <a:lnTo>
                    <a:pt x="1364546" y="0"/>
                  </a:lnTo>
                  <a:lnTo>
                    <a:pt x="1405124" y="920"/>
                  </a:lnTo>
                  <a:lnTo>
                    <a:pt x="1445714" y="5270"/>
                  </a:lnTo>
                  <a:lnTo>
                    <a:pt x="1491363" y="14400"/>
                  </a:lnTo>
                  <a:lnTo>
                    <a:pt x="1535637" y="27766"/>
                  </a:lnTo>
                  <a:lnTo>
                    <a:pt x="1578482" y="45235"/>
                  </a:lnTo>
                  <a:lnTo>
                    <a:pt x="1619846" y="66674"/>
                  </a:lnTo>
                  <a:lnTo>
                    <a:pt x="1659674" y="91950"/>
                  </a:lnTo>
                  <a:lnTo>
                    <a:pt x="1697914" y="120930"/>
                  </a:lnTo>
                  <a:lnTo>
                    <a:pt x="1734512" y="153479"/>
                  </a:lnTo>
                  <a:lnTo>
                    <a:pt x="1845764" y="290131"/>
                  </a:lnTo>
                  <a:lnTo>
                    <a:pt x="1756483" y="271335"/>
                  </a:lnTo>
                  <a:lnTo>
                    <a:pt x="1731337" y="249491"/>
                  </a:lnTo>
                  <a:lnTo>
                    <a:pt x="1689925" y="222783"/>
                  </a:lnTo>
                  <a:lnTo>
                    <a:pt x="1646806" y="200057"/>
                  </a:lnTo>
                  <a:lnTo>
                    <a:pt x="1602041" y="181450"/>
                  </a:lnTo>
                  <a:lnTo>
                    <a:pt x="1555691" y="167106"/>
                  </a:lnTo>
                  <a:lnTo>
                    <a:pt x="1507817" y="157162"/>
                  </a:lnTo>
                  <a:lnTo>
                    <a:pt x="1465169" y="152272"/>
                  </a:lnTo>
                  <a:lnTo>
                    <a:pt x="1422536" y="150984"/>
                  </a:lnTo>
                  <a:lnTo>
                    <a:pt x="1379990" y="153216"/>
                  </a:lnTo>
                  <a:lnTo>
                    <a:pt x="1337604" y="158886"/>
                  </a:lnTo>
                  <a:lnTo>
                    <a:pt x="1295450" y="167912"/>
                  </a:lnTo>
                  <a:lnTo>
                    <a:pt x="1253600" y="180213"/>
                  </a:lnTo>
                  <a:lnTo>
                    <a:pt x="1212126" y="195706"/>
                  </a:lnTo>
                  <a:lnTo>
                    <a:pt x="1171101" y="214311"/>
                  </a:lnTo>
                  <a:lnTo>
                    <a:pt x="1130596" y="235945"/>
                  </a:lnTo>
                  <a:lnTo>
                    <a:pt x="1090684" y="260526"/>
                  </a:lnTo>
                  <a:lnTo>
                    <a:pt x="1051437" y="287972"/>
                  </a:lnTo>
                  <a:lnTo>
                    <a:pt x="1012928" y="318203"/>
                  </a:lnTo>
                  <a:lnTo>
                    <a:pt x="975228" y="351136"/>
                  </a:lnTo>
                  <a:lnTo>
                    <a:pt x="938410" y="386689"/>
                  </a:lnTo>
                  <a:lnTo>
                    <a:pt x="902546" y="424781"/>
                  </a:lnTo>
                  <a:lnTo>
                    <a:pt x="867709" y="465330"/>
                  </a:lnTo>
                  <a:lnTo>
                    <a:pt x="833969" y="508254"/>
                  </a:lnTo>
                  <a:lnTo>
                    <a:pt x="801400" y="553471"/>
                  </a:lnTo>
                  <a:lnTo>
                    <a:pt x="770074" y="600900"/>
                  </a:lnTo>
                  <a:lnTo>
                    <a:pt x="763216" y="613854"/>
                  </a:lnTo>
                  <a:lnTo>
                    <a:pt x="764359" y="614235"/>
                  </a:lnTo>
                  <a:lnTo>
                    <a:pt x="807514" y="634722"/>
                  </a:lnTo>
                  <a:lnTo>
                    <a:pt x="848630" y="658808"/>
                  </a:lnTo>
                  <a:lnTo>
                    <a:pt x="887467" y="686330"/>
                  </a:lnTo>
                  <a:lnTo>
                    <a:pt x="923780" y="717127"/>
                  </a:lnTo>
                  <a:lnTo>
                    <a:pt x="957328" y="751039"/>
                  </a:lnTo>
                  <a:lnTo>
                    <a:pt x="987867" y="787902"/>
                  </a:lnTo>
                  <a:lnTo>
                    <a:pt x="1015155" y="827557"/>
                  </a:lnTo>
                  <a:lnTo>
                    <a:pt x="1038949" y="869841"/>
                  </a:lnTo>
                  <a:lnTo>
                    <a:pt x="1059006" y="914593"/>
                  </a:lnTo>
                  <a:lnTo>
                    <a:pt x="1075084" y="961652"/>
                  </a:lnTo>
                  <a:lnTo>
                    <a:pt x="1086939" y="1010856"/>
                  </a:lnTo>
                  <a:lnTo>
                    <a:pt x="1093812" y="1057269"/>
                  </a:lnTo>
                  <a:lnTo>
                    <a:pt x="1096629" y="1103337"/>
                  </a:lnTo>
                  <a:lnTo>
                    <a:pt x="1095523" y="1148867"/>
                  </a:lnTo>
                  <a:lnTo>
                    <a:pt x="1090623" y="1193669"/>
                  </a:lnTo>
                  <a:lnTo>
                    <a:pt x="1082062" y="1237550"/>
                  </a:lnTo>
                  <a:lnTo>
                    <a:pt x="1069969" y="1280320"/>
                  </a:lnTo>
                  <a:lnTo>
                    <a:pt x="1054475" y="1321787"/>
                  </a:lnTo>
                  <a:lnTo>
                    <a:pt x="1035712" y="1361758"/>
                  </a:lnTo>
                  <a:lnTo>
                    <a:pt x="1013810" y="1400044"/>
                  </a:lnTo>
                  <a:lnTo>
                    <a:pt x="988900" y="1436451"/>
                  </a:lnTo>
                  <a:lnTo>
                    <a:pt x="961113" y="1470790"/>
                  </a:lnTo>
                  <a:lnTo>
                    <a:pt x="930580" y="1502867"/>
                  </a:lnTo>
                  <a:lnTo>
                    <a:pt x="897431" y="1532492"/>
                  </a:lnTo>
                  <a:lnTo>
                    <a:pt x="861798" y="1559473"/>
                  </a:lnTo>
                  <a:lnTo>
                    <a:pt x="823812" y="1583618"/>
                  </a:lnTo>
                  <a:lnTo>
                    <a:pt x="783603" y="1604737"/>
                  </a:lnTo>
                  <a:lnTo>
                    <a:pt x="741302" y="1622637"/>
                  </a:lnTo>
                  <a:lnTo>
                    <a:pt x="697040" y="1637127"/>
                  </a:lnTo>
                  <a:lnTo>
                    <a:pt x="650948" y="1648015"/>
                  </a:lnTo>
                  <a:lnTo>
                    <a:pt x="595354" y="1655905"/>
                  </a:lnTo>
                  <a:lnTo>
                    <a:pt x="540331" y="1658175"/>
                  </a:lnTo>
                  <a:lnTo>
                    <a:pt x="501215" y="1653857"/>
                  </a:lnTo>
                  <a:lnTo>
                    <a:pt x="501596" y="1705419"/>
                  </a:lnTo>
                  <a:lnTo>
                    <a:pt x="506434" y="1763852"/>
                  </a:lnTo>
                  <a:lnTo>
                    <a:pt x="513156" y="1821167"/>
                  </a:lnTo>
                  <a:lnTo>
                    <a:pt x="521726" y="1877277"/>
                  </a:lnTo>
                  <a:lnTo>
                    <a:pt x="532108" y="1932096"/>
                  </a:lnTo>
                  <a:lnTo>
                    <a:pt x="544266" y="1985540"/>
                  </a:lnTo>
                  <a:lnTo>
                    <a:pt x="558162" y="2037522"/>
                  </a:lnTo>
                  <a:lnTo>
                    <a:pt x="573761" y="2087957"/>
                  </a:lnTo>
                  <a:lnTo>
                    <a:pt x="591025" y="2136759"/>
                  </a:lnTo>
                  <a:lnTo>
                    <a:pt x="609918" y="2183843"/>
                  </a:lnTo>
                  <a:lnTo>
                    <a:pt x="630404" y="2229122"/>
                  </a:lnTo>
                  <a:lnTo>
                    <a:pt x="652446" y="2272512"/>
                  </a:lnTo>
                  <a:lnTo>
                    <a:pt x="676008" y="2313926"/>
                  </a:lnTo>
                  <a:lnTo>
                    <a:pt x="701052" y="2353279"/>
                  </a:lnTo>
                  <a:lnTo>
                    <a:pt x="727543" y="2390485"/>
                  </a:lnTo>
                  <a:lnTo>
                    <a:pt x="755445" y="2425459"/>
                  </a:lnTo>
                  <a:lnTo>
                    <a:pt x="784719" y="2458115"/>
                  </a:lnTo>
                  <a:lnTo>
                    <a:pt x="815330" y="2488367"/>
                  </a:lnTo>
                  <a:lnTo>
                    <a:pt x="847242" y="2516129"/>
                  </a:lnTo>
                  <a:lnTo>
                    <a:pt x="880418" y="2541317"/>
                  </a:lnTo>
                  <a:lnTo>
                    <a:pt x="914821" y="2563844"/>
                  </a:lnTo>
                  <a:lnTo>
                    <a:pt x="950414" y="2583624"/>
                  </a:lnTo>
                  <a:lnTo>
                    <a:pt x="1009723" y="2608262"/>
                  </a:lnTo>
                  <a:lnTo>
                    <a:pt x="959177" y="2596324"/>
                  </a:lnTo>
                  <a:lnTo>
                    <a:pt x="922099" y="2582495"/>
                  </a:lnTo>
                  <a:lnTo>
                    <a:pt x="886094" y="2565714"/>
                  </a:lnTo>
                  <a:lnTo>
                    <a:pt x="851196" y="2546063"/>
                  </a:lnTo>
                  <a:lnTo>
                    <a:pt x="817438" y="2523627"/>
                  </a:lnTo>
                  <a:lnTo>
                    <a:pt x="784857" y="2498489"/>
                  </a:lnTo>
                  <a:lnTo>
                    <a:pt x="753484" y="2470732"/>
                  </a:lnTo>
                  <a:lnTo>
                    <a:pt x="723356" y="2440442"/>
                  </a:lnTo>
                  <a:lnTo>
                    <a:pt x="694505" y="2407701"/>
                  </a:lnTo>
                  <a:lnTo>
                    <a:pt x="666967" y="2372592"/>
                  </a:lnTo>
                  <a:lnTo>
                    <a:pt x="640774" y="2335200"/>
                  </a:lnTo>
                  <a:lnTo>
                    <a:pt x="615963" y="2295609"/>
                  </a:lnTo>
                  <a:lnTo>
                    <a:pt x="592566" y="2253901"/>
                  </a:lnTo>
                  <a:lnTo>
                    <a:pt x="570618" y="2210161"/>
                  </a:lnTo>
                  <a:lnTo>
                    <a:pt x="550153" y="2164472"/>
                  </a:lnTo>
                  <a:lnTo>
                    <a:pt x="531205" y="2116918"/>
                  </a:lnTo>
                  <a:lnTo>
                    <a:pt x="513809" y="2067582"/>
                  </a:lnTo>
                  <a:lnTo>
                    <a:pt x="497999" y="2016549"/>
                  </a:lnTo>
                  <a:lnTo>
                    <a:pt x="483808" y="1963902"/>
                  </a:lnTo>
                  <a:lnTo>
                    <a:pt x="471272" y="1909725"/>
                  </a:lnTo>
                  <a:lnTo>
                    <a:pt x="460423" y="1854100"/>
                  </a:lnTo>
                  <a:lnTo>
                    <a:pt x="451298" y="1797113"/>
                  </a:lnTo>
                  <a:lnTo>
                    <a:pt x="443929" y="1738846"/>
                  </a:lnTo>
                  <a:lnTo>
                    <a:pt x="438350" y="1679384"/>
                  </a:lnTo>
                  <a:lnTo>
                    <a:pt x="436826" y="1646872"/>
                  </a:lnTo>
                  <a:lnTo>
                    <a:pt x="433270" y="1646491"/>
                  </a:lnTo>
                  <a:lnTo>
                    <a:pt x="385755" y="1634284"/>
                  </a:lnTo>
                  <a:lnTo>
                    <a:pt x="339801" y="1618000"/>
                  </a:lnTo>
                  <a:lnTo>
                    <a:pt x="295660" y="1597808"/>
                  </a:lnTo>
                  <a:lnTo>
                    <a:pt x="253587" y="1573877"/>
                  </a:lnTo>
                  <a:lnTo>
                    <a:pt x="213834" y="1546377"/>
                  </a:lnTo>
                  <a:lnTo>
                    <a:pt x="176655" y="1515477"/>
                  </a:lnTo>
                  <a:lnTo>
                    <a:pt x="142302" y="1481348"/>
                  </a:lnTo>
                  <a:lnTo>
                    <a:pt x="111029" y="1444159"/>
                  </a:lnTo>
                  <a:lnTo>
                    <a:pt x="83089" y="1404079"/>
                  </a:lnTo>
                  <a:lnTo>
                    <a:pt x="58736" y="1361279"/>
                  </a:lnTo>
                  <a:lnTo>
                    <a:pt x="38222" y="1315927"/>
                  </a:lnTo>
                  <a:lnTo>
                    <a:pt x="21801" y="1268193"/>
                  </a:lnTo>
                  <a:lnTo>
                    <a:pt x="9725" y="1218247"/>
                  </a:lnTo>
                  <a:lnTo>
                    <a:pt x="2834" y="1171835"/>
                  </a:lnTo>
                  <a:lnTo>
                    <a:pt x="0" y="1125770"/>
                  </a:lnTo>
                  <a:lnTo>
                    <a:pt x="1091" y="1080244"/>
                  </a:lnTo>
                  <a:lnTo>
                    <a:pt x="5978" y="1035448"/>
                  </a:lnTo>
                  <a:lnTo>
                    <a:pt x="14529" y="991572"/>
                  </a:lnTo>
                  <a:lnTo>
                    <a:pt x="26614" y="948809"/>
                  </a:lnTo>
                  <a:lnTo>
                    <a:pt x="42101" y="907349"/>
                  </a:lnTo>
                  <a:lnTo>
                    <a:pt x="60860" y="867384"/>
                  </a:lnTo>
                  <a:lnTo>
                    <a:pt x="82760" y="829104"/>
                  </a:lnTo>
                  <a:lnTo>
                    <a:pt x="107670" y="792702"/>
                  </a:lnTo>
                  <a:lnTo>
                    <a:pt x="135459" y="758367"/>
                  </a:lnTo>
                  <a:lnTo>
                    <a:pt x="165997" y="726292"/>
                  </a:lnTo>
                  <a:lnTo>
                    <a:pt x="199151" y="696667"/>
                  </a:lnTo>
                  <a:lnTo>
                    <a:pt x="234793" y="669685"/>
                  </a:lnTo>
                  <a:lnTo>
                    <a:pt x="272790" y="645535"/>
                  </a:lnTo>
                  <a:lnTo>
                    <a:pt x="313011" y="624409"/>
                  </a:lnTo>
                  <a:lnTo>
                    <a:pt x="355327" y="606498"/>
                  </a:lnTo>
                  <a:lnTo>
                    <a:pt x="399606" y="591994"/>
                  </a:lnTo>
                  <a:lnTo>
                    <a:pt x="445716" y="581088"/>
                  </a:lnTo>
                  <a:lnTo>
                    <a:pt x="501263" y="573214"/>
                  </a:lnTo>
                  <a:lnTo>
                    <a:pt x="556333" y="571055"/>
                  </a:lnTo>
                  <a:lnTo>
                    <a:pt x="653488" y="581596"/>
                  </a:lnTo>
                  <a:lnTo>
                    <a:pt x="663902" y="558863"/>
                  </a:lnTo>
                  <a:lnTo>
                    <a:pt x="692763" y="506517"/>
                  </a:lnTo>
                  <a:lnTo>
                    <a:pt x="722911" y="456259"/>
                  </a:lnTo>
                  <a:lnTo>
                    <a:pt x="754279" y="408170"/>
                  </a:lnTo>
                  <a:lnTo>
                    <a:pt x="786799" y="362331"/>
                  </a:lnTo>
                  <a:lnTo>
                    <a:pt x="820404" y="318822"/>
                  </a:lnTo>
                  <a:lnTo>
                    <a:pt x="855026" y="277726"/>
                  </a:lnTo>
                  <a:lnTo>
                    <a:pt x="890598" y="239123"/>
                  </a:lnTo>
                  <a:lnTo>
                    <a:pt x="927052" y="203094"/>
                  </a:lnTo>
                  <a:lnTo>
                    <a:pt x="964320" y="169721"/>
                  </a:lnTo>
                  <a:lnTo>
                    <a:pt x="1002335" y="139084"/>
                  </a:lnTo>
                  <a:lnTo>
                    <a:pt x="1041028" y="111265"/>
                  </a:lnTo>
                  <a:lnTo>
                    <a:pt x="1080333" y="86345"/>
                  </a:lnTo>
                  <a:lnTo>
                    <a:pt x="1120182" y="64404"/>
                  </a:lnTo>
                  <a:lnTo>
                    <a:pt x="1160507" y="45525"/>
                  </a:lnTo>
                  <a:lnTo>
                    <a:pt x="1201240" y="29788"/>
                  </a:lnTo>
                  <a:lnTo>
                    <a:pt x="1242315" y="17274"/>
                  </a:lnTo>
                  <a:lnTo>
                    <a:pt x="1283662" y="8064"/>
                  </a:lnTo>
                  <a:close/>
                </a:path>
              </a:pathLst>
            </a:cu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34" name="Google Shape;434;p1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297680" y="5432894"/>
              <a:ext cx="2871216" cy="12073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5" name="Google Shape;435;p1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621024" y="4353585"/>
              <a:ext cx="2468879" cy="9329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6" name="Google Shape;436;p14"/>
          <p:cNvSpPr txBox="1"/>
          <p:nvPr/>
        </p:nvSpPr>
        <p:spPr>
          <a:xfrm>
            <a:off x="7346315" y="4777168"/>
            <a:ext cx="4397375" cy="124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29565" lvl="0" marL="342265" marR="5080" rtl="0" algn="l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1900"/>
              <a:buFont typeface="Noto Sans Symbols"/>
              <a:buChar char="✔"/>
            </a:pPr>
            <a:r>
              <a:rPr b="1" lang="fr-FR" sz="2000">
                <a:solidFill>
                  <a:srgbClr val="001F5F"/>
                </a:solidFill>
                <a:latin typeface="Candara"/>
                <a:ea typeface="Candara"/>
                <a:cs typeface="Candara"/>
                <a:sym typeface="Candara"/>
              </a:rPr>
              <a:t>Le succés de FB a été une source  </a:t>
            </a:r>
            <a:r>
              <a:rPr b="1" lang="fr-FR" sz="2000">
                <a:solidFill>
                  <a:srgbClr val="00AF50"/>
                </a:solidFill>
                <a:latin typeface="Candara"/>
                <a:ea typeface="Candara"/>
                <a:cs typeface="Candara"/>
                <a:sym typeface="Candara"/>
              </a:rPr>
              <a:t>d’opportunités </a:t>
            </a:r>
            <a:r>
              <a:rPr b="1" lang="fr-FR" sz="2000">
                <a:solidFill>
                  <a:srgbClr val="001F5F"/>
                </a:solidFill>
                <a:latin typeface="Candara"/>
                <a:ea typeface="Candara"/>
                <a:cs typeface="Candara"/>
                <a:sym typeface="Candara"/>
              </a:rPr>
              <a:t>pour les entreprises  de  développement de jeux en ligne : Zynga</a:t>
            </a:r>
            <a:endParaRPr sz="20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001F5F"/>
                </a:solidFill>
                <a:latin typeface="Candara"/>
                <a:ea typeface="Candara"/>
                <a:cs typeface="Candara"/>
                <a:sym typeface="Candara"/>
              </a:rPr>
              <a:t>(FV) et King (CC).</a:t>
            </a:r>
            <a:endParaRPr sz="20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37" name="Google Shape;437;p14"/>
          <p:cNvSpPr txBox="1"/>
          <p:nvPr/>
        </p:nvSpPr>
        <p:spPr>
          <a:xfrm>
            <a:off x="5225541" y="301053"/>
            <a:ext cx="6603365" cy="124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28600" lvl="0" marL="241300" marR="5080" rtl="0" algn="l">
              <a:lnSpc>
                <a:spcPct val="100600"/>
              </a:lnSpc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1900"/>
              <a:buFont typeface="Noto Sans Symbols"/>
              <a:buChar char="✔"/>
            </a:pPr>
            <a:r>
              <a:rPr b="1" lang="fr-FR" sz="2000">
                <a:solidFill>
                  <a:srgbClr val="001F5F"/>
                </a:solidFill>
                <a:latin typeface="Candara"/>
                <a:ea typeface="Candara"/>
                <a:cs typeface="Candara"/>
                <a:sym typeface="Candara"/>
              </a:rPr>
              <a:t>Les encyclopédies ,dont certaines avaient plus de deux  siècles d’existence, ont été écartées par Wikipédia. On dit  que wikipédia a été une source </a:t>
            </a:r>
            <a:r>
              <a:rPr b="1" lang="fr-FR" sz="200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de menaces </a:t>
            </a:r>
            <a:r>
              <a:rPr b="1" lang="fr-FR" sz="2000">
                <a:solidFill>
                  <a:srgbClr val="001F5F"/>
                </a:solidFill>
                <a:latin typeface="Candara"/>
                <a:ea typeface="Candara"/>
                <a:cs typeface="Candara"/>
                <a:sym typeface="Candara"/>
              </a:rPr>
              <a:t>pour les maisons</a:t>
            </a:r>
            <a:endParaRPr sz="20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176911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001F5F"/>
                </a:solidFill>
                <a:latin typeface="Candara"/>
                <a:ea typeface="Candara"/>
                <a:cs typeface="Candara"/>
                <a:sym typeface="Candara"/>
              </a:rPr>
              <a:t>d’édition des encyclopédies.</a:t>
            </a:r>
            <a:endParaRPr sz="20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438" name="Google Shape;438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099047" y="1573149"/>
            <a:ext cx="3291840" cy="1362837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4"/>
          <p:cNvSpPr txBox="1"/>
          <p:nvPr/>
        </p:nvSpPr>
        <p:spPr>
          <a:xfrm>
            <a:off x="10837750" y="62937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5"/>
          <p:cNvSpPr txBox="1"/>
          <p:nvPr>
            <p:ph type="title"/>
          </p:nvPr>
        </p:nvSpPr>
        <p:spPr>
          <a:xfrm>
            <a:off x="1112647" y="447293"/>
            <a:ext cx="39930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350"/>
              <a:t>Les strates de l’environnement externe:</a:t>
            </a:r>
            <a:endParaRPr sz="2350"/>
          </a:p>
        </p:txBody>
      </p:sp>
      <p:sp>
        <p:nvSpPr>
          <p:cNvPr id="445" name="Google Shape;445;p15"/>
          <p:cNvSpPr/>
          <p:nvPr/>
        </p:nvSpPr>
        <p:spPr>
          <a:xfrm>
            <a:off x="246888" y="439038"/>
            <a:ext cx="448309" cy="512445"/>
          </a:xfrm>
          <a:custGeom>
            <a:rect b="b" l="l" r="r" t="t"/>
            <a:pathLst>
              <a:path extrusionOk="0" h="512444" w="448309">
                <a:moveTo>
                  <a:pt x="0" y="0"/>
                </a:moveTo>
                <a:lnTo>
                  <a:pt x="0" y="512190"/>
                </a:lnTo>
                <a:lnTo>
                  <a:pt x="448056" y="25603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6" name="Google Shape;44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667512"/>
            <a:ext cx="8645652" cy="582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5"/>
          <p:cNvSpPr txBox="1"/>
          <p:nvPr/>
        </p:nvSpPr>
        <p:spPr>
          <a:xfrm>
            <a:off x="5384419" y="1020889"/>
            <a:ext cx="1992630" cy="718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150">
            <a:spAutoFit/>
          </a:bodyPr>
          <a:lstStyle/>
          <a:p>
            <a:pPr indent="575945" lvl="0" marL="12700" marR="5080" rtl="0" algn="l">
              <a:lnSpc>
                <a:spcPct val="1106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Macro  environnement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8" name="Google Shape;44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8184" y="2935223"/>
            <a:ext cx="4668012" cy="3561588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5"/>
          <p:cNvSpPr txBox="1"/>
          <p:nvPr/>
        </p:nvSpPr>
        <p:spPr>
          <a:xfrm>
            <a:off x="5214492" y="3121215"/>
            <a:ext cx="1993264" cy="718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150">
            <a:spAutoFit/>
          </a:bodyPr>
          <a:lstStyle/>
          <a:p>
            <a:pPr indent="612775" lvl="0" marL="12700" marR="5080" rtl="0" algn="l">
              <a:lnSpc>
                <a:spcPct val="1106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Micro  environnement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0" name="Google Shape;45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21223" y="3849623"/>
            <a:ext cx="1787652" cy="65379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5"/>
          <p:cNvSpPr txBox="1"/>
          <p:nvPr/>
        </p:nvSpPr>
        <p:spPr>
          <a:xfrm>
            <a:off x="6437966" y="5331142"/>
            <a:ext cx="117157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Concurrents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5"/>
          <p:cNvSpPr txBox="1"/>
          <p:nvPr/>
        </p:nvSpPr>
        <p:spPr>
          <a:xfrm>
            <a:off x="4642230" y="5331142"/>
            <a:ext cx="1445260" cy="57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130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Sous-traitants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Fournisseurs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3" name="Google Shape;453;p15"/>
          <p:cNvGrpSpPr/>
          <p:nvPr/>
        </p:nvGrpSpPr>
        <p:grpSpPr>
          <a:xfrm>
            <a:off x="3886200" y="1710359"/>
            <a:ext cx="5916167" cy="3643452"/>
            <a:chOff x="3886200" y="1710359"/>
            <a:chExt cx="5916167" cy="3643452"/>
          </a:xfrm>
        </p:grpSpPr>
        <p:pic>
          <p:nvPicPr>
            <p:cNvPr id="454" name="Google Shape;454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886200" y="4562855"/>
              <a:ext cx="4393692" cy="7909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5" name="Google Shape;455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302752" y="3987761"/>
              <a:ext cx="1408176" cy="6493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6" name="Google Shape;456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092440" y="2826232"/>
              <a:ext cx="1709927" cy="61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7" name="Google Shape;457;p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044183" y="1710359"/>
              <a:ext cx="1353312" cy="804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8" name="Google Shape;458;p15"/>
          <p:cNvSpPr txBox="1"/>
          <p:nvPr/>
        </p:nvSpPr>
        <p:spPr>
          <a:xfrm>
            <a:off x="8362950" y="4746942"/>
            <a:ext cx="1604645" cy="57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Sociologique et</a:t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démographique</a:t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59" name="Google Shape;459;p15"/>
          <p:cNvSpPr txBox="1"/>
          <p:nvPr/>
        </p:nvSpPr>
        <p:spPr>
          <a:xfrm>
            <a:off x="8098917" y="3530091"/>
            <a:ext cx="1833245" cy="30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Environnementale</a:t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60" name="Google Shape;460;p15"/>
          <p:cNvSpPr txBox="1"/>
          <p:nvPr/>
        </p:nvSpPr>
        <p:spPr>
          <a:xfrm>
            <a:off x="6017895" y="2549842"/>
            <a:ext cx="148082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Technologique</a:t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61" name="Google Shape;461;p15"/>
          <p:cNvSpPr txBox="1"/>
          <p:nvPr/>
        </p:nvSpPr>
        <p:spPr>
          <a:xfrm>
            <a:off x="3888613" y="2413571"/>
            <a:ext cx="124841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Economique</a:t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462" name="Google Shape;462;p15"/>
          <p:cNvGrpSpPr/>
          <p:nvPr/>
        </p:nvGrpSpPr>
        <p:grpSpPr>
          <a:xfrm>
            <a:off x="3099816" y="1682915"/>
            <a:ext cx="2313431" cy="2094445"/>
            <a:chOff x="3099816" y="1682915"/>
            <a:chExt cx="2313431" cy="2094445"/>
          </a:xfrm>
        </p:grpSpPr>
        <p:pic>
          <p:nvPicPr>
            <p:cNvPr id="463" name="Google Shape;463;p1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703320" y="1682915"/>
              <a:ext cx="1709927" cy="8506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4" name="Google Shape;464;p1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099816" y="2990786"/>
              <a:ext cx="1078992" cy="7865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5" name="Google Shape;465;p15"/>
          <p:cNvSpPr txBox="1"/>
          <p:nvPr/>
        </p:nvSpPr>
        <p:spPr>
          <a:xfrm>
            <a:off x="2808351" y="3784917"/>
            <a:ext cx="90170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Politique</a:t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466" name="Google Shape;466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670048" y="4070146"/>
            <a:ext cx="1069848" cy="814019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5"/>
          <p:cNvSpPr txBox="1"/>
          <p:nvPr/>
        </p:nvSpPr>
        <p:spPr>
          <a:xfrm>
            <a:off x="2870835" y="4941125"/>
            <a:ext cx="66357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Légale</a:t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68" name="Google Shape;468;p15"/>
          <p:cNvSpPr txBox="1"/>
          <p:nvPr/>
        </p:nvSpPr>
        <p:spPr>
          <a:xfrm>
            <a:off x="10837750" y="62937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6"/>
          <p:cNvSpPr txBox="1"/>
          <p:nvPr/>
        </p:nvSpPr>
        <p:spPr>
          <a:xfrm>
            <a:off x="11173586" y="6435712"/>
            <a:ext cx="1047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"/>
          <p:cNvSpPr txBox="1"/>
          <p:nvPr>
            <p:ph type="title"/>
          </p:nvPr>
        </p:nvSpPr>
        <p:spPr>
          <a:xfrm>
            <a:off x="1112651" y="447300"/>
            <a:ext cx="49749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350"/>
              <a:t>Les strates de l’environnement externe:</a:t>
            </a:r>
            <a:endParaRPr sz="2350"/>
          </a:p>
        </p:txBody>
      </p:sp>
      <p:sp>
        <p:nvSpPr>
          <p:cNvPr id="475" name="Google Shape;475;p16"/>
          <p:cNvSpPr/>
          <p:nvPr/>
        </p:nvSpPr>
        <p:spPr>
          <a:xfrm>
            <a:off x="246888" y="439038"/>
            <a:ext cx="448309" cy="512445"/>
          </a:xfrm>
          <a:custGeom>
            <a:rect b="b" l="l" r="r" t="t"/>
            <a:pathLst>
              <a:path extrusionOk="0" h="512444" w="448309">
                <a:moveTo>
                  <a:pt x="0" y="0"/>
                </a:moveTo>
                <a:lnTo>
                  <a:pt x="0" y="512190"/>
                </a:lnTo>
                <a:lnTo>
                  <a:pt x="448056" y="25603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6" name="Google Shape;476;p16"/>
          <p:cNvGrpSpPr/>
          <p:nvPr/>
        </p:nvGrpSpPr>
        <p:grpSpPr>
          <a:xfrm>
            <a:off x="3758184" y="2935223"/>
            <a:ext cx="4668012" cy="3561588"/>
            <a:chOff x="3758184" y="2935223"/>
            <a:chExt cx="4668012" cy="3561588"/>
          </a:xfrm>
        </p:grpSpPr>
        <p:pic>
          <p:nvPicPr>
            <p:cNvPr id="477" name="Google Shape;477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758184" y="2935223"/>
              <a:ext cx="4668012" cy="35615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8" name="Google Shape;478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21224" y="3849623"/>
              <a:ext cx="1787652" cy="6537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9" name="Google Shape;479;p16"/>
          <p:cNvSpPr txBox="1"/>
          <p:nvPr/>
        </p:nvSpPr>
        <p:spPr>
          <a:xfrm>
            <a:off x="6437966" y="5331142"/>
            <a:ext cx="117157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Concurrents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6"/>
          <p:cNvSpPr txBox="1"/>
          <p:nvPr/>
        </p:nvSpPr>
        <p:spPr>
          <a:xfrm>
            <a:off x="4642230" y="5331142"/>
            <a:ext cx="1445260" cy="57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130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Sous-traitants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Fournisseurs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1" name="Google Shape;48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86200" y="4562855"/>
            <a:ext cx="4393692" cy="790956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16"/>
          <p:cNvSpPr txBox="1"/>
          <p:nvPr/>
        </p:nvSpPr>
        <p:spPr>
          <a:xfrm>
            <a:off x="8362950" y="4746942"/>
            <a:ext cx="14541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S</a:t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83" name="Google Shape;483;p16"/>
          <p:cNvSpPr txBox="1"/>
          <p:nvPr/>
        </p:nvSpPr>
        <p:spPr>
          <a:xfrm>
            <a:off x="771474" y="1348803"/>
            <a:ext cx="9915525" cy="249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0" rtl="0" algn="just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micro</a:t>
            </a: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environnement d'une entreprise </a:t>
            </a: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 l’environnement avec lequel elle échange au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just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 de son activité.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just">
              <a:lnSpc>
                <a:spcPct val="992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Cet environnement regroupe tous les facteurs, acteurs et éléments extérieurs à l'</a:t>
            </a: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entreprise </a:t>
            </a: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  ont un impact, potentiel ou réel, sur son développement. Il s'agit de son </a:t>
            </a: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environnement direct  ou spécifique.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39" lvl="0" marL="4455160" marR="3484245" rtl="0" algn="ctr">
              <a:lnSpc>
                <a:spcPct val="1106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Micro  environnement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6"/>
          <p:cNvSpPr txBox="1"/>
          <p:nvPr/>
        </p:nvSpPr>
        <p:spPr>
          <a:xfrm>
            <a:off x="10837750" y="62937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667512"/>
            <a:ext cx="8645652" cy="582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7"/>
          <p:cNvSpPr txBox="1"/>
          <p:nvPr/>
        </p:nvSpPr>
        <p:spPr>
          <a:xfrm>
            <a:off x="5384419" y="1020889"/>
            <a:ext cx="1992630" cy="718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150">
            <a:spAutoFit/>
          </a:bodyPr>
          <a:lstStyle/>
          <a:p>
            <a:pPr indent="575945" lvl="0" marL="12700" marR="5080" rtl="0" algn="l">
              <a:lnSpc>
                <a:spcPct val="1106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Macro  environnement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7"/>
          <p:cNvSpPr txBox="1"/>
          <p:nvPr/>
        </p:nvSpPr>
        <p:spPr>
          <a:xfrm>
            <a:off x="8219058" y="4524565"/>
            <a:ext cx="160401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démographique</a:t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492" name="Google Shape;492;p17"/>
          <p:cNvGrpSpPr/>
          <p:nvPr/>
        </p:nvGrpSpPr>
        <p:grpSpPr>
          <a:xfrm>
            <a:off x="8092440" y="2240889"/>
            <a:ext cx="1709927" cy="1911502"/>
            <a:chOff x="8092440" y="2240889"/>
            <a:chExt cx="1709927" cy="1911502"/>
          </a:xfrm>
        </p:grpSpPr>
        <p:pic>
          <p:nvPicPr>
            <p:cNvPr id="493" name="Google Shape;493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02752" y="3503002"/>
              <a:ext cx="1408176" cy="6493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4" name="Google Shape;494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092440" y="2240889"/>
              <a:ext cx="1709927" cy="61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5" name="Google Shape;495;p17"/>
          <p:cNvSpPr txBox="1"/>
          <p:nvPr/>
        </p:nvSpPr>
        <p:spPr>
          <a:xfrm>
            <a:off x="8098917" y="2967926"/>
            <a:ext cx="183261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Environnementale</a:t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496" name="Google Shape;49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0720" y="1710359"/>
            <a:ext cx="1353312" cy="8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17"/>
          <p:cNvSpPr txBox="1"/>
          <p:nvPr/>
        </p:nvSpPr>
        <p:spPr>
          <a:xfrm>
            <a:off x="5638927" y="2549842"/>
            <a:ext cx="148018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Technologique</a:t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98" name="Google Shape;498;p17"/>
          <p:cNvSpPr txBox="1"/>
          <p:nvPr/>
        </p:nvSpPr>
        <p:spPr>
          <a:xfrm>
            <a:off x="3888613" y="2413571"/>
            <a:ext cx="124841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Economique</a:t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499" name="Google Shape;499;p17"/>
          <p:cNvGrpSpPr/>
          <p:nvPr/>
        </p:nvGrpSpPr>
        <p:grpSpPr>
          <a:xfrm>
            <a:off x="3099816" y="1682915"/>
            <a:ext cx="2313431" cy="2094445"/>
            <a:chOff x="3099816" y="1682915"/>
            <a:chExt cx="2313431" cy="2094445"/>
          </a:xfrm>
        </p:grpSpPr>
        <p:pic>
          <p:nvPicPr>
            <p:cNvPr id="500" name="Google Shape;500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703320" y="1682915"/>
              <a:ext cx="1709927" cy="8506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1" name="Google Shape;501;p1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099816" y="2990786"/>
              <a:ext cx="1078992" cy="7865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2" name="Google Shape;502;p17"/>
          <p:cNvSpPr txBox="1"/>
          <p:nvPr/>
        </p:nvSpPr>
        <p:spPr>
          <a:xfrm>
            <a:off x="2808351" y="3784917"/>
            <a:ext cx="90170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Politique</a:t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503" name="Google Shape;503;p17"/>
          <p:cNvGrpSpPr/>
          <p:nvPr/>
        </p:nvGrpSpPr>
        <p:grpSpPr>
          <a:xfrm>
            <a:off x="2670048" y="3306394"/>
            <a:ext cx="5609844" cy="2560955"/>
            <a:chOff x="2670048" y="3306394"/>
            <a:chExt cx="5609844" cy="2560955"/>
          </a:xfrm>
        </p:grpSpPr>
        <p:pic>
          <p:nvPicPr>
            <p:cNvPr id="504" name="Google Shape;504;p1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670048" y="4070146"/>
              <a:ext cx="1069848" cy="8140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5" name="Google Shape;505;p17"/>
            <p:cNvSpPr/>
            <p:nvPr/>
          </p:nvSpPr>
          <p:spPr>
            <a:xfrm>
              <a:off x="4027932" y="3306394"/>
              <a:ext cx="4251960" cy="2560955"/>
            </a:xfrm>
            <a:custGeom>
              <a:rect b="b" l="l" r="r" t="t"/>
              <a:pathLst>
                <a:path extrusionOk="0" h="2560954" w="4251959">
                  <a:moveTo>
                    <a:pt x="0" y="2560954"/>
                  </a:moveTo>
                  <a:lnTo>
                    <a:pt x="4251960" y="2560954"/>
                  </a:lnTo>
                  <a:lnTo>
                    <a:pt x="4251960" y="0"/>
                  </a:lnTo>
                  <a:lnTo>
                    <a:pt x="0" y="0"/>
                  </a:lnTo>
                  <a:lnTo>
                    <a:pt x="0" y="256095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6" name="Google Shape;506;p17"/>
          <p:cNvSpPr txBox="1"/>
          <p:nvPr/>
        </p:nvSpPr>
        <p:spPr>
          <a:xfrm>
            <a:off x="2870835" y="4941125"/>
            <a:ext cx="66357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Légale</a:t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07" name="Google Shape;507;p17"/>
          <p:cNvSpPr txBox="1"/>
          <p:nvPr/>
        </p:nvSpPr>
        <p:spPr>
          <a:xfrm>
            <a:off x="4369815" y="3324479"/>
            <a:ext cx="3568065" cy="947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ctr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Le macro-environnement </a:t>
            </a: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désigne  l'environnement général au sein  duquel l'entreprise évolue.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7"/>
          <p:cNvSpPr txBox="1"/>
          <p:nvPr/>
        </p:nvSpPr>
        <p:spPr>
          <a:xfrm>
            <a:off x="4159503" y="4240847"/>
            <a:ext cx="560324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 s'agit des caractéristiques générales  </a:t>
            </a:r>
            <a:r>
              <a:rPr b="1" baseline="30000" lang="fr-FR" sz="270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Sociologique et</a:t>
            </a:r>
            <a:endParaRPr baseline="30000" sz="27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09" name="Google Shape;509;p17"/>
          <p:cNvSpPr txBox="1"/>
          <p:nvPr/>
        </p:nvSpPr>
        <p:spPr>
          <a:xfrm>
            <a:off x="4378959" y="4542535"/>
            <a:ext cx="3576954" cy="124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l'économie et de la société qui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03504" marR="0" rtl="0" algn="l">
              <a:lnSpc>
                <a:spcPct val="1195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peuvent influencer l'entreprise.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06143" lvl="0" marL="945514" marR="5080" rtl="0" algn="l">
              <a:lnSpc>
                <a:spcPct val="119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 Intègre les aspects nationaux et  internationaux.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7"/>
          <p:cNvSpPr txBox="1"/>
          <p:nvPr/>
        </p:nvSpPr>
        <p:spPr>
          <a:xfrm>
            <a:off x="10837750" y="62937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18"/>
          <p:cNvGrpSpPr/>
          <p:nvPr/>
        </p:nvGrpSpPr>
        <p:grpSpPr>
          <a:xfrm>
            <a:off x="7927847" y="960374"/>
            <a:ext cx="3516376" cy="5070094"/>
            <a:chOff x="7927847" y="960374"/>
            <a:chExt cx="3516376" cy="5070094"/>
          </a:xfrm>
        </p:grpSpPr>
        <p:pic>
          <p:nvPicPr>
            <p:cNvPr id="516" name="Google Shape;516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03919" y="960374"/>
              <a:ext cx="2057400" cy="27438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18"/>
            <p:cNvSpPr/>
            <p:nvPr/>
          </p:nvSpPr>
          <p:spPr>
            <a:xfrm>
              <a:off x="8503919" y="960374"/>
              <a:ext cx="2057400" cy="2743835"/>
            </a:xfrm>
            <a:custGeom>
              <a:rect b="b" l="l" r="r" t="t"/>
              <a:pathLst>
                <a:path extrusionOk="0" h="2743835" w="2057400">
                  <a:moveTo>
                    <a:pt x="0" y="1371980"/>
                  </a:moveTo>
                  <a:lnTo>
                    <a:pt x="816" y="1316794"/>
                  </a:lnTo>
                  <a:lnTo>
                    <a:pt x="3246" y="1262162"/>
                  </a:lnTo>
                  <a:lnTo>
                    <a:pt x="7258" y="1208124"/>
                  </a:lnTo>
                  <a:lnTo>
                    <a:pt x="12821" y="1154721"/>
                  </a:lnTo>
                  <a:lnTo>
                    <a:pt x="19906" y="1101995"/>
                  </a:lnTo>
                  <a:lnTo>
                    <a:pt x="28480" y="1049987"/>
                  </a:lnTo>
                  <a:lnTo>
                    <a:pt x="38514" y="998737"/>
                  </a:lnTo>
                  <a:lnTo>
                    <a:pt x="49976" y="948286"/>
                  </a:lnTo>
                  <a:lnTo>
                    <a:pt x="62836" y="898676"/>
                  </a:lnTo>
                  <a:lnTo>
                    <a:pt x="77064" y="849947"/>
                  </a:lnTo>
                  <a:lnTo>
                    <a:pt x="92628" y="802141"/>
                  </a:lnTo>
                  <a:lnTo>
                    <a:pt x="109498" y="755298"/>
                  </a:lnTo>
                  <a:lnTo>
                    <a:pt x="127643" y="709459"/>
                  </a:lnTo>
                  <a:lnTo>
                    <a:pt x="147033" y="664665"/>
                  </a:lnTo>
                  <a:lnTo>
                    <a:pt x="167636" y="620958"/>
                  </a:lnTo>
                  <a:lnTo>
                    <a:pt x="189422" y="578377"/>
                  </a:lnTo>
                  <a:lnTo>
                    <a:pt x="212360" y="536965"/>
                  </a:lnTo>
                  <a:lnTo>
                    <a:pt x="236420" y="496761"/>
                  </a:lnTo>
                  <a:lnTo>
                    <a:pt x="261571" y="457808"/>
                  </a:lnTo>
                  <a:lnTo>
                    <a:pt x="287782" y="420146"/>
                  </a:lnTo>
                  <a:lnTo>
                    <a:pt x="315022" y="383815"/>
                  </a:lnTo>
                  <a:lnTo>
                    <a:pt x="343261" y="348858"/>
                  </a:lnTo>
                  <a:lnTo>
                    <a:pt x="372468" y="315314"/>
                  </a:lnTo>
                  <a:lnTo>
                    <a:pt x="402612" y="283226"/>
                  </a:lnTo>
                  <a:lnTo>
                    <a:pt x="433663" y="252633"/>
                  </a:lnTo>
                  <a:lnTo>
                    <a:pt x="465589" y="223577"/>
                  </a:lnTo>
                  <a:lnTo>
                    <a:pt x="498361" y="196098"/>
                  </a:lnTo>
                  <a:lnTo>
                    <a:pt x="531947" y="170238"/>
                  </a:lnTo>
                  <a:lnTo>
                    <a:pt x="566316" y="146038"/>
                  </a:lnTo>
                  <a:lnTo>
                    <a:pt x="601439" y="123539"/>
                  </a:lnTo>
                  <a:lnTo>
                    <a:pt x="637284" y="102781"/>
                  </a:lnTo>
                  <a:lnTo>
                    <a:pt x="673820" y="83805"/>
                  </a:lnTo>
                  <a:lnTo>
                    <a:pt x="711018" y="66653"/>
                  </a:lnTo>
                  <a:lnTo>
                    <a:pt x="748845" y="51366"/>
                  </a:lnTo>
                  <a:lnTo>
                    <a:pt x="787272" y="37984"/>
                  </a:lnTo>
                  <a:lnTo>
                    <a:pt x="826267" y="26548"/>
                  </a:lnTo>
                  <a:lnTo>
                    <a:pt x="865800" y="17100"/>
                  </a:lnTo>
                  <a:lnTo>
                    <a:pt x="905841" y="9680"/>
                  </a:lnTo>
                  <a:lnTo>
                    <a:pt x="946358" y="4329"/>
                  </a:lnTo>
                  <a:lnTo>
                    <a:pt x="987321" y="1089"/>
                  </a:lnTo>
                  <a:lnTo>
                    <a:pt x="1028700" y="0"/>
                  </a:lnTo>
                  <a:lnTo>
                    <a:pt x="1070078" y="1089"/>
                  </a:lnTo>
                  <a:lnTo>
                    <a:pt x="1111041" y="4329"/>
                  </a:lnTo>
                  <a:lnTo>
                    <a:pt x="1151558" y="9680"/>
                  </a:lnTo>
                  <a:lnTo>
                    <a:pt x="1191599" y="17100"/>
                  </a:lnTo>
                  <a:lnTo>
                    <a:pt x="1231132" y="26548"/>
                  </a:lnTo>
                  <a:lnTo>
                    <a:pt x="1270127" y="37984"/>
                  </a:lnTo>
                  <a:lnTo>
                    <a:pt x="1308554" y="51366"/>
                  </a:lnTo>
                  <a:lnTo>
                    <a:pt x="1346381" y="66653"/>
                  </a:lnTo>
                  <a:lnTo>
                    <a:pt x="1383579" y="83805"/>
                  </a:lnTo>
                  <a:lnTo>
                    <a:pt x="1420115" y="102781"/>
                  </a:lnTo>
                  <a:lnTo>
                    <a:pt x="1455960" y="123539"/>
                  </a:lnTo>
                  <a:lnTo>
                    <a:pt x="1491083" y="146038"/>
                  </a:lnTo>
                  <a:lnTo>
                    <a:pt x="1525452" y="170238"/>
                  </a:lnTo>
                  <a:lnTo>
                    <a:pt x="1559038" y="196098"/>
                  </a:lnTo>
                  <a:lnTo>
                    <a:pt x="1591810" y="223577"/>
                  </a:lnTo>
                  <a:lnTo>
                    <a:pt x="1623736" y="252633"/>
                  </a:lnTo>
                  <a:lnTo>
                    <a:pt x="1654787" y="283226"/>
                  </a:lnTo>
                  <a:lnTo>
                    <a:pt x="1684931" y="315314"/>
                  </a:lnTo>
                  <a:lnTo>
                    <a:pt x="1714138" y="348858"/>
                  </a:lnTo>
                  <a:lnTo>
                    <a:pt x="1742377" y="383815"/>
                  </a:lnTo>
                  <a:lnTo>
                    <a:pt x="1769617" y="420146"/>
                  </a:lnTo>
                  <a:lnTo>
                    <a:pt x="1795828" y="457808"/>
                  </a:lnTo>
                  <a:lnTo>
                    <a:pt x="1820979" y="496761"/>
                  </a:lnTo>
                  <a:lnTo>
                    <a:pt x="1845039" y="536965"/>
                  </a:lnTo>
                  <a:lnTo>
                    <a:pt x="1867977" y="578377"/>
                  </a:lnTo>
                  <a:lnTo>
                    <a:pt x="1889763" y="620958"/>
                  </a:lnTo>
                  <a:lnTo>
                    <a:pt x="1910366" y="664665"/>
                  </a:lnTo>
                  <a:lnTo>
                    <a:pt x="1929756" y="709459"/>
                  </a:lnTo>
                  <a:lnTo>
                    <a:pt x="1947901" y="755298"/>
                  </a:lnTo>
                  <a:lnTo>
                    <a:pt x="1964771" y="802141"/>
                  </a:lnTo>
                  <a:lnTo>
                    <a:pt x="1980335" y="849947"/>
                  </a:lnTo>
                  <a:lnTo>
                    <a:pt x="1994563" y="898676"/>
                  </a:lnTo>
                  <a:lnTo>
                    <a:pt x="2007423" y="948286"/>
                  </a:lnTo>
                  <a:lnTo>
                    <a:pt x="2018885" y="998737"/>
                  </a:lnTo>
                  <a:lnTo>
                    <a:pt x="2028919" y="1049987"/>
                  </a:lnTo>
                  <a:lnTo>
                    <a:pt x="2037493" y="1101995"/>
                  </a:lnTo>
                  <a:lnTo>
                    <a:pt x="2044578" y="1154721"/>
                  </a:lnTo>
                  <a:lnTo>
                    <a:pt x="2050141" y="1208124"/>
                  </a:lnTo>
                  <a:lnTo>
                    <a:pt x="2054153" y="1262162"/>
                  </a:lnTo>
                  <a:lnTo>
                    <a:pt x="2056583" y="1316794"/>
                  </a:lnTo>
                  <a:lnTo>
                    <a:pt x="2057400" y="1371980"/>
                  </a:lnTo>
                  <a:lnTo>
                    <a:pt x="2056583" y="1427158"/>
                  </a:lnTo>
                  <a:lnTo>
                    <a:pt x="2054153" y="1481782"/>
                  </a:lnTo>
                  <a:lnTo>
                    <a:pt x="2050141" y="1535812"/>
                  </a:lnTo>
                  <a:lnTo>
                    <a:pt x="2044578" y="1589206"/>
                  </a:lnTo>
                  <a:lnTo>
                    <a:pt x="2037493" y="1641925"/>
                  </a:lnTo>
                  <a:lnTo>
                    <a:pt x="2028919" y="1693926"/>
                  </a:lnTo>
                  <a:lnTo>
                    <a:pt x="2018885" y="1745170"/>
                  </a:lnTo>
                  <a:lnTo>
                    <a:pt x="2007423" y="1795614"/>
                  </a:lnTo>
                  <a:lnTo>
                    <a:pt x="1994563" y="1845218"/>
                  </a:lnTo>
                  <a:lnTo>
                    <a:pt x="1980335" y="1893941"/>
                  </a:lnTo>
                  <a:lnTo>
                    <a:pt x="1964771" y="1941743"/>
                  </a:lnTo>
                  <a:lnTo>
                    <a:pt x="1947901" y="1988581"/>
                  </a:lnTo>
                  <a:lnTo>
                    <a:pt x="1929756" y="2034416"/>
                  </a:lnTo>
                  <a:lnTo>
                    <a:pt x="1910366" y="2079205"/>
                  </a:lnTo>
                  <a:lnTo>
                    <a:pt x="1889763" y="2122909"/>
                  </a:lnTo>
                  <a:lnTo>
                    <a:pt x="1867977" y="2165486"/>
                  </a:lnTo>
                  <a:lnTo>
                    <a:pt x="1845039" y="2206895"/>
                  </a:lnTo>
                  <a:lnTo>
                    <a:pt x="1820979" y="2247095"/>
                  </a:lnTo>
                  <a:lnTo>
                    <a:pt x="1795828" y="2286045"/>
                  </a:lnTo>
                  <a:lnTo>
                    <a:pt x="1769617" y="2323705"/>
                  </a:lnTo>
                  <a:lnTo>
                    <a:pt x="1742377" y="2360033"/>
                  </a:lnTo>
                  <a:lnTo>
                    <a:pt x="1714138" y="2394989"/>
                  </a:lnTo>
                  <a:lnTo>
                    <a:pt x="1684931" y="2428530"/>
                  </a:lnTo>
                  <a:lnTo>
                    <a:pt x="1654787" y="2460617"/>
                  </a:lnTo>
                  <a:lnTo>
                    <a:pt x="1623736" y="2491209"/>
                  </a:lnTo>
                  <a:lnTo>
                    <a:pt x="1591810" y="2520264"/>
                  </a:lnTo>
                  <a:lnTo>
                    <a:pt x="1559038" y="2547741"/>
                  </a:lnTo>
                  <a:lnTo>
                    <a:pt x="1525452" y="2573600"/>
                  </a:lnTo>
                  <a:lnTo>
                    <a:pt x="1491083" y="2597799"/>
                  </a:lnTo>
                  <a:lnTo>
                    <a:pt x="1455960" y="2620298"/>
                  </a:lnTo>
                  <a:lnTo>
                    <a:pt x="1420115" y="2641055"/>
                  </a:lnTo>
                  <a:lnTo>
                    <a:pt x="1383579" y="2660030"/>
                  </a:lnTo>
                  <a:lnTo>
                    <a:pt x="1346381" y="2677182"/>
                  </a:lnTo>
                  <a:lnTo>
                    <a:pt x="1308554" y="2692469"/>
                  </a:lnTo>
                  <a:lnTo>
                    <a:pt x="1270127" y="2705851"/>
                  </a:lnTo>
                  <a:lnTo>
                    <a:pt x="1231132" y="2717286"/>
                  </a:lnTo>
                  <a:lnTo>
                    <a:pt x="1191599" y="2726734"/>
                  </a:lnTo>
                  <a:lnTo>
                    <a:pt x="1151558" y="2734154"/>
                  </a:lnTo>
                  <a:lnTo>
                    <a:pt x="1111041" y="2739505"/>
                  </a:lnTo>
                  <a:lnTo>
                    <a:pt x="1070078" y="2742745"/>
                  </a:lnTo>
                  <a:lnTo>
                    <a:pt x="1028700" y="2743835"/>
                  </a:lnTo>
                  <a:lnTo>
                    <a:pt x="987321" y="2742745"/>
                  </a:lnTo>
                  <a:lnTo>
                    <a:pt x="946358" y="2739505"/>
                  </a:lnTo>
                  <a:lnTo>
                    <a:pt x="905841" y="2734154"/>
                  </a:lnTo>
                  <a:lnTo>
                    <a:pt x="865800" y="2726734"/>
                  </a:lnTo>
                  <a:lnTo>
                    <a:pt x="826267" y="2717286"/>
                  </a:lnTo>
                  <a:lnTo>
                    <a:pt x="787272" y="2705851"/>
                  </a:lnTo>
                  <a:lnTo>
                    <a:pt x="748845" y="2692469"/>
                  </a:lnTo>
                  <a:lnTo>
                    <a:pt x="711018" y="2677182"/>
                  </a:lnTo>
                  <a:lnTo>
                    <a:pt x="673820" y="2660030"/>
                  </a:lnTo>
                  <a:lnTo>
                    <a:pt x="637284" y="2641055"/>
                  </a:lnTo>
                  <a:lnTo>
                    <a:pt x="601439" y="2620298"/>
                  </a:lnTo>
                  <a:lnTo>
                    <a:pt x="566316" y="2597799"/>
                  </a:lnTo>
                  <a:lnTo>
                    <a:pt x="531947" y="2573600"/>
                  </a:lnTo>
                  <a:lnTo>
                    <a:pt x="498361" y="2547741"/>
                  </a:lnTo>
                  <a:lnTo>
                    <a:pt x="465589" y="2520264"/>
                  </a:lnTo>
                  <a:lnTo>
                    <a:pt x="433663" y="2491209"/>
                  </a:lnTo>
                  <a:lnTo>
                    <a:pt x="402612" y="2460617"/>
                  </a:lnTo>
                  <a:lnTo>
                    <a:pt x="372468" y="2428530"/>
                  </a:lnTo>
                  <a:lnTo>
                    <a:pt x="343261" y="2394989"/>
                  </a:lnTo>
                  <a:lnTo>
                    <a:pt x="315022" y="2360033"/>
                  </a:lnTo>
                  <a:lnTo>
                    <a:pt x="287782" y="2323705"/>
                  </a:lnTo>
                  <a:lnTo>
                    <a:pt x="261571" y="2286045"/>
                  </a:lnTo>
                  <a:lnTo>
                    <a:pt x="236420" y="2247095"/>
                  </a:lnTo>
                  <a:lnTo>
                    <a:pt x="212360" y="2206895"/>
                  </a:lnTo>
                  <a:lnTo>
                    <a:pt x="189422" y="2165486"/>
                  </a:lnTo>
                  <a:lnTo>
                    <a:pt x="167636" y="2122909"/>
                  </a:lnTo>
                  <a:lnTo>
                    <a:pt x="147033" y="2079205"/>
                  </a:lnTo>
                  <a:lnTo>
                    <a:pt x="127643" y="2034416"/>
                  </a:lnTo>
                  <a:lnTo>
                    <a:pt x="109498" y="1988581"/>
                  </a:lnTo>
                  <a:lnTo>
                    <a:pt x="92628" y="1941743"/>
                  </a:lnTo>
                  <a:lnTo>
                    <a:pt x="77064" y="1893941"/>
                  </a:lnTo>
                  <a:lnTo>
                    <a:pt x="62836" y="1845218"/>
                  </a:lnTo>
                  <a:lnTo>
                    <a:pt x="49976" y="1795614"/>
                  </a:lnTo>
                  <a:lnTo>
                    <a:pt x="38514" y="1745170"/>
                  </a:lnTo>
                  <a:lnTo>
                    <a:pt x="28480" y="1693926"/>
                  </a:lnTo>
                  <a:lnTo>
                    <a:pt x="19906" y="1641925"/>
                  </a:lnTo>
                  <a:lnTo>
                    <a:pt x="12821" y="1589206"/>
                  </a:lnTo>
                  <a:lnTo>
                    <a:pt x="7258" y="1535812"/>
                  </a:lnTo>
                  <a:lnTo>
                    <a:pt x="3246" y="1481782"/>
                  </a:lnTo>
                  <a:lnTo>
                    <a:pt x="816" y="1427158"/>
                  </a:lnTo>
                  <a:lnTo>
                    <a:pt x="0" y="1371980"/>
                  </a:lnTo>
                  <a:close/>
                </a:path>
              </a:pathLst>
            </a:custGeom>
            <a:noFill/>
            <a:ln cap="flat" cmpd="sng" w="76200">
              <a:solidFill>
                <a:srgbClr val="EC7C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8"/>
            <p:cNvSpPr/>
            <p:nvPr/>
          </p:nvSpPr>
          <p:spPr>
            <a:xfrm>
              <a:off x="10867643" y="2785617"/>
              <a:ext cx="576580" cy="880744"/>
            </a:xfrm>
            <a:custGeom>
              <a:rect b="b" l="l" r="r" t="t"/>
              <a:pathLst>
                <a:path extrusionOk="0" h="880745" w="576579">
                  <a:moveTo>
                    <a:pt x="573531" y="0"/>
                  </a:moveTo>
                  <a:lnTo>
                    <a:pt x="567949" y="55696"/>
                  </a:lnTo>
                  <a:lnTo>
                    <a:pt x="559383" y="110126"/>
                  </a:lnTo>
                  <a:lnTo>
                    <a:pt x="547938" y="163129"/>
                  </a:lnTo>
                  <a:lnTo>
                    <a:pt x="533720" y="214541"/>
                  </a:lnTo>
                  <a:lnTo>
                    <a:pt x="516832" y="264203"/>
                  </a:lnTo>
                  <a:lnTo>
                    <a:pt x="497380" y="311951"/>
                  </a:lnTo>
                  <a:lnTo>
                    <a:pt x="475467" y="357625"/>
                  </a:lnTo>
                  <a:lnTo>
                    <a:pt x="451198" y="401063"/>
                  </a:lnTo>
                  <a:lnTo>
                    <a:pt x="424678" y="442104"/>
                  </a:lnTo>
                  <a:lnTo>
                    <a:pt x="396011" y="480585"/>
                  </a:lnTo>
                  <a:lnTo>
                    <a:pt x="365303" y="516345"/>
                  </a:lnTo>
                  <a:lnTo>
                    <a:pt x="332656" y="549223"/>
                  </a:lnTo>
                  <a:lnTo>
                    <a:pt x="298176" y="579057"/>
                  </a:lnTo>
                  <a:lnTo>
                    <a:pt x="261968" y="605684"/>
                  </a:lnTo>
                  <a:lnTo>
                    <a:pt x="224136" y="628945"/>
                  </a:lnTo>
                  <a:lnTo>
                    <a:pt x="184784" y="648677"/>
                  </a:lnTo>
                  <a:lnTo>
                    <a:pt x="144017" y="664718"/>
                  </a:lnTo>
                  <a:lnTo>
                    <a:pt x="144017" y="592582"/>
                  </a:lnTo>
                  <a:lnTo>
                    <a:pt x="0" y="760857"/>
                  </a:lnTo>
                  <a:lnTo>
                    <a:pt x="144017" y="880745"/>
                  </a:lnTo>
                  <a:lnTo>
                    <a:pt x="144017" y="808736"/>
                  </a:lnTo>
                  <a:lnTo>
                    <a:pt x="182549" y="793709"/>
                  </a:lnTo>
                  <a:lnTo>
                    <a:pt x="219752" y="775432"/>
                  </a:lnTo>
                  <a:lnTo>
                    <a:pt x="255551" y="754046"/>
                  </a:lnTo>
                  <a:lnTo>
                    <a:pt x="289870" y="729694"/>
                  </a:lnTo>
                  <a:lnTo>
                    <a:pt x="322634" y="702519"/>
                  </a:lnTo>
                  <a:lnTo>
                    <a:pt x="353766" y="672663"/>
                  </a:lnTo>
                  <a:lnTo>
                    <a:pt x="383191" y="640268"/>
                  </a:lnTo>
                  <a:lnTo>
                    <a:pt x="410834" y="605477"/>
                  </a:lnTo>
                  <a:lnTo>
                    <a:pt x="436619" y="568432"/>
                  </a:lnTo>
                  <a:lnTo>
                    <a:pt x="460469" y="529277"/>
                  </a:lnTo>
                  <a:lnTo>
                    <a:pt x="482310" y="488153"/>
                  </a:lnTo>
                  <a:lnTo>
                    <a:pt x="502066" y="445203"/>
                  </a:lnTo>
                  <a:lnTo>
                    <a:pt x="519660" y="400570"/>
                  </a:lnTo>
                  <a:lnTo>
                    <a:pt x="535018" y="354395"/>
                  </a:lnTo>
                  <a:lnTo>
                    <a:pt x="548063" y="306823"/>
                  </a:lnTo>
                  <a:lnTo>
                    <a:pt x="558719" y="257994"/>
                  </a:lnTo>
                  <a:lnTo>
                    <a:pt x="566912" y="208052"/>
                  </a:lnTo>
                  <a:lnTo>
                    <a:pt x="572566" y="157139"/>
                  </a:lnTo>
                  <a:lnTo>
                    <a:pt x="575604" y="105397"/>
                  </a:lnTo>
                  <a:lnTo>
                    <a:pt x="575951" y="52970"/>
                  </a:lnTo>
                  <a:lnTo>
                    <a:pt x="573531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18"/>
            <p:cNvSpPr/>
            <p:nvPr/>
          </p:nvSpPr>
          <p:spPr>
            <a:xfrm>
              <a:off x="10867643" y="1952751"/>
              <a:ext cx="576580" cy="904875"/>
            </a:xfrm>
            <a:custGeom>
              <a:rect b="b" l="l" r="r" t="t"/>
              <a:pathLst>
                <a:path extrusionOk="0" h="904875" w="576579">
                  <a:moveTo>
                    <a:pt x="0" y="0"/>
                  </a:moveTo>
                  <a:lnTo>
                    <a:pt x="0" y="144018"/>
                  </a:lnTo>
                  <a:lnTo>
                    <a:pt x="41138" y="145928"/>
                  </a:lnTo>
                  <a:lnTo>
                    <a:pt x="81496" y="151572"/>
                  </a:lnTo>
                  <a:lnTo>
                    <a:pt x="120976" y="160823"/>
                  </a:lnTo>
                  <a:lnTo>
                    <a:pt x="159481" y="173551"/>
                  </a:lnTo>
                  <a:lnTo>
                    <a:pt x="196913" y="189627"/>
                  </a:lnTo>
                  <a:lnTo>
                    <a:pt x="233174" y="208924"/>
                  </a:lnTo>
                  <a:lnTo>
                    <a:pt x="268168" y="231311"/>
                  </a:lnTo>
                  <a:lnTo>
                    <a:pt x="301797" y="256660"/>
                  </a:lnTo>
                  <a:lnTo>
                    <a:pt x="333962" y="284844"/>
                  </a:lnTo>
                  <a:lnTo>
                    <a:pt x="364567" y="315732"/>
                  </a:lnTo>
                  <a:lnTo>
                    <a:pt x="393515" y="349197"/>
                  </a:lnTo>
                  <a:lnTo>
                    <a:pt x="420707" y="385109"/>
                  </a:lnTo>
                  <a:lnTo>
                    <a:pt x="446046" y="423340"/>
                  </a:lnTo>
                  <a:lnTo>
                    <a:pt x="469434" y="463761"/>
                  </a:lnTo>
                  <a:lnTo>
                    <a:pt x="490775" y="506244"/>
                  </a:lnTo>
                  <a:lnTo>
                    <a:pt x="509970" y="550659"/>
                  </a:lnTo>
                  <a:lnTo>
                    <a:pt x="526922" y="596879"/>
                  </a:lnTo>
                  <a:lnTo>
                    <a:pt x="541533" y="644774"/>
                  </a:lnTo>
                  <a:lnTo>
                    <a:pt x="553707" y="694215"/>
                  </a:lnTo>
                  <a:lnTo>
                    <a:pt x="563345" y="745075"/>
                  </a:lnTo>
                  <a:lnTo>
                    <a:pt x="570350" y="797224"/>
                  </a:lnTo>
                  <a:lnTo>
                    <a:pt x="574625" y="850533"/>
                  </a:lnTo>
                  <a:lnTo>
                    <a:pt x="576072" y="904875"/>
                  </a:lnTo>
                  <a:lnTo>
                    <a:pt x="576072" y="760857"/>
                  </a:lnTo>
                  <a:lnTo>
                    <a:pt x="574625" y="706515"/>
                  </a:lnTo>
                  <a:lnTo>
                    <a:pt x="570350" y="653206"/>
                  </a:lnTo>
                  <a:lnTo>
                    <a:pt x="563345" y="601057"/>
                  </a:lnTo>
                  <a:lnTo>
                    <a:pt x="553707" y="550197"/>
                  </a:lnTo>
                  <a:lnTo>
                    <a:pt x="541533" y="500756"/>
                  </a:lnTo>
                  <a:lnTo>
                    <a:pt x="526922" y="452861"/>
                  </a:lnTo>
                  <a:lnTo>
                    <a:pt x="509970" y="406641"/>
                  </a:lnTo>
                  <a:lnTo>
                    <a:pt x="490775" y="362226"/>
                  </a:lnTo>
                  <a:lnTo>
                    <a:pt x="469434" y="319743"/>
                  </a:lnTo>
                  <a:lnTo>
                    <a:pt x="446046" y="279322"/>
                  </a:lnTo>
                  <a:lnTo>
                    <a:pt x="420707" y="241091"/>
                  </a:lnTo>
                  <a:lnTo>
                    <a:pt x="393515" y="205179"/>
                  </a:lnTo>
                  <a:lnTo>
                    <a:pt x="364567" y="171714"/>
                  </a:lnTo>
                  <a:lnTo>
                    <a:pt x="333962" y="140826"/>
                  </a:lnTo>
                  <a:lnTo>
                    <a:pt x="301797" y="112642"/>
                  </a:lnTo>
                  <a:lnTo>
                    <a:pt x="268168" y="87293"/>
                  </a:lnTo>
                  <a:lnTo>
                    <a:pt x="233174" y="64906"/>
                  </a:lnTo>
                  <a:lnTo>
                    <a:pt x="196913" y="45609"/>
                  </a:lnTo>
                  <a:lnTo>
                    <a:pt x="159481" y="29533"/>
                  </a:lnTo>
                  <a:lnTo>
                    <a:pt x="120976" y="16805"/>
                  </a:lnTo>
                  <a:lnTo>
                    <a:pt x="81496" y="7554"/>
                  </a:lnTo>
                  <a:lnTo>
                    <a:pt x="41138" y="19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5C9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18"/>
            <p:cNvSpPr/>
            <p:nvPr/>
          </p:nvSpPr>
          <p:spPr>
            <a:xfrm>
              <a:off x="10867643" y="1952751"/>
              <a:ext cx="576580" cy="1713864"/>
            </a:xfrm>
            <a:custGeom>
              <a:rect b="b" l="l" r="r" t="t"/>
              <a:pathLst>
                <a:path extrusionOk="0" h="1713864" w="576579">
                  <a:moveTo>
                    <a:pt x="576072" y="904875"/>
                  </a:moveTo>
                  <a:lnTo>
                    <a:pt x="574625" y="850533"/>
                  </a:lnTo>
                  <a:lnTo>
                    <a:pt x="570350" y="797224"/>
                  </a:lnTo>
                  <a:lnTo>
                    <a:pt x="563345" y="745075"/>
                  </a:lnTo>
                  <a:lnTo>
                    <a:pt x="553707" y="694215"/>
                  </a:lnTo>
                  <a:lnTo>
                    <a:pt x="541533" y="644774"/>
                  </a:lnTo>
                  <a:lnTo>
                    <a:pt x="526922" y="596879"/>
                  </a:lnTo>
                  <a:lnTo>
                    <a:pt x="509970" y="550659"/>
                  </a:lnTo>
                  <a:lnTo>
                    <a:pt x="490775" y="506244"/>
                  </a:lnTo>
                  <a:lnTo>
                    <a:pt x="469434" y="463761"/>
                  </a:lnTo>
                  <a:lnTo>
                    <a:pt x="446046" y="423340"/>
                  </a:lnTo>
                  <a:lnTo>
                    <a:pt x="420707" y="385109"/>
                  </a:lnTo>
                  <a:lnTo>
                    <a:pt x="393515" y="349197"/>
                  </a:lnTo>
                  <a:lnTo>
                    <a:pt x="364567" y="315732"/>
                  </a:lnTo>
                  <a:lnTo>
                    <a:pt x="333962" y="284844"/>
                  </a:lnTo>
                  <a:lnTo>
                    <a:pt x="301797" y="256660"/>
                  </a:lnTo>
                  <a:lnTo>
                    <a:pt x="268168" y="231311"/>
                  </a:lnTo>
                  <a:lnTo>
                    <a:pt x="233174" y="208924"/>
                  </a:lnTo>
                  <a:lnTo>
                    <a:pt x="196913" y="189627"/>
                  </a:lnTo>
                  <a:lnTo>
                    <a:pt x="159481" y="173551"/>
                  </a:lnTo>
                  <a:lnTo>
                    <a:pt x="120976" y="160823"/>
                  </a:lnTo>
                  <a:lnTo>
                    <a:pt x="81496" y="151572"/>
                  </a:lnTo>
                  <a:lnTo>
                    <a:pt x="41138" y="145928"/>
                  </a:lnTo>
                  <a:lnTo>
                    <a:pt x="0" y="144018"/>
                  </a:lnTo>
                  <a:lnTo>
                    <a:pt x="0" y="0"/>
                  </a:lnTo>
                  <a:lnTo>
                    <a:pt x="41138" y="1910"/>
                  </a:lnTo>
                  <a:lnTo>
                    <a:pt x="81496" y="7554"/>
                  </a:lnTo>
                  <a:lnTo>
                    <a:pt x="120976" y="16805"/>
                  </a:lnTo>
                  <a:lnTo>
                    <a:pt x="159481" y="29533"/>
                  </a:lnTo>
                  <a:lnTo>
                    <a:pt x="196913" y="45609"/>
                  </a:lnTo>
                  <a:lnTo>
                    <a:pt x="233174" y="64906"/>
                  </a:lnTo>
                  <a:lnTo>
                    <a:pt x="268168" y="87293"/>
                  </a:lnTo>
                  <a:lnTo>
                    <a:pt x="301797" y="112642"/>
                  </a:lnTo>
                  <a:lnTo>
                    <a:pt x="333962" y="140826"/>
                  </a:lnTo>
                  <a:lnTo>
                    <a:pt x="364567" y="171714"/>
                  </a:lnTo>
                  <a:lnTo>
                    <a:pt x="393515" y="205179"/>
                  </a:lnTo>
                  <a:lnTo>
                    <a:pt x="420707" y="241091"/>
                  </a:lnTo>
                  <a:lnTo>
                    <a:pt x="446046" y="279322"/>
                  </a:lnTo>
                  <a:lnTo>
                    <a:pt x="469434" y="319743"/>
                  </a:lnTo>
                  <a:lnTo>
                    <a:pt x="490775" y="362226"/>
                  </a:lnTo>
                  <a:lnTo>
                    <a:pt x="509970" y="406641"/>
                  </a:lnTo>
                  <a:lnTo>
                    <a:pt x="526922" y="452861"/>
                  </a:lnTo>
                  <a:lnTo>
                    <a:pt x="541533" y="500756"/>
                  </a:lnTo>
                  <a:lnTo>
                    <a:pt x="553707" y="550197"/>
                  </a:lnTo>
                  <a:lnTo>
                    <a:pt x="563345" y="601057"/>
                  </a:lnTo>
                  <a:lnTo>
                    <a:pt x="570350" y="653206"/>
                  </a:lnTo>
                  <a:lnTo>
                    <a:pt x="574625" y="706515"/>
                  </a:lnTo>
                  <a:lnTo>
                    <a:pt x="576072" y="760857"/>
                  </a:lnTo>
                  <a:lnTo>
                    <a:pt x="576072" y="904875"/>
                  </a:lnTo>
                  <a:lnTo>
                    <a:pt x="574610" y="959268"/>
                  </a:lnTo>
                  <a:lnTo>
                    <a:pt x="570283" y="1012780"/>
                  </a:lnTo>
                  <a:lnTo>
                    <a:pt x="563180" y="1065261"/>
                  </a:lnTo>
                  <a:lnTo>
                    <a:pt x="553389" y="1116559"/>
                  </a:lnTo>
                  <a:lnTo>
                    <a:pt x="540999" y="1166523"/>
                  </a:lnTo>
                  <a:lnTo>
                    <a:pt x="526097" y="1215004"/>
                  </a:lnTo>
                  <a:lnTo>
                    <a:pt x="508772" y="1261850"/>
                  </a:lnTo>
                  <a:lnTo>
                    <a:pt x="489112" y="1306910"/>
                  </a:lnTo>
                  <a:lnTo>
                    <a:pt x="467205" y="1350033"/>
                  </a:lnTo>
                  <a:lnTo>
                    <a:pt x="443141" y="1391070"/>
                  </a:lnTo>
                  <a:lnTo>
                    <a:pt x="417007" y="1429868"/>
                  </a:lnTo>
                  <a:lnTo>
                    <a:pt x="388891" y="1466278"/>
                  </a:lnTo>
                  <a:lnTo>
                    <a:pt x="358882" y="1500148"/>
                  </a:lnTo>
                  <a:lnTo>
                    <a:pt x="327068" y="1531329"/>
                  </a:lnTo>
                  <a:lnTo>
                    <a:pt x="293538" y="1559668"/>
                  </a:lnTo>
                  <a:lnTo>
                    <a:pt x="258379" y="1585016"/>
                  </a:lnTo>
                  <a:lnTo>
                    <a:pt x="221681" y="1607221"/>
                  </a:lnTo>
                  <a:lnTo>
                    <a:pt x="183531" y="1626133"/>
                  </a:lnTo>
                  <a:lnTo>
                    <a:pt x="144017" y="1641602"/>
                  </a:lnTo>
                  <a:lnTo>
                    <a:pt x="144017" y="1713611"/>
                  </a:lnTo>
                  <a:lnTo>
                    <a:pt x="0" y="1593723"/>
                  </a:lnTo>
                  <a:lnTo>
                    <a:pt x="144017" y="1425448"/>
                  </a:lnTo>
                  <a:lnTo>
                    <a:pt x="144017" y="1497584"/>
                  </a:lnTo>
                  <a:lnTo>
                    <a:pt x="184784" y="1481543"/>
                  </a:lnTo>
                  <a:lnTo>
                    <a:pt x="224136" y="1461811"/>
                  </a:lnTo>
                  <a:lnTo>
                    <a:pt x="261968" y="1438550"/>
                  </a:lnTo>
                  <a:lnTo>
                    <a:pt x="298176" y="1411923"/>
                  </a:lnTo>
                  <a:lnTo>
                    <a:pt x="332656" y="1382089"/>
                  </a:lnTo>
                  <a:lnTo>
                    <a:pt x="365303" y="1349211"/>
                  </a:lnTo>
                  <a:lnTo>
                    <a:pt x="396011" y="1313451"/>
                  </a:lnTo>
                  <a:lnTo>
                    <a:pt x="424678" y="1274970"/>
                  </a:lnTo>
                  <a:lnTo>
                    <a:pt x="451198" y="1233929"/>
                  </a:lnTo>
                  <a:lnTo>
                    <a:pt x="475467" y="1190491"/>
                  </a:lnTo>
                  <a:lnTo>
                    <a:pt x="497380" y="1144817"/>
                  </a:lnTo>
                  <a:lnTo>
                    <a:pt x="516832" y="1097069"/>
                  </a:lnTo>
                  <a:lnTo>
                    <a:pt x="533720" y="1047407"/>
                  </a:lnTo>
                  <a:lnTo>
                    <a:pt x="547938" y="995995"/>
                  </a:lnTo>
                  <a:lnTo>
                    <a:pt x="559383" y="942992"/>
                  </a:lnTo>
                  <a:lnTo>
                    <a:pt x="567949" y="888562"/>
                  </a:lnTo>
                  <a:lnTo>
                    <a:pt x="573531" y="832865"/>
                  </a:lnTo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21" name="Google Shape;521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927847" y="3685032"/>
              <a:ext cx="3323844" cy="23454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2" name="Google Shape;522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64423" y="3777462"/>
              <a:ext cx="3200400" cy="2222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3" name="Google Shape;523;p18"/>
          <p:cNvSpPr txBox="1"/>
          <p:nvPr>
            <p:ph type="title"/>
          </p:nvPr>
        </p:nvSpPr>
        <p:spPr>
          <a:xfrm>
            <a:off x="3093852" y="447300"/>
            <a:ext cx="65586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350"/>
              <a:t>Les strates de l’environnement externe:</a:t>
            </a:r>
            <a:endParaRPr sz="2350"/>
          </a:p>
        </p:txBody>
      </p:sp>
      <p:sp>
        <p:nvSpPr>
          <p:cNvPr id="524" name="Google Shape;524;p18"/>
          <p:cNvSpPr/>
          <p:nvPr/>
        </p:nvSpPr>
        <p:spPr>
          <a:xfrm>
            <a:off x="246888" y="439038"/>
            <a:ext cx="448309" cy="512445"/>
          </a:xfrm>
          <a:custGeom>
            <a:rect b="b" l="l" r="r" t="t"/>
            <a:pathLst>
              <a:path extrusionOk="0" h="512444" w="448309">
                <a:moveTo>
                  <a:pt x="0" y="0"/>
                </a:moveTo>
                <a:lnTo>
                  <a:pt x="0" y="512190"/>
                </a:lnTo>
                <a:lnTo>
                  <a:pt x="448056" y="25603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5" name="Google Shape;525;p18"/>
          <p:cNvGrpSpPr/>
          <p:nvPr/>
        </p:nvGrpSpPr>
        <p:grpSpPr>
          <a:xfrm>
            <a:off x="1161288" y="3602735"/>
            <a:ext cx="3323844" cy="2345436"/>
            <a:chOff x="1161288" y="3602735"/>
            <a:chExt cx="3323844" cy="2345436"/>
          </a:xfrm>
        </p:grpSpPr>
        <p:pic>
          <p:nvPicPr>
            <p:cNvPr id="526" name="Google Shape;52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61288" y="3602735"/>
              <a:ext cx="3323844" cy="23454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7" name="Google Shape;527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7864" y="3695141"/>
              <a:ext cx="3200400" cy="2222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8" name="Google Shape;528;p18"/>
          <p:cNvSpPr txBox="1"/>
          <p:nvPr/>
        </p:nvSpPr>
        <p:spPr>
          <a:xfrm>
            <a:off x="1197863" y="3695141"/>
            <a:ext cx="3200400" cy="22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" lvl="0" marL="615950" marR="608965" rtl="0" algn="ctr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4471C4"/>
                </a:solidFill>
                <a:latin typeface="Calibri"/>
                <a:ea typeface="Calibri"/>
                <a:cs typeface="Calibri"/>
                <a:sym typeface="Calibri"/>
              </a:rPr>
              <a:t>Macro  environnement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00AF50"/>
                </a:solidFill>
                <a:latin typeface="Candara"/>
                <a:ea typeface="Candara"/>
                <a:cs typeface="Candara"/>
                <a:sym typeface="Candara"/>
              </a:rPr>
              <a:t>Analyse PESTEL</a:t>
            </a:r>
            <a:endParaRPr sz="235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529" name="Google Shape;529;p18"/>
          <p:cNvGrpSpPr/>
          <p:nvPr/>
        </p:nvGrpSpPr>
        <p:grpSpPr>
          <a:xfrm>
            <a:off x="1712574" y="902195"/>
            <a:ext cx="2057400" cy="2743835"/>
            <a:chOff x="1581911" y="878077"/>
            <a:chExt cx="2057400" cy="2743835"/>
          </a:xfrm>
        </p:grpSpPr>
        <p:pic>
          <p:nvPicPr>
            <p:cNvPr id="530" name="Google Shape;530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81911" y="878077"/>
              <a:ext cx="2057400" cy="2743835"/>
            </a:xfrm>
            <a:prstGeom prst="ellipse">
              <a:avLst/>
            </a:prstGeom>
            <a:noFill/>
            <a:ln cap="rnd" cmpd="sng" w="63500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0" sx="-80000" rotWithShape="0" dir="5400000" dist="292100" sy="-18000">
                <a:srgbClr val="000000">
                  <a:alpha val="21960"/>
                </a:srgbClr>
              </a:outerShdw>
            </a:effectLst>
          </p:spPr>
        </p:pic>
        <p:sp>
          <p:nvSpPr>
            <p:cNvPr id="531" name="Google Shape;531;p18"/>
            <p:cNvSpPr/>
            <p:nvPr/>
          </p:nvSpPr>
          <p:spPr>
            <a:xfrm>
              <a:off x="1581911" y="878077"/>
              <a:ext cx="2057400" cy="2743835"/>
            </a:xfrm>
            <a:custGeom>
              <a:rect b="b" l="l" r="r" t="t"/>
              <a:pathLst>
                <a:path extrusionOk="0" h="2743835" w="2057400">
                  <a:moveTo>
                    <a:pt x="0" y="1371854"/>
                  </a:moveTo>
                  <a:lnTo>
                    <a:pt x="816" y="1316676"/>
                  </a:lnTo>
                  <a:lnTo>
                    <a:pt x="3246" y="1262052"/>
                  </a:lnTo>
                  <a:lnTo>
                    <a:pt x="7258" y="1208022"/>
                  </a:lnTo>
                  <a:lnTo>
                    <a:pt x="12821" y="1154628"/>
                  </a:lnTo>
                  <a:lnTo>
                    <a:pt x="19906" y="1101909"/>
                  </a:lnTo>
                  <a:lnTo>
                    <a:pt x="28480" y="1049908"/>
                  </a:lnTo>
                  <a:lnTo>
                    <a:pt x="38514" y="998664"/>
                  </a:lnTo>
                  <a:lnTo>
                    <a:pt x="49976" y="948220"/>
                  </a:lnTo>
                  <a:lnTo>
                    <a:pt x="62836" y="898616"/>
                  </a:lnTo>
                  <a:lnTo>
                    <a:pt x="77064" y="849893"/>
                  </a:lnTo>
                  <a:lnTo>
                    <a:pt x="92628" y="802091"/>
                  </a:lnTo>
                  <a:lnTo>
                    <a:pt x="109498" y="755253"/>
                  </a:lnTo>
                  <a:lnTo>
                    <a:pt x="127643" y="709418"/>
                  </a:lnTo>
                  <a:lnTo>
                    <a:pt x="147033" y="664629"/>
                  </a:lnTo>
                  <a:lnTo>
                    <a:pt x="167636" y="620925"/>
                  </a:lnTo>
                  <a:lnTo>
                    <a:pt x="189422" y="578348"/>
                  </a:lnTo>
                  <a:lnTo>
                    <a:pt x="212360" y="536939"/>
                  </a:lnTo>
                  <a:lnTo>
                    <a:pt x="236420" y="496739"/>
                  </a:lnTo>
                  <a:lnTo>
                    <a:pt x="261571" y="457789"/>
                  </a:lnTo>
                  <a:lnTo>
                    <a:pt x="287782" y="420129"/>
                  </a:lnTo>
                  <a:lnTo>
                    <a:pt x="315022" y="383801"/>
                  </a:lnTo>
                  <a:lnTo>
                    <a:pt x="343261" y="348845"/>
                  </a:lnTo>
                  <a:lnTo>
                    <a:pt x="372468" y="315304"/>
                  </a:lnTo>
                  <a:lnTo>
                    <a:pt x="402612" y="283217"/>
                  </a:lnTo>
                  <a:lnTo>
                    <a:pt x="433663" y="252625"/>
                  </a:lnTo>
                  <a:lnTo>
                    <a:pt x="465589" y="223570"/>
                  </a:lnTo>
                  <a:lnTo>
                    <a:pt x="498361" y="196093"/>
                  </a:lnTo>
                  <a:lnTo>
                    <a:pt x="531947" y="170234"/>
                  </a:lnTo>
                  <a:lnTo>
                    <a:pt x="566316" y="146035"/>
                  </a:lnTo>
                  <a:lnTo>
                    <a:pt x="601439" y="123536"/>
                  </a:lnTo>
                  <a:lnTo>
                    <a:pt x="637284" y="102779"/>
                  </a:lnTo>
                  <a:lnTo>
                    <a:pt x="673820" y="83804"/>
                  </a:lnTo>
                  <a:lnTo>
                    <a:pt x="711018" y="66652"/>
                  </a:lnTo>
                  <a:lnTo>
                    <a:pt x="748845" y="51365"/>
                  </a:lnTo>
                  <a:lnTo>
                    <a:pt x="787272" y="37983"/>
                  </a:lnTo>
                  <a:lnTo>
                    <a:pt x="826267" y="26548"/>
                  </a:lnTo>
                  <a:lnTo>
                    <a:pt x="865800" y="17100"/>
                  </a:lnTo>
                  <a:lnTo>
                    <a:pt x="905841" y="9680"/>
                  </a:lnTo>
                  <a:lnTo>
                    <a:pt x="946358" y="4329"/>
                  </a:lnTo>
                  <a:lnTo>
                    <a:pt x="987321" y="1089"/>
                  </a:lnTo>
                  <a:lnTo>
                    <a:pt x="1028700" y="0"/>
                  </a:lnTo>
                  <a:lnTo>
                    <a:pt x="1070078" y="1089"/>
                  </a:lnTo>
                  <a:lnTo>
                    <a:pt x="1111041" y="4329"/>
                  </a:lnTo>
                  <a:lnTo>
                    <a:pt x="1151558" y="9680"/>
                  </a:lnTo>
                  <a:lnTo>
                    <a:pt x="1191599" y="17100"/>
                  </a:lnTo>
                  <a:lnTo>
                    <a:pt x="1231132" y="26548"/>
                  </a:lnTo>
                  <a:lnTo>
                    <a:pt x="1270127" y="37983"/>
                  </a:lnTo>
                  <a:lnTo>
                    <a:pt x="1308554" y="51365"/>
                  </a:lnTo>
                  <a:lnTo>
                    <a:pt x="1346381" y="66652"/>
                  </a:lnTo>
                  <a:lnTo>
                    <a:pt x="1383579" y="83804"/>
                  </a:lnTo>
                  <a:lnTo>
                    <a:pt x="1420115" y="102779"/>
                  </a:lnTo>
                  <a:lnTo>
                    <a:pt x="1455960" y="123536"/>
                  </a:lnTo>
                  <a:lnTo>
                    <a:pt x="1491083" y="146035"/>
                  </a:lnTo>
                  <a:lnTo>
                    <a:pt x="1525452" y="170234"/>
                  </a:lnTo>
                  <a:lnTo>
                    <a:pt x="1559038" y="196093"/>
                  </a:lnTo>
                  <a:lnTo>
                    <a:pt x="1591810" y="223570"/>
                  </a:lnTo>
                  <a:lnTo>
                    <a:pt x="1623736" y="252625"/>
                  </a:lnTo>
                  <a:lnTo>
                    <a:pt x="1654787" y="283217"/>
                  </a:lnTo>
                  <a:lnTo>
                    <a:pt x="1684931" y="315304"/>
                  </a:lnTo>
                  <a:lnTo>
                    <a:pt x="1714138" y="348845"/>
                  </a:lnTo>
                  <a:lnTo>
                    <a:pt x="1742377" y="383801"/>
                  </a:lnTo>
                  <a:lnTo>
                    <a:pt x="1769617" y="420129"/>
                  </a:lnTo>
                  <a:lnTo>
                    <a:pt x="1795828" y="457789"/>
                  </a:lnTo>
                  <a:lnTo>
                    <a:pt x="1820979" y="496739"/>
                  </a:lnTo>
                  <a:lnTo>
                    <a:pt x="1845039" y="536939"/>
                  </a:lnTo>
                  <a:lnTo>
                    <a:pt x="1867977" y="578348"/>
                  </a:lnTo>
                  <a:lnTo>
                    <a:pt x="1889763" y="620925"/>
                  </a:lnTo>
                  <a:lnTo>
                    <a:pt x="1910366" y="664629"/>
                  </a:lnTo>
                  <a:lnTo>
                    <a:pt x="1929756" y="709418"/>
                  </a:lnTo>
                  <a:lnTo>
                    <a:pt x="1947901" y="755253"/>
                  </a:lnTo>
                  <a:lnTo>
                    <a:pt x="1964771" y="802091"/>
                  </a:lnTo>
                  <a:lnTo>
                    <a:pt x="1980335" y="849893"/>
                  </a:lnTo>
                  <a:lnTo>
                    <a:pt x="1994563" y="898616"/>
                  </a:lnTo>
                  <a:lnTo>
                    <a:pt x="2007423" y="948220"/>
                  </a:lnTo>
                  <a:lnTo>
                    <a:pt x="2018885" y="998664"/>
                  </a:lnTo>
                  <a:lnTo>
                    <a:pt x="2028919" y="1049908"/>
                  </a:lnTo>
                  <a:lnTo>
                    <a:pt x="2037493" y="1101909"/>
                  </a:lnTo>
                  <a:lnTo>
                    <a:pt x="2044578" y="1154628"/>
                  </a:lnTo>
                  <a:lnTo>
                    <a:pt x="2050141" y="1208022"/>
                  </a:lnTo>
                  <a:lnTo>
                    <a:pt x="2054153" y="1262052"/>
                  </a:lnTo>
                  <a:lnTo>
                    <a:pt x="2056583" y="1316676"/>
                  </a:lnTo>
                  <a:lnTo>
                    <a:pt x="2057400" y="1371854"/>
                  </a:lnTo>
                  <a:lnTo>
                    <a:pt x="2056583" y="1427040"/>
                  </a:lnTo>
                  <a:lnTo>
                    <a:pt x="2054153" y="1481672"/>
                  </a:lnTo>
                  <a:lnTo>
                    <a:pt x="2050141" y="1535710"/>
                  </a:lnTo>
                  <a:lnTo>
                    <a:pt x="2044578" y="1589113"/>
                  </a:lnTo>
                  <a:lnTo>
                    <a:pt x="2037493" y="1641839"/>
                  </a:lnTo>
                  <a:lnTo>
                    <a:pt x="2028919" y="1693847"/>
                  </a:lnTo>
                  <a:lnTo>
                    <a:pt x="2018885" y="1745097"/>
                  </a:lnTo>
                  <a:lnTo>
                    <a:pt x="2007423" y="1795548"/>
                  </a:lnTo>
                  <a:lnTo>
                    <a:pt x="1994563" y="1845158"/>
                  </a:lnTo>
                  <a:lnTo>
                    <a:pt x="1980335" y="1893887"/>
                  </a:lnTo>
                  <a:lnTo>
                    <a:pt x="1964771" y="1941693"/>
                  </a:lnTo>
                  <a:lnTo>
                    <a:pt x="1947901" y="1988536"/>
                  </a:lnTo>
                  <a:lnTo>
                    <a:pt x="1929756" y="2034375"/>
                  </a:lnTo>
                  <a:lnTo>
                    <a:pt x="1910366" y="2079169"/>
                  </a:lnTo>
                  <a:lnTo>
                    <a:pt x="1889763" y="2122876"/>
                  </a:lnTo>
                  <a:lnTo>
                    <a:pt x="1867977" y="2165457"/>
                  </a:lnTo>
                  <a:lnTo>
                    <a:pt x="1845039" y="2206869"/>
                  </a:lnTo>
                  <a:lnTo>
                    <a:pt x="1820979" y="2247073"/>
                  </a:lnTo>
                  <a:lnTo>
                    <a:pt x="1795828" y="2286026"/>
                  </a:lnTo>
                  <a:lnTo>
                    <a:pt x="1769617" y="2323688"/>
                  </a:lnTo>
                  <a:lnTo>
                    <a:pt x="1742377" y="2360019"/>
                  </a:lnTo>
                  <a:lnTo>
                    <a:pt x="1714138" y="2394976"/>
                  </a:lnTo>
                  <a:lnTo>
                    <a:pt x="1684931" y="2428520"/>
                  </a:lnTo>
                  <a:lnTo>
                    <a:pt x="1654787" y="2460608"/>
                  </a:lnTo>
                  <a:lnTo>
                    <a:pt x="1623736" y="2491201"/>
                  </a:lnTo>
                  <a:lnTo>
                    <a:pt x="1591810" y="2520257"/>
                  </a:lnTo>
                  <a:lnTo>
                    <a:pt x="1559038" y="2547736"/>
                  </a:lnTo>
                  <a:lnTo>
                    <a:pt x="1525452" y="2573596"/>
                  </a:lnTo>
                  <a:lnTo>
                    <a:pt x="1491083" y="2597796"/>
                  </a:lnTo>
                  <a:lnTo>
                    <a:pt x="1455960" y="2620295"/>
                  </a:lnTo>
                  <a:lnTo>
                    <a:pt x="1420115" y="2641053"/>
                  </a:lnTo>
                  <a:lnTo>
                    <a:pt x="1383579" y="2660029"/>
                  </a:lnTo>
                  <a:lnTo>
                    <a:pt x="1346381" y="2677181"/>
                  </a:lnTo>
                  <a:lnTo>
                    <a:pt x="1308554" y="2692468"/>
                  </a:lnTo>
                  <a:lnTo>
                    <a:pt x="1270127" y="2705850"/>
                  </a:lnTo>
                  <a:lnTo>
                    <a:pt x="1231132" y="2717286"/>
                  </a:lnTo>
                  <a:lnTo>
                    <a:pt x="1191599" y="2726734"/>
                  </a:lnTo>
                  <a:lnTo>
                    <a:pt x="1151558" y="2734154"/>
                  </a:lnTo>
                  <a:lnTo>
                    <a:pt x="1111041" y="2739505"/>
                  </a:lnTo>
                  <a:lnTo>
                    <a:pt x="1070078" y="2742745"/>
                  </a:lnTo>
                  <a:lnTo>
                    <a:pt x="1028700" y="2743835"/>
                  </a:lnTo>
                  <a:lnTo>
                    <a:pt x="987321" y="2742745"/>
                  </a:lnTo>
                  <a:lnTo>
                    <a:pt x="946358" y="2739505"/>
                  </a:lnTo>
                  <a:lnTo>
                    <a:pt x="905841" y="2734154"/>
                  </a:lnTo>
                  <a:lnTo>
                    <a:pt x="865800" y="2726734"/>
                  </a:lnTo>
                  <a:lnTo>
                    <a:pt x="826267" y="2717286"/>
                  </a:lnTo>
                  <a:lnTo>
                    <a:pt x="787272" y="2705850"/>
                  </a:lnTo>
                  <a:lnTo>
                    <a:pt x="748845" y="2692468"/>
                  </a:lnTo>
                  <a:lnTo>
                    <a:pt x="711018" y="2677181"/>
                  </a:lnTo>
                  <a:lnTo>
                    <a:pt x="673820" y="2660029"/>
                  </a:lnTo>
                  <a:lnTo>
                    <a:pt x="637284" y="2641053"/>
                  </a:lnTo>
                  <a:lnTo>
                    <a:pt x="601439" y="2620295"/>
                  </a:lnTo>
                  <a:lnTo>
                    <a:pt x="566316" y="2597796"/>
                  </a:lnTo>
                  <a:lnTo>
                    <a:pt x="531947" y="2573596"/>
                  </a:lnTo>
                  <a:lnTo>
                    <a:pt x="498361" y="2547736"/>
                  </a:lnTo>
                  <a:lnTo>
                    <a:pt x="465589" y="2520257"/>
                  </a:lnTo>
                  <a:lnTo>
                    <a:pt x="433663" y="2491201"/>
                  </a:lnTo>
                  <a:lnTo>
                    <a:pt x="402612" y="2460608"/>
                  </a:lnTo>
                  <a:lnTo>
                    <a:pt x="372468" y="2428520"/>
                  </a:lnTo>
                  <a:lnTo>
                    <a:pt x="343261" y="2394976"/>
                  </a:lnTo>
                  <a:lnTo>
                    <a:pt x="315022" y="2360019"/>
                  </a:lnTo>
                  <a:lnTo>
                    <a:pt x="287782" y="2323688"/>
                  </a:lnTo>
                  <a:lnTo>
                    <a:pt x="261571" y="2286026"/>
                  </a:lnTo>
                  <a:lnTo>
                    <a:pt x="236420" y="2247073"/>
                  </a:lnTo>
                  <a:lnTo>
                    <a:pt x="212360" y="2206869"/>
                  </a:lnTo>
                  <a:lnTo>
                    <a:pt x="189422" y="2165457"/>
                  </a:lnTo>
                  <a:lnTo>
                    <a:pt x="167636" y="2122876"/>
                  </a:lnTo>
                  <a:lnTo>
                    <a:pt x="147033" y="2079169"/>
                  </a:lnTo>
                  <a:lnTo>
                    <a:pt x="127643" y="2034375"/>
                  </a:lnTo>
                  <a:lnTo>
                    <a:pt x="109498" y="1988536"/>
                  </a:lnTo>
                  <a:lnTo>
                    <a:pt x="92628" y="1941693"/>
                  </a:lnTo>
                  <a:lnTo>
                    <a:pt x="77064" y="1893887"/>
                  </a:lnTo>
                  <a:lnTo>
                    <a:pt x="62836" y="1845158"/>
                  </a:lnTo>
                  <a:lnTo>
                    <a:pt x="49976" y="1795548"/>
                  </a:lnTo>
                  <a:lnTo>
                    <a:pt x="38514" y="1745097"/>
                  </a:lnTo>
                  <a:lnTo>
                    <a:pt x="28480" y="1693847"/>
                  </a:lnTo>
                  <a:lnTo>
                    <a:pt x="19906" y="1641839"/>
                  </a:lnTo>
                  <a:lnTo>
                    <a:pt x="12821" y="1589113"/>
                  </a:lnTo>
                  <a:lnTo>
                    <a:pt x="7258" y="1535710"/>
                  </a:lnTo>
                  <a:lnTo>
                    <a:pt x="3246" y="1481672"/>
                  </a:lnTo>
                  <a:lnTo>
                    <a:pt x="816" y="1427040"/>
                  </a:lnTo>
                  <a:lnTo>
                    <a:pt x="0" y="1371854"/>
                  </a:lnTo>
                  <a:close/>
                </a:path>
              </a:pathLst>
            </a:custGeom>
            <a:noFill/>
            <a:ln cap="flat" cmpd="sng" w="76200">
              <a:solidFill>
                <a:srgbClr val="4471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2" name="Google Shape;532;p18"/>
          <p:cNvGrpSpPr/>
          <p:nvPr/>
        </p:nvGrpSpPr>
        <p:grpSpPr>
          <a:xfrm>
            <a:off x="553192" y="1888744"/>
            <a:ext cx="466745" cy="1641475"/>
            <a:chOff x="553192" y="1888744"/>
            <a:chExt cx="466745" cy="1641475"/>
          </a:xfrm>
        </p:grpSpPr>
        <p:sp>
          <p:nvSpPr>
            <p:cNvPr id="533" name="Google Shape;533;p18"/>
            <p:cNvSpPr/>
            <p:nvPr/>
          </p:nvSpPr>
          <p:spPr>
            <a:xfrm>
              <a:off x="553212" y="2633599"/>
              <a:ext cx="466725" cy="896619"/>
            </a:xfrm>
            <a:custGeom>
              <a:rect b="b" l="l" r="r" t="t"/>
              <a:pathLst>
                <a:path extrusionOk="0" h="896620" w="466725">
                  <a:moveTo>
                    <a:pt x="0" y="0"/>
                  </a:moveTo>
                  <a:lnTo>
                    <a:pt x="0" y="116586"/>
                  </a:lnTo>
                  <a:lnTo>
                    <a:pt x="1317" y="172759"/>
                  </a:lnTo>
                  <a:lnTo>
                    <a:pt x="5215" y="227963"/>
                  </a:lnTo>
                  <a:lnTo>
                    <a:pt x="11609" y="282026"/>
                  </a:lnTo>
                  <a:lnTo>
                    <a:pt x="20413" y="334773"/>
                  </a:lnTo>
                  <a:lnTo>
                    <a:pt x="31546" y="386030"/>
                  </a:lnTo>
                  <a:lnTo>
                    <a:pt x="44921" y="435624"/>
                  </a:lnTo>
                  <a:lnTo>
                    <a:pt x="60455" y="483381"/>
                  </a:lnTo>
                  <a:lnTo>
                    <a:pt x="78064" y="529127"/>
                  </a:lnTo>
                  <a:lnTo>
                    <a:pt x="97664" y="572690"/>
                  </a:lnTo>
                  <a:lnTo>
                    <a:pt x="119170" y="613895"/>
                  </a:lnTo>
                  <a:lnTo>
                    <a:pt x="142499" y="652569"/>
                  </a:lnTo>
                  <a:lnTo>
                    <a:pt x="167566" y="688537"/>
                  </a:lnTo>
                  <a:lnTo>
                    <a:pt x="194287" y="721627"/>
                  </a:lnTo>
                  <a:lnTo>
                    <a:pt x="222578" y="751664"/>
                  </a:lnTo>
                  <a:lnTo>
                    <a:pt x="252355" y="778476"/>
                  </a:lnTo>
                  <a:lnTo>
                    <a:pt x="283533" y="801888"/>
                  </a:lnTo>
                  <a:lnTo>
                    <a:pt x="349757" y="837818"/>
                  </a:lnTo>
                  <a:lnTo>
                    <a:pt x="349757" y="896112"/>
                  </a:lnTo>
                  <a:lnTo>
                    <a:pt x="466344" y="803148"/>
                  </a:lnTo>
                  <a:lnTo>
                    <a:pt x="349757" y="662813"/>
                  </a:lnTo>
                  <a:lnTo>
                    <a:pt x="349757" y="721105"/>
                  </a:lnTo>
                  <a:lnTo>
                    <a:pt x="316029" y="705034"/>
                  </a:lnTo>
                  <a:lnTo>
                    <a:pt x="252355" y="661816"/>
                  </a:lnTo>
                  <a:lnTo>
                    <a:pt x="222578" y="635019"/>
                  </a:lnTo>
                  <a:lnTo>
                    <a:pt x="194287" y="604993"/>
                  </a:lnTo>
                  <a:lnTo>
                    <a:pt x="167566" y="571913"/>
                  </a:lnTo>
                  <a:lnTo>
                    <a:pt x="142499" y="535954"/>
                  </a:lnTo>
                  <a:lnTo>
                    <a:pt x="119170" y="497287"/>
                  </a:lnTo>
                  <a:lnTo>
                    <a:pt x="97664" y="456088"/>
                  </a:lnTo>
                  <a:lnTo>
                    <a:pt x="78064" y="412530"/>
                  </a:lnTo>
                  <a:lnTo>
                    <a:pt x="60455" y="366787"/>
                  </a:lnTo>
                  <a:lnTo>
                    <a:pt x="44921" y="319033"/>
                  </a:lnTo>
                  <a:lnTo>
                    <a:pt x="31546" y="269441"/>
                  </a:lnTo>
                  <a:lnTo>
                    <a:pt x="20413" y="218185"/>
                  </a:lnTo>
                  <a:lnTo>
                    <a:pt x="11609" y="165439"/>
                  </a:lnTo>
                  <a:lnTo>
                    <a:pt x="5215" y="111377"/>
                  </a:lnTo>
                  <a:lnTo>
                    <a:pt x="1317" y="561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18"/>
            <p:cNvSpPr/>
            <p:nvPr/>
          </p:nvSpPr>
          <p:spPr>
            <a:xfrm>
              <a:off x="553192" y="1888744"/>
              <a:ext cx="466725" cy="803275"/>
            </a:xfrm>
            <a:custGeom>
              <a:rect b="b" l="l" r="r" t="t"/>
              <a:pathLst>
                <a:path extrusionOk="0" h="803275" w="466725">
                  <a:moveTo>
                    <a:pt x="466363" y="0"/>
                  </a:moveTo>
                  <a:lnTo>
                    <a:pt x="393640" y="9067"/>
                  </a:lnTo>
                  <a:lnTo>
                    <a:pt x="324226" y="35245"/>
                  </a:lnTo>
                  <a:lnTo>
                    <a:pt x="259489" y="77053"/>
                  </a:lnTo>
                  <a:lnTo>
                    <a:pt x="229114" y="103374"/>
                  </a:lnTo>
                  <a:lnTo>
                    <a:pt x="200193" y="133067"/>
                  </a:lnTo>
                  <a:lnTo>
                    <a:pt x="172824" y="165956"/>
                  </a:lnTo>
                  <a:lnTo>
                    <a:pt x="147100" y="201861"/>
                  </a:lnTo>
                  <a:lnTo>
                    <a:pt x="123117" y="240604"/>
                  </a:lnTo>
                  <a:lnTo>
                    <a:pt x="100970" y="282008"/>
                  </a:lnTo>
                  <a:lnTo>
                    <a:pt x="80755" y="325893"/>
                  </a:lnTo>
                  <a:lnTo>
                    <a:pt x="62567" y="372083"/>
                  </a:lnTo>
                  <a:lnTo>
                    <a:pt x="46500" y="420398"/>
                  </a:lnTo>
                  <a:lnTo>
                    <a:pt x="32651" y="470660"/>
                  </a:lnTo>
                  <a:lnTo>
                    <a:pt x="21115" y="522691"/>
                  </a:lnTo>
                  <a:lnTo>
                    <a:pt x="11986" y="576314"/>
                  </a:lnTo>
                  <a:lnTo>
                    <a:pt x="5361" y="631349"/>
                  </a:lnTo>
                  <a:lnTo>
                    <a:pt x="1333" y="687618"/>
                  </a:lnTo>
                  <a:lnTo>
                    <a:pt x="0" y="744944"/>
                  </a:lnTo>
                  <a:lnTo>
                    <a:pt x="1454" y="803147"/>
                  </a:lnTo>
                  <a:lnTo>
                    <a:pt x="5670" y="745698"/>
                  </a:lnTo>
                  <a:lnTo>
                    <a:pt x="12529" y="689736"/>
                  </a:lnTo>
                  <a:lnTo>
                    <a:pt x="21926" y="635419"/>
                  </a:lnTo>
                  <a:lnTo>
                    <a:pt x="33754" y="582905"/>
                  </a:lnTo>
                  <a:lnTo>
                    <a:pt x="47906" y="532352"/>
                  </a:lnTo>
                  <a:lnTo>
                    <a:pt x="64274" y="483917"/>
                  </a:lnTo>
                  <a:lnTo>
                    <a:pt x="82752" y="437758"/>
                  </a:lnTo>
                  <a:lnTo>
                    <a:pt x="103234" y="394033"/>
                  </a:lnTo>
                  <a:lnTo>
                    <a:pt x="125612" y="352899"/>
                  </a:lnTo>
                  <a:lnTo>
                    <a:pt x="149779" y="314515"/>
                  </a:lnTo>
                  <a:lnTo>
                    <a:pt x="175629" y="279038"/>
                  </a:lnTo>
                  <a:lnTo>
                    <a:pt x="203055" y="246625"/>
                  </a:lnTo>
                  <a:lnTo>
                    <a:pt x="231950" y="217435"/>
                  </a:lnTo>
                  <a:lnTo>
                    <a:pt x="262206" y="191626"/>
                  </a:lnTo>
                  <a:lnTo>
                    <a:pt x="293718" y="169354"/>
                  </a:lnTo>
                  <a:lnTo>
                    <a:pt x="360079" y="136055"/>
                  </a:lnTo>
                  <a:lnTo>
                    <a:pt x="430179" y="118801"/>
                  </a:lnTo>
                  <a:lnTo>
                    <a:pt x="466363" y="116585"/>
                  </a:lnTo>
                  <a:lnTo>
                    <a:pt x="466363" y="0"/>
                  </a:lnTo>
                  <a:close/>
                </a:path>
              </a:pathLst>
            </a:custGeom>
            <a:solidFill>
              <a:srgbClr val="375C9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18"/>
            <p:cNvSpPr/>
            <p:nvPr/>
          </p:nvSpPr>
          <p:spPr>
            <a:xfrm>
              <a:off x="553212" y="1888744"/>
              <a:ext cx="466725" cy="1641475"/>
            </a:xfrm>
            <a:custGeom>
              <a:rect b="b" l="l" r="r" t="t"/>
              <a:pathLst>
                <a:path extrusionOk="0" h="1641475" w="466725">
                  <a:moveTo>
                    <a:pt x="0" y="744854"/>
                  </a:moveTo>
                  <a:lnTo>
                    <a:pt x="1317" y="801028"/>
                  </a:lnTo>
                  <a:lnTo>
                    <a:pt x="5215" y="856232"/>
                  </a:lnTo>
                  <a:lnTo>
                    <a:pt x="11609" y="910294"/>
                  </a:lnTo>
                  <a:lnTo>
                    <a:pt x="20413" y="963040"/>
                  </a:lnTo>
                  <a:lnTo>
                    <a:pt x="31546" y="1014296"/>
                  </a:lnTo>
                  <a:lnTo>
                    <a:pt x="44921" y="1063888"/>
                  </a:lnTo>
                  <a:lnTo>
                    <a:pt x="60455" y="1111642"/>
                  </a:lnTo>
                  <a:lnTo>
                    <a:pt x="78064" y="1157385"/>
                  </a:lnTo>
                  <a:lnTo>
                    <a:pt x="97664" y="1200943"/>
                  </a:lnTo>
                  <a:lnTo>
                    <a:pt x="119170" y="1242142"/>
                  </a:lnTo>
                  <a:lnTo>
                    <a:pt x="142499" y="1280809"/>
                  </a:lnTo>
                  <a:lnTo>
                    <a:pt x="167566" y="1316768"/>
                  </a:lnTo>
                  <a:lnTo>
                    <a:pt x="194287" y="1349848"/>
                  </a:lnTo>
                  <a:lnTo>
                    <a:pt x="222578" y="1379874"/>
                  </a:lnTo>
                  <a:lnTo>
                    <a:pt x="252355" y="1406671"/>
                  </a:lnTo>
                  <a:lnTo>
                    <a:pt x="283533" y="1430068"/>
                  </a:lnTo>
                  <a:lnTo>
                    <a:pt x="349757" y="1465960"/>
                  </a:lnTo>
                  <a:lnTo>
                    <a:pt x="349757" y="1407667"/>
                  </a:lnTo>
                  <a:lnTo>
                    <a:pt x="466344" y="1548002"/>
                  </a:lnTo>
                  <a:lnTo>
                    <a:pt x="349757" y="1640966"/>
                  </a:lnTo>
                  <a:lnTo>
                    <a:pt x="349757" y="1582673"/>
                  </a:lnTo>
                  <a:lnTo>
                    <a:pt x="316029" y="1566582"/>
                  </a:lnTo>
                  <a:lnTo>
                    <a:pt x="252355" y="1523331"/>
                  </a:lnTo>
                  <a:lnTo>
                    <a:pt x="222578" y="1496519"/>
                  </a:lnTo>
                  <a:lnTo>
                    <a:pt x="194287" y="1466482"/>
                  </a:lnTo>
                  <a:lnTo>
                    <a:pt x="167566" y="1433392"/>
                  </a:lnTo>
                  <a:lnTo>
                    <a:pt x="142499" y="1397424"/>
                  </a:lnTo>
                  <a:lnTo>
                    <a:pt x="119170" y="1358750"/>
                  </a:lnTo>
                  <a:lnTo>
                    <a:pt x="97664" y="1317545"/>
                  </a:lnTo>
                  <a:lnTo>
                    <a:pt x="78064" y="1273982"/>
                  </a:lnTo>
                  <a:lnTo>
                    <a:pt x="60455" y="1228236"/>
                  </a:lnTo>
                  <a:lnTo>
                    <a:pt x="44921" y="1180479"/>
                  </a:lnTo>
                  <a:lnTo>
                    <a:pt x="31546" y="1130885"/>
                  </a:lnTo>
                  <a:lnTo>
                    <a:pt x="20413" y="1079628"/>
                  </a:lnTo>
                  <a:lnTo>
                    <a:pt x="11609" y="1026881"/>
                  </a:lnTo>
                  <a:lnTo>
                    <a:pt x="5215" y="972818"/>
                  </a:lnTo>
                  <a:lnTo>
                    <a:pt x="1317" y="917614"/>
                  </a:lnTo>
                  <a:lnTo>
                    <a:pt x="0" y="861440"/>
                  </a:lnTo>
                  <a:lnTo>
                    <a:pt x="0" y="744854"/>
                  </a:lnTo>
                  <a:lnTo>
                    <a:pt x="1403" y="686647"/>
                  </a:lnTo>
                  <a:lnTo>
                    <a:pt x="5543" y="629664"/>
                  </a:lnTo>
                  <a:lnTo>
                    <a:pt x="12316" y="574072"/>
                  </a:lnTo>
                  <a:lnTo>
                    <a:pt x="21619" y="520036"/>
                  </a:lnTo>
                  <a:lnTo>
                    <a:pt x="33348" y="467722"/>
                  </a:lnTo>
                  <a:lnTo>
                    <a:pt x="47399" y="417294"/>
                  </a:lnTo>
                  <a:lnTo>
                    <a:pt x="63669" y="368920"/>
                  </a:lnTo>
                  <a:lnTo>
                    <a:pt x="82054" y="322765"/>
                  </a:lnTo>
                  <a:lnTo>
                    <a:pt x="102450" y="278994"/>
                  </a:lnTo>
                  <a:lnTo>
                    <a:pt x="124753" y="237772"/>
                  </a:lnTo>
                  <a:lnTo>
                    <a:pt x="148861" y="199266"/>
                  </a:lnTo>
                  <a:lnTo>
                    <a:pt x="174669" y="163642"/>
                  </a:lnTo>
                  <a:lnTo>
                    <a:pt x="202073" y="131064"/>
                  </a:lnTo>
                  <a:lnTo>
                    <a:pt x="230970" y="101698"/>
                  </a:lnTo>
                  <a:lnTo>
                    <a:pt x="261257" y="75711"/>
                  </a:lnTo>
                  <a:lnTo>
                    <a:pt x="292829" y="53267"/>
                  </a:lnTo>
                  <a:lnTo>
                    <a:pt x="359415" y="19673"/>
                  </a:lnTo>
                  <a:lnTo>
                    <a:pt x="429899" y="2241"/>
                  </a:lnTo>
                  <a:lnTo>
                    <a:pt x="466344" y="0"/>
                  </a:lnTo>
                  <a:lnTo>
                    <a:pt x="466344" y="116585"/>
                  </a:lnTo>
                  <a:lnTo>
                    <a:pt x="430159" y="118801"/>
                  </a:lnTo>
                  <a:lnTo>
                    <a:pt x="394695" y="125344"/>
                  </a:lnTo>
                  <a:lnTo>
                    <a:pt x="326358" y="150778"/>
                  </a:lnTo>
                  <a:lnTo>
                    <a:pt x="262186" y="191626"/>
                  </a:lnTo>
                  <a:lnTo>
                    <a:pt x="231930" y="217435"/>
                  </a:lnTo>
                  <a:lnTo>
                    <a:pt x="203035" y="246625"/>
                  </a:lnTo>
                  <a:lnTo>
                    <a:pt x="175609" y="279038"/>
                  </a:lnTo>
                  <a:lnTo>
                    <a:pt x="149759" y="314515"/>
                  </a:lnTo>
                  <a:lnTo>
                    <a:pt x="125592" y="352899"/>
                  </a:lnTo>
                  <a:lnTo>
                    <a:pt x="103214" y="394033"/>
                  </a:lnTo>
                  <a:lnTo>
                    <a:pt x="82733" y="437758"/>
                  </a:lnTo>
                  <a:lnTo>
                    <a:pt x="64254" y="483917"/>
                  </a:lnTo>
                  <a:lnTo>
                    <a:pt x="47886" y="532352"/>
                  </a:lnTo>
                  <a:lnTo>
                    <a:pt x="33734" y="582905"/>
                  </a:lnTo>
                  <a:lnTo>
                    <a:pt x="21907" y="635419"/>
                  </a:lnTo>
                  <a:lnTo>
                    <a:pt x="12510" y="689736"/>
                  </a:lnTo>
                  <a:lnTo>
                    <a:pt x="5650" y="745698"/>
                  </a:lnTo>
                  <a:lnTo>
                    <a:pt x="1435" y="803147"/>
                  </a:lnTo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6" name="Google Shape;536;p18"/>
          <p:cNvSpPr txBox="1"/>
          <p:nvPr/>
        </p:nvSpPr>
        <p:spPr>
          <a:xfrm>
            <a:off x="7964423" y="3777462"/>
            <a:ext cx="3213100" cy="22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0" marR="3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27355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Micro environnemen</a:t>
            </a:r>
            <a:r>
              <a:rPr b="1" lang="fr-FR" sz="2350">
                <a:solidFill>
                  <a:srgbClr val="EC7C3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39800" marR="521334" rtl="0" algn="ctr">
              <a:lnSpc>
                <a:spcPct val="102299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Analyse	de la  concurrence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11480" marR="3175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	Forces de Porter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8"/>
          <p:cNvSpPr txBox="1"/>
          <p:nvPr/>
        </p:nvSpPr>
        <p:spPr>
          <a:xfrm>
            <a:off x="10990150" y="64461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" name="Google Shape;542;p19"/>
          <p:cNvGrpSpPr/>
          <p:nvPr/>
        </p:nvGrpSpPr>
        <p:grpSpPr>
          <a:xfrm>
            <a:off x="5806232" y="1599982"/>
            <a:ext cx="554614" cy="595084"/>
            <a:chOff x="5806232" y="1599982"/>
            <a:chExt cx="554614" cy="595084"/>
          </a:xfrm>
        </p:grpSpPr>
        <p:pic>
          <p:nvPicPr>
            <p:cNvPr id="543" name="Google Shape;543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806232" y="1599982"/>
              <a:ext cx="554614" cy="5908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19"/>
            <p:cNvSpPr/>
            <p:nvPr/>
          </p:nvSpPr>
          <p:spPr>
            <a:xfrm>
              <a:off x="5843015" y="1673732"/>
              <a:ext cx="485140" cy="521334"/>
            </a:xfrm>
            <a:custGeom>
              <a:rect b="b" l="l" r="r" t="t"/>
              <a:pathLst>
                <a:path extrusionOk="0" h="521335" w="485139">
                  <a:moveTo>
                    <a:pt x="277622" y="0"/>
                  </a:moveTo>
                  <a:lnTo>
                    <a:pt x="207010" y="0"/>
                  </a:lnTo>
                  <a:lnTo>
                    <a:pt x="159753" y="5583"/>
                  </a:lnTo>
                  <a:lnTo>
                    <a:pt x="116262" y="21500"/>
                  </a:lnTo>
                  <a:lnTo>
                    <a:pt x="77814" y="46496"/>
                  </a:lnTo>
                  <a:lnTo>
                    <a:pt x="45686" y="79319"/>
                  </a:lnTo>
                  <a:lnTo>
                    <a:pt x="21156" y="118715"/>
                  </a:lnTo>
                  <a:lnTo>
                    <a:pt x="5502" y="163432"/>
                  </a:lnTo>
                  <a:lnTo>
                    <a:pt x="0" y="212216"/>
                  </a:lnTo>
                  <a:lnTo>
                    <a:pt x="0" y="521334"/>
                  </a:lnTo>
                  <a:lnTo>
                    <a:pt x="484632" y="521334"/>
                  </a:lnTo>
                  <a:lnTo>
                    <a:pt x="484632" y="212216"/>
                  </a:lnTo>
                  <a:lnTo>
                    <a:pt x="479129" y="163432"/>
                  </a:lnTo>
                  <a:lnTo>
                    <a:pt x="463475" y="118715"/>
                  </a:lnTo>
                  <a:lnTo>
                    <a:pt x="438945" y="79319"/>
                  </a:lnTo>
                  <a:lnTo>
                    <a:pt x="406817" y="46496"/>
                  </a:lnTo>
                  <a:lnTo>
                    <a:pt x="368369" y="21500"/>
                  </a:lnTo>
                  <a:lnTo>
                    <a:pt x="324878" y="5583"/>
                  </a:lnTo>
                  <a:lnTo>
                    <a:pt x="277622" y="0"/>
                  </a:lnTo>
                  <a:close/>
                </a:path>
              </a:pathLst>
            </a:custGeom>
            <a:solidFill>
              <a:srgbClr val="EC7C3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5" name="Google Shape;545;p19"/>
          <p:cNvSpPr txBox="1"/>
          <p:nvPr/>
        </p:nvSpPr>
        <p:spPr>
          <a:xfrm>
            <a:off x="6009132" y="1730311"/>
            <a:ext cx="337185" cy="387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6" name="Google Shape;546;p19"/>
          <p:cNvGrpSpPr/>
          <p:nvPr/>
        </p:nvGrpSpPr>
        <p:grpSpPr>
          <a:xfrm>
            <a:off x="4013244" y="4662803"/>
            <a:ext cx="2347602" cy="1679431"/>
            <a:chOff x="4013244" y="4662803"/>
            <a:chExt cx="2347602" cy="1679431"/>
          </a:xfrm>
        </p:grpSpPr>
        <p:pic>
          <p:nvPicPr>
            <p:cNvPr id="547" name="Google Shape;547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13244" y="4662803"/>
              <a:ext cx="691869" cy="6646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8" name="Google Shape;548;p19"/>
            <p:cNvSpPr/>
            <p:nvPr/>
          </p:nvSpPr>
          <p:spPr>
            <a:xfrm>
              <a:off x="4081269" y="4664582"/>
              <a:ext cx="619125" cy="601345"/>
            </a:xfrm>
            <a:custGeom>
              <a:rect b="b" l="l" r="r" t="t"/>
              <a:pathLst>
                <a:path extrusionOk="0" h="601345" w="619125">
                  <a:moveTo>
                    <a:pt x="366397" y="0"/>
                  </a:moveTo>
                  <a:lnTo>
                    <a:pt x="102618" y="156083"/>
                  </a:lnTo>
                  <a:lnTo>
                    <a:pt x="63628" y="185278"/>
                  </a:lnTo>
                  <a:lnTo>
                    <a:pt x="33470" y="221279"/>
                  </a:lnTo>
                  <a:lnTo>
                    <a:pt x="12544" y="262305"/>
                  </a:lnTo>
                  <a:lnTo>
                    <a:pt x="1253" y="306576"/>
                  </a:lnTo>
                  <a:lnTo>
                    <a:pt x="0" y="352314"/>
                  </a:lnTo>
                  <a:lnTo>
                    <a:pt x="9185" y="397739"/>
                  </a:lnTo>
                  <a:lnTo>
                    <a:pt x="29212" y="441071"/>
                  </a:lnTo>
                  <a:lnTo>
                    <a:pt x="65915" y="499872"/>
                  </a:lnTo>
                  <a:lnTo>
                    <a:pt x="95376" y="538318"/>
                  </a:lnTo>
                  <a:lnTo>
                    <a:pt x="131553" y="568052"/>
                  </a:lnTo>
                  <a:lnTo>
                    <a:pt x="172717" y="588679"/>
                  </a:lnTo>
                  <a:lnTo>
                    <a:pt x="217140" y="599807"/>
                  </a:lnTo>
                  <a:lnTo>
                    <a:pt x="263094" y="601042"/>
                  </a:lnTo>
                  <a:lnTo>
                    <a:pt x="308851" y="591991"/>
                  </a:lnTo>
                  <a:lnTo>
                    <a:pt x="352681" y="572262"/>
                  </a:lnTo>
                  <a:lnTo>
                    <a:pt x="618746" y="416179"/>
                  </a:lnTo>
                  <a:lnTo>
                    <a:pt x="366397" y="0"/>
                  </a:lnTo>
                  <a:close/>
                </a:path>
              </a:pathLst>
            </a:custGeom>
            <a:solidFill>
              <a:srgbClr val="6FAC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19"/>
            <p:cNvSpPr/>
            <p:nvPr/>
          </p:nvSpPr>
          <p:spPr>
            <a:xfrm>
              <a:off x="4229338" y="4843017"/>
              <a:ext cx="285115" cy="303530"/>
            </a:xfrm>
            <a:custGeom>
              <a:rect b="b" l="l" r="r" t="t"/>
              <a:pathLst>
                <a:path extrusionOk="0" h="303529" w="285114">
                  <a:moveTo>
                    <a:pt x="254777" y="156336"/>
                  </a:moveTo>
                  <a:lnTo>
                    <a:pt x="253761" y="156463"/>
                  </a:lnTo>
                  <a:lnTo>
                    <a:pt x="134000" y="165099"/>
                  </a:lnTo>
                  <a:lnTo>
                    <a:pt x="131841" y="165226"/>
                  </a:lnTo>
                  <a:lnTo>
                    <a:pt x="129936" y="165607"/>
                  </a:lnTo>
                  <a:lnTo>
                    <a:pt x="128285" y="165988"/>
                  </a:lnTo>
                  <a:lnTo>
                    <a:pt x="126507" y="166369"/>
                  </a:lnTo>
                  <a:lnTo>
                    <a:pt x="124729" y="166877"/>
                  </a:lnTo>
                  <a:lnTo>
                    <a:pt x="110505" y="174878"/>
                  </a:lnTo>
                  <a:lnTo>
                    <a:pt x="107330" y="177037"/>
                  </a:lnTo>
                  <a:lnTo>
                    <a:pt x="104790" y="178815"/>
                  </a:lnTo>
                  <a:lnTo>
                    <a:pt x="103139" y="180466"/>
                  </a:lnTo>
                  <a:lnTo>
                    <a:pt x="101361" y="181990"/>
                  </a:lnTo>
                  <a:lnTo>
                    <a:pt x="100218" y="183387"/>
                  </a:lnTo>
                  <a:lnTo>
                    <a:pt x="99583" y="184657"/>
                  </a:lnTo>
                  <a:lnTo>
                    <a:pt x="98948" y="186054"/>
                  </a:lnTo>
                  <a:lnTo>
                    <a:pt x="98821" y="187197"/>
                  </a:lnTo>
                  <a:lnTo>
                    <a:pt x="99075" y="188340"/>
                  </a:lnTo>
                  <a:lnTo>
                    <a:pt x="99456" y="189356"/>
                  </a:lnTo>
                  <a:lnTo>
                    <a:pt x="99964" y="190499"/>
                  </a:lnTo>
                  <a:lnTo>
                    <a:pt x="141239" y="252348"/>
                  </a:lnTo>
                  <a:lnTo>
                    <a:pt x="112537" y="271525"/>
                  </a:lnTo>
                  <a:lnTo>
                    <a:pt x="111648" y="272033"/>
                  </a:lnTo>
                  <a:lnTo>
                    <a:pt x="111140" y="272795"/>
                  </a:lnTo>
                  <a:lnTo>
                    <a:pt x="110759" y="273557"/>
                  </a:lnTo>
                  <a:lnTo>
                    <a:pt x="110505" y="274446"/>
                  </a:lnTo>
                  <a:lnTo>
                    <a:pt x="110505" y="275589"/>
                  </a:lnTo>
                  <a:lnTo>
                    <a:pt x="117871" y="290067"/>
                  </a:lnTo>
                  <a:lnTo>
                    <a:pt x="119903" y="293242"/>
                  </a:lnTo>
                  <a:lnTo>
                    <a:pt x="121681" y="295655"/>
                  </a:lnTo>
                  <a:lnTo>
                    <a:pt x="123307" y="297560"/>
                  </a:lnTo>
                  <a:lnTo>
                    <a:pt x="124844" y="299465"/>
                  </a:lnTo>
                  <a:lnTo>
                    <a:pt x="125999" y="300735"/>
                  </a:lnTo>
                  <a:lnTo>
                    <a:pt x="127269" y="301624"/>
                  </a:lnTo>
                  <a:lnTo>
                    <a:pt x="128539" y="302640"/>
                  </a:lnTo>
                  <a:lnTo>
                    <a:pt x="129555" y="303148"/>
                  </a:lnTo>
                  <a:lnTo>
                    <a:pt x="130571" y="303275"/>
                  </a:lnTo>
                  <a:lnTo>
                    <a:pt x="131460" y="303275"/>
                  </a:lnTo>
                  <a:lnTo>
                    <a:pt x="132349" y="303021"/>
                  </a:lnTo>
                  <a:lnTo>
                    <a:pt x="161813" y="283463"/>
                  </a:lnTo>
                  <a:lnTo>
                    <a:pt x="197627" y="283463"/>
                  </a:lnTo>
                  <a:lnTo>
                    <a:pt x="197881" y="281685"/>
                  </a:lnTo>
                  <a:lnTo>
                    <a:pt x="196992" y="280288"/>
                  </a:lnTo>
                  <a:lnTo>
                    <a:pt x="187594" y="266191"/>
                  </a:lnTo>
                  <a:lnTo>
                    <a:pt x="234107" y="235203"/>
                  </a:lnTo>
                  <a:lnTo>
                    <a:pt x="166893" y="235203"/>
                  </a:lnTo>
                  <a:lnTo>
                    <a:pt x="138953" y="193166"/>
                  </a:lnTo>
                  <a:lnTo>
                    <a:pt x="239664" y="186308"/>
                  </a:lnTo>
                  <a:lnTo>
                    <a:pt x="279478" y="186308"/>
                  </a:lnTo>
                  <a:lnTo>
                    <a:pt x="278145" y="184022"/>
                  </a:lnTo>
                  <a:lnTo>
                    <a:pt x="275986" y="180466"/>
                  </a:lnTo>
                  <a:lnTo>
                    <a:pt x="273192" y="176275"/>
                  </a:lnTo>
                  <a:lnTo>
                    <a:pt x="270652" y="172338"/>
                  </a:lnTo>
                  <a:lnTo>
                    <a:pt x="268366" y="169163"/>
                  </a:lnTo>
                  <a:lnTo>
                    <a:pt x="266153" y="166369"/>
                  </a:lnTo>
                  <a:lnTo>
                    <a:pt x="264429" y="163956"/>
                  </a:lnTo>
                  <a:lnTo>
                    <a:pt x="255793" y="156590"/>
                  </a:lnTo>
                  <a:lnTo>
                    <a:pt x="254777" y="156336"/>
                  </a:lnTo>
                  <a:close/>
                </a:path>
                <a:path extrusionOk="0" h="303529" w="285114">
                  <a:moveTo>
                    <a:pt x="197627" y="283463"/>
                  </a:moveTo>
                  <a:lnTo>
                    <a:pt x="161813" y="283463"/>
                  </a:lnTo>
                  <a:lnTo>
                    <a:pt x="171211" y="297560"/>
                  </a:lnTo>
                  <a:lnTo>
                    <a:pt x="172227" y="298957"/>
                  </a:lnTo>
                  <a:lnTo>
                    <a:pt x="174132" y="299465"/>
                  </a:lnTo>
                  <a:lnTo>
                    <a:pt x="176799" y="298830"/>
                  </a:lnTo>
                  <a:lnTo>
                    <a:pt x="179593" y="298195"/>
                  </a:lnTo>
                  <a:lnTo>
                    <a:pt x="183022" y="296544"/>
                  </a:lnTo>
                  <a:lnTo>
                    <a:pt x="191785" y="290702"/>
                  </a:lnTo>
                  <a:lnTo>
                    <a:pt x="194833" y="288035"/>
                  </a:lnTo>
                  <a:lnTo>
                    <a:pt x="197627" y="283463"/>
                  </a:lnTo>
                  <a:close/>
                </a:path>
                <a:path extrusionOk="0" h="303529" w="285114">
                  <a:moveTo>
                    <a:pt x="279478" y="186308"/>
                  </a:moveTo>
                  <a:lnTo>
                    <a:pt x="239664" y="186308"/>
                  </a:lnTo>
                  <a:lnTo>
                    <a:pt x="239918" y="186562"/>
                  </a:lnTo>
                  <a:lnTo>
                    <a:pt x="166893" y="235203"/>
                  </a:lnTo>
                  <a:lnTo>
                    <a:pt x="234107" y="235203"/>
                  </a:lnTo>
                  <a:lnTo>
                    <a:pt x="283098" y="202564"/>
                  </a:lnTo>
                  <a:lnTo>
                    <a:pt x="283987" y="201929"/>
                  </a:lnTo>
                  <a:lnTo>
                    <a:pt x="284495" y="201040"/>
                  </a:lnTo>
                  <a:lnTo>
                    <a:pt x="284749" y="198500"/>
                  </a:lnTo>
                  <a:lnTo>
                    <a:pt x="284368" y="196849"/>
                  </a:lnTo>
                  <a:lnTo>
                    <a:pt x="283733" y="194817"/>
                  </a:lnTo>
                  <a:lnTo>
                    <a:pt x="282971" y="192785"/>
                  </a:lnTo>
                  <a:lnTo>
                    <a:pt x="281701" y="190245"/>
                  </a:lnTo>
                  <a:lnTo>
                    <a:pt x="279478" y="186308"/>
                  </a:lnTo>
                  <a:close/>
                </a:path>
                <a:path extrusionOk="0" h="303529" w="285114">
                  <a:moveTo>
                    <a:pt x="126634" y="0"/>
                  </a:moveTo>
                  <a:lnTo>
                    <a:pt x="84905" y="11301"/>
                  </a:lnTo>
                  <a:lnTo>
                    <a:pt x="48176" y="33484"/>
                  </a:lnTo>
                  <a:lnTo>
                    <a:pt x="18470" y="58785"/>
                  </a:lnTo>
                  <a:lnTo>
                    <a:pt x="0" y="98678"/>
                  </a:lnTo>
                  <a:lnTo>
                    <a:pt x="269" y="105917"/>
                  </a:lnTo>
                  <a:lnTo>
                    <a:pt x="18087" y="144125"/>
                  </a:lnTo>
                  <a:lnTo>
                    <a:pt x="50180" y="165369"/>
                  </a:lnTo>
                  <a:lnTo>
                    <a:pt x="65039" y="167004"/>
                  </a:lnTo>
                  <a:lnTo>
                    <a:pt x="72873" y="166461"/>
                  </a:lnTo>
                  <a:lnTo>
                    <a:pt x="115585" y="151066"/>
                  </a:lnTo>
                  <a:lnTo>
                    <a:pt x="145196" y="132079"/>
                  </a:lnTo>
                  <a:lnTo>
                    <a:pt x="58308" y="132079"/>
                  </a:lnTo>
                  <a:lnTo>
                    <a:pt x="55133" y="131571"/>
                  </a:lnTo>
                  <a:lnTo>
                    <a:pt x="34178" y="103885"/>
                  </a:lnTo>
                  <a:lnTo>
                    <a:pt x="35575" y="99440"/>
                  </a:lnTo>
                  <a:lnTo>
                    <a:pt x="65404" y="69199"/>
                  </a:lnTo>
                  <a:lnTo>
                    <a:pt x="99841" y="46599"/>
                  </a:lnTo>
                  <a:lnTo>
                    <a:pt x="131460" y="34416"/>
                  </a:lnTo>
                  <a:lnTo>
                    <a:pt x="181476" y="34416"/>
                  </a:lnTo>
                  <a:lnTo>
                    <a:pt x="178958" y="30225"/>
                  </a:lnTo>
                  <a:lnTo>
                    <a:pt x="148369" y="3839"/>
                  </a:lnTo>
                  <a:lnTo>
                    <a:pt x="134133" y="359"/>
                  </a:lnTo>
                  <a:lnTo>
                    <a:pt x="126634" y="0"/>
                  </a:lnTo>
                  <a:close/>
                </a:path>
                <a:path extrusionOk="0" h="303529" w="285114">
                  <a:moveTo>
                    <a:pt x="181476" y="34416"/>
                  </a:moveTo>
                  <a:lnTo>
                    <a:pt x="131460" y="34416"/>
                  </a:lnTo>
                  <a:lnTo>
                    <a:pt x="136667" y="34670"/>
                  </a:lnTo>
                  <a:lnTo>
                    <a:pt x="141112" y="36194"/>
                  </a:lnTo>
                  <a:lnTo>
                    <a:pt x="157368" y="59816"/>
                  </a:lnTo>
                  <a:lnTo>
                    <a:pt x="156860" y="62864"/>
                  </a:lnTo>
                  <a:lnTo>
                    <a:pt x="156225" y="65785"/>
                  </a:lnTo>
                  <a:lnTo>
                    <a:pt x="154955" y="68960"/>
                  </a:lnTo>
                  <a:lnTo>
                    <a:pt x="152796" y="72135"/>
                  </a:lnTo>
                  <a:lnTo>
                    <a:pt x="150764" y="75310"/>
                  </a:lnTo>
                  <a:lnTo>
                    <a:pt x="118379" y="103250"/>
                  </a:lnTo>
                  <a:lnTo>
                    <a:pt x="83327" y="124967"/>
                  </a:lnTo>
                  <a:lnTo>
                    <a:pt x="78628" y="126872"/>
                  </a:lnTo>
                  <a:lnTo>
                    <a:pt x="74056" y="128904"/>
                  </a:lnTo>
                  <a:lnTo>
                    <a:pt x="69865" y="130301"/>
                  </a:lnTo>
                  <a:lnTo>
                    <a:pt x="65928" y="131063"/>
                  </a:lnTo>
                  <a:lnTo>
                    <a:pt x="61991" y="131952"/>
                  </a:lnTo>
                  <a:lnTo>
                    <a:pt x="58308" y="132079"/>
                  </a:lnTo>
                  <a:lnTo>
                    <a:pt x="145196" y="132079"/>
                  </a:lnTo>
                  <a:lnTo>
                    <a:pt x="178482" y="101774"/>
                  </a:lnTo>
                  <a:lnTo>
                    <a:pt x="191557" y="69199"/>
                  </a:lnTo>
                  <a:lnTo>
                    <a:pt x="191474" y="62864"/>
                  </a:lnTo>
                  <a:lnTo>
                    <a:pt x="191404" y="60959"/>
                  </a:lnTo>
                  <a:lnTo>
                    <a:pt x="189995" y="53621"/>
                  </a:lnTo>
                  <a:lnTo>
                    <a:pt x="187467" y="46069"/>
                  </a:lnTo>
                  <a:lnTo>
                    <a:pt x="183796" y="38278"/>
                  </a:lnTo>
                  <a:lnTo>
                    <a:pt x="181476" y="344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50" name="Google Shape;550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806232" y="5751412"/>
              <a:ext cx="554614" cy="5908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1" name="Google Shape;551;p19"/>
            <p:cNvSpPr/>
            <p:nvPr/>
          </p:nvSpPr>
          <p:spPr>
            <a:xfrm>
              <a:off x="5843016" y="5753010"/>
              <a:ext cx="485140" cy="512445"/>
            </a:xfrm>
            <a:custGeom>
              <a:rect b="b" l="l" r="r" t="t"/>
              <a:pathLst>
                <a:path extrusionOk="0" h="512445" w="485139">
                  <a:moveTo>
                    <a:pt x="484632" y="0"/>
                  </a:moveTo>
                  <a:lnTo>
                    <a:pt x="0" y="0"/>
                  </a:lnTo>
                  <a:lnTo>
                    <a:pt x="0" y="305955"/>
                  </a:lnTo>
                  <a:lnTo>
                    <a:pt x="5502" y="353061"/>
                  </a:lnTo>
                  <a:lnTo>
                    <a:pt x="21156" y="396399"/>
                  </a:lnTo>
                  <a:lnTo>
                    <a:pt x="45686" y="434702"/>
                  </a:lnTo>
                  <a:lnTo>
                    <a:pt x="77814" y="466701"/>
                  </a:lnTo>
                  <a:lnTo>
                    <a:pt x="116262" y="491127"/>
                  </a:lnTo>
                  <a:lnTo>
                    <a:pt x="159753" y="506713"/>
                  </a:lnTo>
                  <a:lnTo>
                    <a:pt x="207010" y="512191"/>
                  </a:lnTo>
                  <a:lnTo>
                    <a:pt x="277622" y="512191"/>
                  </a:lnTo>
                  <a:lnTo>
                    <a:pt x="324878" y="506713"/>
                  </a:lnTo>
                  <a:lnTo>
                    <a:pt x="368369" y="491127"/>
                  </a:lnTo>
                  <a:lnTo>
                    <a:pt x="406817" y="466701"/>
                  </a:lnTo>
                  <a:lnTo>
                    <a:pt x="438945" y="434702"/>
                  </a:lnTo>
                  <a:lnTo>
                    <a:pt x="463475" y="396399"/>
                  </a:lnTo>
                  <a:lnTo>
                    <a:pt x="479129" y="353061"/>
                  </a:lnTo>
                  <a:lnTo>
                    <a:pt x="484632" y="305955"/>
                  </a:lnTo>
                  <a:lnTo>
                    <a:pt x="484632" y="0"/>
                  </a:lnTo>
                  <a:close/>
                </a:path>
              </a:pathLst>
            </a:custGeom>
            <a:solidFill>
              <a:srgbClr val="2E559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2" name="Google Shape;552;p19"/>
          <p:cNvSpPr txBox="1"/>
          <p:nvPr/>
        </p:nvSpPr>
        <p:spPr>
          <a:xfrm>
            <a:off x="6004940" y="5813602"/>
            <a:ext cx="33655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3" name="Google Shape;553;p19"/>
          <p:cNvGrpSpPr/>
          <p:nvPr/>
        </p:nvGrpSpPr>
        <p:grpSpPr>
          <a:xfrm>
            <a:off x="192023" y="1408175"/>
            <a:ext cx="7978822" cy="4466844"/>
            <a:chOff x="192023" y="1408175"/>
            <a:chExt cx="7978822" cy="4466844"/>
          </a:xfrm>
        </p:grpSpPr>
        <p:pic>
          <p:nvPicPr>
            <p:cNvPr id="554" name="Google Shape;554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206239" y="3977640"/>
              <a:ext cx="1394460" cy="1577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5" name="Google Shape;555;p19"/>
            <p:cNvSpPr/>
            <p:nvPr/>
          </p:nvSpPr>
          <p:spPr>
            <a:xfrm>
              <a:off x="4299965" y="4015231"/>
              <a:ext cx="1266190" cy="1445260"/>
            </a:xfrm>
            <a:custGeom>
              <a:rect b="b" l="l" r="r" t="t"/>
              <a:pathLst>
                <a:path extrusionOk="0" h="1445260" w="1266189">
                  <a:moveTo>
                    <a:pt x="795782" y="0"/>
                  </a:moveTo>
                  <a:lnTo>
                    <a:pt x="101473" y="0"/>
                  </a:lnTo>
                  <a:lnTo>
                    <a:pt x="79853" y="2129"/>
                  </a:lnTo>
                  <a:lnTo>
                    <a:pt x="41804" y="18484"/>
                  </a:lnTo>
                  <a:lnTo>
                    <a:pt x="13340" y="48984"/>
                  </a:lnTo>
                  <a:lnTo>
                    <a:pt x="414" y="87675"/>
                  </a:lnTo>
                  <a:lnTo>
                    <a:pt x="0" y="108331"/>
                  </a:lnTo>
                  <a:lnTo>
                    <a:pt x="5383" y="157838"/>
                  </a:lnTo>
                  <a:lnTo>
                    <a:pt x="12007" y="206963"/>
                  </a:lnTo>
                  <a:lnTo>
                    <a:pt x="19874" y="255704"/>
                  </a:lnTo>
                  <a:lnTo>
                    <a:pt x="28983" y="304057"/>
                  </a:lnTo>
                  <a:lnTo>
                    <a:pt x="39335" y="352019"/>
                  </a:lnTo>
                  <a:lnTo>
                    <a:pt x="50930" y="399586"/>
                  </a:lnTo>
                  <a:lnTo>
                    <a:pt x="63768" y="446754"/>
                  </a:lnTo>
                  <a:lnTo>
                    <a:pt x="77850" y="493522"/>
                  </a:lnTo>
                  <a:lnTo>
                    <a:pt x="93177" y="539884"/>
                  </a:lnTo>
                  <a:lnTo>
                    <a:pt x="109748" y="585838"/>
                  </a:lnTo>
                  <a:lnTo>
                    <a:pt x="127564" y="631381"/>
                  </a:lnTo>
                  <a:lnTo>
                    <a:pt x="146625" y="676509"/>
                  </a:lnTo>
                  <a:lnTo>
                    <a:pt x="166932" y="721218"/>
                  </a:lnTo>
                  <a:lnTo>
                    <a:pt x="188485" y="765506"/>
                  </a:lnTo>
                  <a:lnTo>
                    <a:pt x="211284" y="809370"/>
                  </a:lnTo>
                  <a:lnTo>
                    <a:pt x="235331" y="852805"/>
                  </a:lnTo>
                  <a:lnTo>
                    <a:pt x="260567" y="894438"/>
                  </a:lnTo>
                  <a:lnTo>
                    <a:pt x="286967" y="935493"/>
                  </a:lnTo>
                  <a:lnTo>
                    <a:pt x="314504" y="975928"/>
                  </a:lnTo>
                  <a:lnTo>
                    <a:pt x="343150" y="1015702"/>
                  </a:lnTo>
                  <a:lnTo>
                    <a:pt x="372877" y="1054775"/>
                  </a:lnTo>
                  <a:lnTo>
                    <a:pt x="403660" y="1093107"/>
                  </a:lnTo>
                  <a:lnTo>
                    <a:pt x="435470" y="1130657"/>
                  </a:lnTo>
                  <a:lnTo>
                    <a:pt x="468280" y="1167384"/>
                  </a:lnTo>
                  <a:lnTo>
                    <a:pt x="502064" y="1203247"/>
                  </a:lnTo>
                  <a:lnTo>
                    <a:pt x="536794" y="1238207"/>
                  </a:lnTo>
                  <a:lnTo>
                    <a:pt x="572443" y="1272223"/>
                  </a:lnTo>
                  <a:lnTo>
                    <a:pt x="608984" y="1305254"/>
                  </a:lnTo>
                  <a:lnTo>
                    <a:pt x="646390" y="1337259"/>
                  </a:lnTo>
                  <a:lnTo>
                    <a:pt x="684633" y="1368199"/>
                  </a:lnTo>
                  <a:lnTo>
                    <a:pt x="723687" y="1398032"/>
                  </a:lnTo>
                  <a:lnTo>
                    <a:pt x="763524" y="1426718"/>
                  </a:lnTo>
                  <a:lnTo>
                    <a:pt x="803725" y="1443863"/>
                  </a:lnTo>
                  <a:lnTo>
                    <a:pt x="818896" y="1445133"/>
                  </a:lnTo>
                  <a:lnTo>
                    <a:pt x="845536" y="1441749"/>
                  </a:lnTo>
                  <a:lnTo>
                    <a:pt x="890244" y="1415932"/>
                  </a:lnTo>
                  <a:lnTo>
                    <a:pt x="1254760" y="792861"/>
                  </a:lnTo>
                  <a:lnTo>
                    <a:pt x="1266063" y="758751"/>
                  </a:lnTo>
                  <a:lnTo>
                    <a:pt x="1265459" y="724011"/>
                  </a:lnTo>
                  <a:lnTo>
                    <a:pt x="1253188" y="691437"/>
                  </a:lnTo>
                  <a:lnTo>
                    <a:pt x="1229487" y="663829"/>
                  </a:lnTo>
                  <a:lnTo>
                    <a:pt x="1191892" y="632211"/>
                  </a:lnTo>
                  <a:lnTo>
                    <a:pt x="1156285" y="598702"/>
                  </a:lnTo>
                  <a:lnTo>
                    <a:pt x="1122664" y="563381"/>
                  </a:lnTo>
                  <a:lnTo>
                    <a:pt x="1091028" y="526332"/>
                  </a:lnTo>
                  <a:lnTo>
                    <a:pt x="1061373" y="487637"/>
                  </a:lnTo>
                  <a:lnTo>
                    <a:pt x="1033697" y="447378"/>
                  </a:lnTo>
                  <a:lnTo>
                    <a:pt x="1007999" y="405638"/>
                  </a:lnTo>
                  <a:lnTo>
                    <a:pt x="984549" y="362629"/>
                  </a:lnTo>
                  <a:lnTo>
                    <a:pt x="963597" y="318565"/>
                  </a:lnTo>
                  <a:lnTo>
                    <a:pt x="945104" y="273526"/>
                  </a:lnTo>
                  <a:lnTo>
                    <a:pt x="929032" y="227592"/>
                  </a:lnTo>
                  <a:lnTo>
                    <a:pt x="915344" y="180842"/>
                  </a:lnTo>
                  <a:lnTo>
                    <a:pt x="904002" y="133357"/>
                  </a:lnTo>
                  <a:lnTo>
                    <a:pt x="894969" y="85217"/>
                  </a:lnTo>
                  <a:lnTo>
                    <a:pt x="883721" y="51488"/>
                  </a:lnTo>
                  <a:lnTo>
                    <a:pt x="861853" y="24463"/>
                  </a:lnTo>
                  <a:lnTo>
                    <a:pt x="831746" y="6510"/>
                  </a:lnTo>
                  <a:lnTo>
                    <a:pt x="795782" y="0"/>
                  </a:lnTo>
                  <a:close/>
                </a:path>
              </a:pathLst>
            </a:custGeom>
            <a:solidFill>
              <a:srgbClr val="5382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19"/>
            <p:cNvSpPr/>
            <p:nvPr/>
          </p:nvSpPr>
          <p:spPr>
            <a:xfrm>
              <a:off x="4322826" y="4074668"/>
              <a:ext cx="1241425" cy="1390650"/>
            </a:xfrm>
            <a:custGeom>
              <a:rect b="b" l="l" r="r" t="t"/>
              <a:pathLst>
                <a:path extrusionOk="0" h="1390650" w="1241425">
                  <a:moveTo>
                    <a:pt x="788670" y="0"/>
                  </a:moveTo>
                  <a:lnTo>
                    <a:pt x="98298" y="0"/>
                  </a:lnTo>
                  <a:lnTo>
                    <a:pt x="77866" y="2164"/>
                  </a:lnTo>
                  <a:lnTo>
                    <a:pt x="40433" y="19448"/>
                  </a:lnTo>
                  <a:lnTo>
                    <a:pt x="13180" y="50966"/>
                  </a:lnTo>
                  <a:lnTo>
                    <a:pt x="392" y="88050"/>
                  </a:lnTo>
                  <a:lnTo>
                    <a:pt x="0" y="108330"/>
                  </a:lnTo>
                  <a:lnTo>
                    <a:pt x="5965" y="164957"/>
                  </a:lnTo>
                  <a:lnTo>
                    <a:pt x="13430" y="220725"/>
                  </a:lnTo>
                  <a:lnTo>
                    <a:pt x="22181" y="275637"/>
                  </a:lnTo>
                  <a:lnTo>
                    <a:pt x="32003" y="329691"/>
                  </a:lnTo>
                  <a:lnTo>
                    <a:pt x="44967" y="378529"/>
                  </a:lnTo>
                  <a:lnTo>
                    <a:pt x="59179" y="426838"/>
                  </a:lnTo>
                  <a:lnTo>
                    <a:pt x="74653" y="474648"/>
                  </a:lnTo>
                  <a:lnTo>
                    <a:pt x="91403" y="521986"/>
                  </a:lnTo>
                  <a:lnTo>
                    <a:pt x="109442" y="568880"/>
                  </a:lnTo>
                  <a:lnTo>
                    <a:pt x="128784" y="615359"/>
                  </a:lnTo>
                  <a:lnTo>
                    <a:pt x="149442" y="661451"/>
                  </a:lnTo>
                  <a:lnTo>
                    <a:pt x="171431" y="707184"/>
                  </a:lnTo>
                  <a:lnTo>
                    <a:pt x="194764" y="752587"/>
                  </a:lnTo>
                  <a:lnTo>
                    <a:pt x="219456" y="797686"/>
                  </a:lnTo>
                  <a:lnTo>
                    <a:pt x="244472" y="839344"/>
                  </a:lnTo>
                  <a:lnTo>
                    <a:pt x="270640" y="880422"/>
                  </a:lnTo>
                  <a:lnTo>
                    <a:pt x="297934" y="920880"/>
                  </a:lnTo>
                  <a:lnTo>
                    <a:pt x="326326" y="960677"/>
                  </a:lnTo>
                  <a:lnTo>
                    <a:pt x="355790" y="999772"/>
                  </a:lnTo>
                  <a:lnTo>
                    <a:pt x="386298" y="1038125"/>
                  </a:lnTo>
                  <a:lnTo>
                    <a:pt x="417824" y="1075695"/>
                  </a:lnTo>
                  <a:lnTo>
                    <a:pt x="450342" y="1112440"/>
                  </a:lnTo>
                  <a:lnTo>
                    <a:pt x="483823" y="1148321"/>
                  </a:lnTo>
                  <a:lnTo>
                    <a:pt x="518243" y="1183296"/>
                  </a:lnTo>
                  <a:lnTo>
                    <a:pt x="553573" y="1217326"/>
                  </a:lnTo>
                  <a:lnTo>
                    <a:pt x="589788" y="1250368"/>
                  </a:lnTo>
                  <a:lnTo>
                    <a:pt x="626859" y="1282383"/>
                  </a:lnTo>
                  <a:lnTo>
                    <a:pt x="664761" y="1313329"/>
                  </a:lnTo>
                  <a:lnTo>
                    <a:pt x="703467" y="1343166"/>
                  </a:lnTo>
                  <a:lnTo>
                    <a:pt x="742950" y="1371853"/>
                  </a:lnTo>
                  <a:lnTo>
                    <a:pt x="782812" y="1388998"/>
                  </a:lnTo>
                  <a:lnTo>
                    <a:pt x="797813" y="1390268"/>
                  </a:lnTo>
                  <a:lnTo>
                    <a:pt x="824245" y="1386885"/>
                  </a:lnTo>
                  <a:lnTo>
                    <a:pt x="868537" y="1361068"/>
                  </a:lnTo>
                  <a:lnTo>
                    <a:pt x="1229868" y="737742"/>
                  </a:lnTo>
                  <a:lnTo>
                    <a:pt x="1241298" y="693927"/>
                  </a:lnTo>
                  <a:lnTo>
                    <a:pt x="1237047" y="685726"/>
                  </a:lnTo>
                  <a:lnTo>
                    <a:pt x="1231296" y="678132"/>
                  </a:lnTo>
                  <a:lnTo>
                    <a:pt x="1224260" y="670942"/>
                  </a:lnTo>
                  <a:lnTo>
                    <a:pt x="1179769" y="632392"/>
                  </a:lnTo>
                  <a:lnTo>
                    <a:pt x="1145106" y="598960"/>
                  </a:lnTo>
                  <a:lnTo>
                    <a:pt x="1112202" y="563781"/>
                  </a:lnTo>
                  <a:lnTo>
                    <a:pt x="1081098" y="526979"/>
                  </a:lnTo>
                  <a:lnTo>
                    <a:pt x="1051833" y="488675"/>
                  </a:lnTo>
                  <a:lnTo>
                    <a:pt x="1024447" y="448992"/>
                  </a:lnTo>
                  <a:lnTo>
                    <a:pt x="998982" y="408050"/>
                  </a:lnTo>
                  <a:lnTo>
                    <a:pt x="975000" y="362711"/>
                  </a:lnTo>
                  <a:lnTo>
                    <a:pt x="953431" y="316606"/>
                  </a:lnTo>
                  <a:lnTo>
                    <a:pt x="934402" y="269732"/>
                  </a:lnTo>
                  <a:lnTo>
                    <a:pt x="918040" y="222085"/>
                  </a:lnTo>
                  <a:lnTo>
                    <a:pt x="904472" y="173662"/>
                  </a:lnTo>
                  <a:lnTo>
                    <a:pt x="893826" y="124459"/>
                  </a:lnTo>
                  <a:lnTo>
                    <a:pt x="889075" y="108896"/>
                  </a:lnTo>
                  <a:lnTo>
                    <a:pt x="884967" y="93106"/>
                  </a:lnTo>
                  <a:lnTo>
                    <a:pt x="881288" y="76864"/>
                  </a:lnTo>
                  <a:lnTo>
                    <a:pt x="877824" y="59943"/>
                  </a:lnTo>
                  <a:lnTo>
                    <a:pt x="863572" y="36004"/>
                  </a:lnTo>
                  <a:lnTo>
                    <a:pt x="842676" y="17017"/>
                  </a:lnTo>
                  <a:lnTo>
                    <a:pt x="817066" y="4508"/>
                  </a:lnTo>
                  <a:lnTo>
                    <a:pt x="788670" y="0"/>
                  </a:lnTo>
                  <a:close/>
                </a:path>
              </a:pathLst>
            </a:custGeom>
            <a:solidFill>
              <a:srgbClr val="6FAC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19"/>
            <p:cNvSpPr/>
            <p:nvPr/>
          </p:nvSpPr>
          <p:spPr>
            <a:xfrm>
              <a:off x="4322826" y="4074668"/>
              <a:ext cx="1241425" cy="1390650"/>
            </a:xfrm>
            <a:custGeom>
              <a:rect b="b" l="l" r="r" t="t"/>
              <a:pathLst>
                <a:path extrusionOk="0" h="1390650" w="1241425">
                  <a:moveTo>
                    <a:pt x="742950" y="1371853"/>
                  </a:moveTo>
                  <a:lnTo>
                    <a:pt x="755380" y="1379553"/>
                  </a:lnTo>
                  <a:lnTo>
                    <a:pt x="768667" y="1385347"/>
                  </a:lnTo>
                  <a:lnTo>
                    <a:pt x="782812" y="1388998"/>
                  </a:lnTo>
                  <a:lnTo>
                    <a:pt x="797813" y="1390268"/>
                  </a:lnTo>
                  <a:lnTo>
                    <a:pt x="824245" y="1386885"/>
                  </a:lnTo>
                  <a:lnTo>
                    <a:pt x="848106" y="1377013"/>
                  </a:lnTo>
                  <a:lnTo>
                    <a:pt x="868537" y="1361068"/>
                  </a:lnTo>
                  <a:lnTo>
                    <a:pt x="884682" y="1339468"/>
                  </a:lnTo>
                  <a:lnTo>
                    <a:pt x="1084242" y="991596"/>
                  </a:lnTo>
                  <a:lnTo>
                    <a:pt x="1186719" y="812958"/>
                  </a:lnTo>
                  <a:lnTo>
                    <a:pt x="1224474" y="747144"/>
                  </a:lnTo>
                  <a:lnTo>
                    <a:pt x="1240476" y="705631"/>
                  </a:lnTo>
                  <a:lnTo>
                    <a:pt x="1241298" y="693927"/>
                  </a:lnTo>
                  <a:lnTo>
                    <a:pt x="1237047" y="685726"/>
                  </a:lnTo>
                  <a:lnTo>
                    <a:pt x="1231296" y="678132"/>
                  </a:lnTo>
                  <a:lnTo>
                    <a:pt x="1224260" y="670942"/>
                  </a:lnTo>
                  <a:lnTo>
                    <a:pt x="1216152" y="663955"/>
                  </a:lnTo>
                  <a:lnTo>
                    <a:pt x="1179769" y="632392"/>
                  </a:lnTo>
                  <a:lnTo>
                    <a:pt x="1145106" y="598960"/>
                  </a:lnTo>
                  <a:lnTo>
                    <a:pt x="1112202" y="563781"/>
                  </a:lnTo>
                  <a:lnTo>
                    <a:pt x="1081098" y="526979"/>
                  </a:lnTo>
                  <a:lnTo>
                    <a:pt x="1051833" y="488675"/>
                  </a:lnTo>
                  <a:lnTo>
                    <a:pt x="1024447" y="448992"/>
                  </a:lnTo>
                  <a:lnTo>
                    <a:pt x="998982" y="408050"/>
                  </a:lnTo>
                  <a:lnTo>
                    <a:pt x="975000" y="362711"/>
                  </a:lnTo>
                  <a:lnTo>
                    <a:pt x="953431" y="316606"/>
                  </a:lnTo>
                  <a:lnTo>
                    <a:pt x="934402" y="269732"/>
                  </a:lnTo>
                  <a:lnTo>
                    <a:pt x="918040" y="222085"/>
                  </a:lnTo>
                  <a:lnTo>
                    <a:pt x="904472" y="173662"/>
                  </a:lnTo>
                  <a:lnTo>
                    <a:pt x="893826" y="124459"/>
                  </a:lnTo>
                  <a:lnTo>
                    <a:pt x="889075" y="108896"/>
                  </a:lnTo>
                  <a:lnTo>
                    <a:pt x="884967" y="93106"/>
                  </a:lnTo>
                  <a:lnTo>
                    <a:pt x="881288" y="76864"/>
                  </a:lnTo>
                  <a:lnTo>
                    <a:pt x="877824" y="59943"/>
                  </a:lnTo>
                  <a:lnTo>
                    <a:pt x="863572" y="36004"/>
                  </a:lnTo>
                  <a:lnTo>
                    <a:pt x="842676" y="17017"/>
                  </a:lnTo>
                  <a:lnTo>
                    <a:pt x="817066" y="4508"/>
                  </a:lnTo>
                  <a:lnTo>
                    <a:pt x="788670" y="0"/>
                  </a:lnTo>
                  <a:lnTo>
                    <a:pt x="389548" y="0"/>
                  </a:lnTo>
                  <a:lnTo>
                    <a:pt x="184594" y="0"/>
                  </a:lnTo>
                  <a:lnTo>
                    <a:pt x="109085" y="0"/>
                  </a:lnTo>
                  <a:lnTo>
                    <a:pt x="98298" y="0"/>
                  </a:lnTo>
                  <a:lnTo>
                    <a:pt x="77866" y="2164"/>
                  </a:lnTo>
                  <a:lnTo>
                    <a:pt x="40433" y="19448"/>
                  </a:lnTo>
                  <a:lnTo>
                    <a:pt x="13180" y="50966"/>
                  </a:lnTo>
                  <a:lnTo>
                    <a:pt x="392" y="88050"/>
                  </a:lnTo>
                  <a:lnTo>
                    <a:pt x="0" y="108330"/>
                  </a:lnTo>
                  <a:lnTo>
                    <a:pt x="5965" y="164957"/>
                  </a:lnTo>
                  <a:lnTo>
                    <a:pt x="13430" y="220725"/>
                  </a:lnTo>
                  <a:lnTo>
                    <a:pt x="22181" y="275637"/>
                  </a:lnTo>
                  <a:lnTo>
                    <a:pt x="32003" y="329691"/>
                  </a:lnTo>
                  <a:lnTo>
                    <a:pt x="44967" y="378529"/>
                  </a:lnTo>
                  <a:lnTo>
                    <a:pt x="59179" y="426838"/>
                  </a:lnTo>
                  <a:lnTo>
                    <a:pt x="74653" y="474648"/>
                  </a:lnTo>
                  <a:lnTo>
                    <a:pt x="91403" y="521986"/>
                  </a:lnTo>
                  <a:lnTo>
                    <a:pt x="109442" y="568880"/>
                  </a:lnTo>
                  <a:lnTo>
                    <a:pt x="128784" y="615359"/>
                  </a:lnTo>
                  <a:lnTo>
                    <a:pt x="149442" y="661451"/>
                  </a:lnTo>
                  <a:lnTo>
                    <a:pt x="171431" y="707184"/>
                  </a:lnTo>
                  <a:lnTo>
                    <a:pt x="194764" y="752587"/>
                  </a:lnTo>
                  <a:lnTo>
                    <a:pt x="219456" y="797686"/>
                  </a:lnTo>
                  <a:lnTo>
                    <a:pt x="244472" y="839344"/>
                  </a:lnTo>
                  <a:lnTo>
                    <a:pt x="270640" y="880422"/>
                  </a:lnTo>
                  <a:lnTo>
                    <a:pt x="297934" y="920880"/>
                  </a:lnTo>
                  <a:lnTo>
                    <a:pt x="326326" y="960677"/>
                  </a:lnTo>
                  <a:lnTo>
                    <a:pt x="355790" y="999772"/>
                  </a:lnTo>
                  <a:lnTo>
                    <a:pt x="386298" y="1038125"/>
                  </a:lnTo>
                  <a:lnTo>
                    <a:pt x="417824" y="1075695"/>
                  </a:lnTo>
                  <a:lnTo>
                    <a:pt x="450342" y="1112440"/>
                  </a:lnTo>
                  <a:lnTo>
                    <a:pt x="483823" y="1148321"/>
                  </a:lnTo>
                  <a:lnTo>
                    <a:pt x="518243" y="1183296"/>
                  </a:lnTo>
                  <a:lnTo>
                    <a:pt x="553573" y="1217326"/>
                  </a:lnTo>
                  <a:lnTo>
                    <a:pt x="589788" y="1250368"/>
                  </a:lnTo>
                  <a:lnTo>
                    <a:pt x="626859" y="1282383"/>
                  </a:lnTo>
                  <a:lnTo>
                    <a:pt x="664761" y="1313329"/>
                  </a:lnTo>
                  <a:lnTo>
                    <a:pt x="703467" y="1343166"/>
                  </a:lnTo>
                  <a:lnTo>
                    <a:pt x="742950" y="1371853"/>
                  </a:lnTo>
                  <a:close/>
                </a:path>
              </a:pathLst>
            </a:custGeom>
            <a:noFill/>
            <a:ln cap="flat" cmpd="sng" w="9525">
              <a:solidFill>
                <a:srgbClr val="5382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58" name="Google Shape;558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700015" y="4379975"/>
              <a:ext cx="489203" cy="57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19"/>
            <p:cNvSpPr/>
            <p:nvPr/>
          </p:nvSpPr>
          <p:spPr>
            <a:xfrm>
              <a:off x="4736592" y="4417694"/>
              <a:ext cx="365760" cy="448309"/>
            </a:xfrm>
            <a:custGeom>
              <a:rect b="b" l="l" r="r" t="t"/>
              <a:pathLst>
                <a:path extrusionOk="0" h="448310" w="365760">
                  <a:moveTo>
                    <a:pt x="356616" y="59436"/>
                  </a:moveTo>
                  <a:lnTo>
                    <a:pt x="342963" y="36283"/>
                  </a:lnTo>
                  <a:lnTo>
                    <a:pt x="305752" y="17386"/>
                  </a:lnTo>
                  <a:lnTo>
                    <a:pt x="250520" y="4673"/>
                  </a:lnTo>
                  <a:lnTo>
                    <a:pt x="182880" y="0"/>
                  </a:lnTo>
                  <a:lnTo>
                    <a:pt x="115227" y="4673"/>
                  </a:lnTo>
                  <a:lnTo>
                    <a:pt x="60007" y="17386"/>
                  </a:lnTo>
                  <a:lnTo>
                    <a:pt x="22783" y="36283"/>
                  </a:lnTo>
                  <a:lnTo>
                    <a:pt x="9144" y="59436"/>
                  </a:lnTo>
                  <a:lnTo>
                    <a:pt x="22783" y="82550"/>
                  </a:lnTo>
                  <a:lnTo>
                    <a:pt x="60007" y="101447"/>
                  </a:lnTo>
                  <a:lnTo>
                    <a:pt x="115227" y="114198"/>
                  </a:lnTo>
                  <a:lnTo>
                    <a:pt x="182880" y="118872"/>
                  </a:lnTo>
                  <a:lnTo>
                    <a:pt x="250520" y="114198"/>
                  </a:lnTo>
                  <a:lnTo>
                    <a:pt x="305752" y="101447"/>
                  </a:lnTo>
                  <a:lnTo>
                    <a:pt x="342963" y="82550"/>
                  </a:lnTo>
                  <a:lnTo>
                    <a:pt x="356616" y="59436"/>
                  </a:lnTo>
                  <a:close/>
                </a:path>
                <a:path extrusionOk="0" h="448310" w="365760">
                  <a:moveTo>
                    <a:pt x="365760" y="312547"/>
                  </a:moveTo>
                  <a:lnTo>
                    <a:pt x="362077" y="308991"/>
                  </a:lnTo>
                  <a:lnTo>
                    <a:pt x="358267" y="301752"/>
                  </a:lnTo>
                  <a:lnTo>
                    <a:pt x="335051" y="324243"/>
                  </a:lnTo>
                  <a:lnTo>
                    <a:pt x="295757" y="342379"/>
                  </a:lnTo>
                  <a:lnTo>
                    <a:pt x="243865" y="354495"/>
                  </a:lnTo>
                  <a:lnTo>
                    <a:pt x="182880" y="358902"/>
                  </a:lnTo>
                  <a:lnTo>
                    <a:pt x="121881" y="354495"/>
                  </a:lnTo>
                  <a:lnTo>
                    <a:pt x="69989" y="342379"/>
                  </a:lnTo>
                  <a:lnTo>
                    <a:pt x="30695" y="324243"/>
                  </a:lnTo>
                  <a:lnTo>
                    <a:pt x="7493" y="301752"/>
                  </a:lnTo>
                  <a:lnTo>
                    <a:pt x="3683" y="308991"/>
                  </a:lnTo>
                  <a:lnTo>
                    <a:pt x="0" y="312547"/>
                  </a:lnTo>
                  <a:lnTo>
                    <a:pt x="0" y="373126"/>
                  </a:lnTo>
                  <a:lnTo>
                    <a:pt x="35356" y="416560"/>
                  </a:lnTo>
                  <a:lnTo>
                    <a:pt x="74993" y="433108"/>
                  </a:lnTo>
                  <a:lnTo>
                    <a:pt x="125183" y="444157"/>
                  </a:lnTo>
                  <a:lnTo>
                    <a:pt x="182880" y="448183"/>
                  </a:lnTo>
                  <a:lnTo>
                    <a:pt x="240563" y="444157"/>
                  </a:lnTo>
                  <a:lnTo>
                    <a:pt x="290753" y="433108"/>
                  </a:lnTo>
                  <a:lnTo>
                    <a:pt x="330390" y="416560"/>
                  </a:lnTo>
                  <a:lnTo>
                    <a:pt x="356400" y="396062"/>
                  </a:lnTo>
                  <a:lnTo>
                    <a:pt x="365760" y="373126"/>
                  </a:lnTo>
                  <a:lnTo>
                    <a:pt x="365760" y="312547"/>
                  </a:lnTo>
                  <a:close/>
                </a:path>
                <a:path extrusionOk="0" h="448310" w="365760">
                  <a:moveTo>
                    <a:pt x="365760" y="202946"/>
                  </a:moveTo>
                  <a:lnTo>
                    <a:pt x="362077" y="195707"/>
                  </a:lnTo>
                  <a:lnTo>
                    <a:pt x="358267" y="192024"/>
                  </a:lnTo>
                  <a:lnTo>
                    <a:pt x="335051" y="214477"/>
                  </a:lnTo>
                  <a:lnTo>
                    <a:pt x="295757" y="231800"/>
                  </a:lnTo>
                  <a:lnTo>
                    <a:pt x="243865" y="242951"/>
                  </a:lnTo>
                  <a:lnTo>
                    <a:pt x="182880" y="246888"/>
                  </a:lnTo>
                  <a:lnTo>
                    <a:pt x="121881" y="242951"/>
                  </a:lnTo>
                  <a:lnTo>
                    <a:pt x="69989" y="231800"/>
                  </a:lnTo>
                  <a:lnTo>
                    <a:pt x="30695" y="214477"/>
                  </a:lnTo>
                  <a:lnTo>
                    <a:pt x="7493" y="192024"/>
                  </a:lnTo>
                  <a:lnTo>
                    <a:pt x="3683" y="195707"/>
                  </a:lnTo>
                  <a:lnTo>
                    <a:pt x="0" y="202946"/>
                  </a:lnTo>
                  <a:lnTo>
                    <a:pt x="0" y="261493"/>
                  </a:lnTo>
                  <a:lnTo>
                    <a:pt x="35356" y="307530"/>
                  </a:lnTo>
                  <a:lnTo>
                    <a:pt x="74993" y="323938"/>
                  </a:lnTo>
                  <a:lnTo>
                    <a:pt x="125183" y="334556"/>
                  </a:lnTo>
                  <a:lnTo>
                    <a:pt x="182880" y="338328"/>
                  </a:lnTo>
                  <a:lnTo>
                    <a:pt x="240563" y="334556"/>
                  </a:lnTo>
                  <a:lnTo>
                    <a:pt x="290753" y="323938"/>
                  </a:lnTo>
                  <a:lnTo>
                    <a:pt x="330390" y="307530"/>
                  </a:lnTo>
                  <a:lnTo>
                    <a:pt x="356400" y="286359"/>
                  </a:lnTo>
                  <a:lnTo>
                    <a:pt x="365760" y="261493"/>
                  </a:lnTo>
                  <a:lnTo>
                    <a:pt x="365760" y="202946"/>
                  </a:lnTo>
                  <a:close/>
                </a:path>
                <a:path extrusionOk="0" h="448310" w="365760">
                  <a:moveTo>
                    <a:pt x="365760" y="93218"/>
                  </a:moveTo>
                  <a:lnTo>
                    <a:pt x="362077" y="85979"/>
                  </a:lnTo>
                  <a:lnTo>
                    <a:pt x="358267" y="82296"/>
                  </a:lnTo>
                  <a:lnTo>
                    <a:pt x="342950" y="103200"/>
                  </a:lnTo>
                  <a:lnTo>
                    <a:pt x="305574" y="120688"/>
                  </a:lnTo>
                  <a:lnTo>
                    <a:pt x="250698" y="132702"/>
                  </a:lnTo>
                  <a:lnTo>
                    <a:pt x="182880" y="137160"/>
                  </a:lnTo>
                  <a:lnTo>
                    <a:pt x="115049" y="132702"/>
                  </a:lnTo>
                  <a:lnTo>
                    <a:pt x="60172" y="120688"/>
                  </a:lnTo>
                  <a:lnTo>
                    <a:pt x="22796" y="103200"/>
                  </a:lnTo>
                  <a:lnTo>
                    <a:pt x="7493" y="82296"/>
                  </a:lnTo>
                  <a:lnTo>
                    <a:pt x="3683" y="85979"/>
                  </a:lnTo>
                  <a:lnTo>
                    <a:pt x="0" y="93218"/>
                  </a:lnTo>
                  <a:lnTo>
                    <a:pt x="0" y="151765"/>
                  </a:lnTo>
                  <a:lnTo>
                    <a:pt x="35356" y="197802"/>
                  </a:lnTo>
                  <a:lnTo>
                    <a:pt x="74993" y="214210"/>
                  </a:lnTo>
                  <a:lnTo>
                    <a:pt x="125183" y="224828"/>
                  </a:lnTo>
                  <a:lnTo>
                    <a:pt x="182880" y="228600"/>
                  </a:lnTo>
                  <a:lnTo>
                    <a:pt x="240563" y="224828"/>
                  </a:lnTo>
                  <a:lnTo>
                    <a:pt x="290753" y="214210"/>
                  </a:lnTo>
                  <a:lnTo>
                    <a:pt x="330390" y="197802"/>
                  </a:lnTo>
                  <a:lnTo>
                    <a:pt x="356400" y="176631"/>
                  </a:lnTo>
                  <a:lnTo>
                    <a:pt x="365760" y="151765"/>
                  </a:lnTo>
                  <a:lnTo>
                    <a:pt x="365760" y="932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60" name="Google Shape;560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461102" y="4690395"/>
              <a:ext cx="691896" cy="6646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1" name="Google Shape;561;p19"/>
            <p:cNvSpPr/>
            <p:nvPr/>
          </p:nvSpPr>
          <p:spPr>
            <a:xfrm>
              <a:off x="7470647" y="4692015"/>
              <a:ext cx="618490" cy="601345"/>
            </a:xfrm>
            <a:custGeom>
              <a:rect b="b" l="l" r="r" t="t"/>
              <a:pathLst>
                <a:path extrusionOk="0" h="601345" w="618490">
                  <a:moveTo>
                    <a:pt x="256921" y="0"/>
                  </a:moveTo>
                  <a:lnTo>
                    <a:pt x="0" y="409448"/>
                  </a:lnTo>
                  <a:lnTo>
                    <a:pt x="261493" y="570103"/>
                  </a:lnTo>
                  <a:lnTo>
                    <a:pt x="305329" y="590765"/>
                  </a:lnTo>
                  <a:lnTo>
                    <a:pt x="351132" y="600762"/>
                  </a:lnTo>
                  <a:lnTo>
                    <a:pt x="397213" y="600484"/>
                  </a:lnTo>
                  <a:lnTo>
                    <a:pt x="441883" y="590322"/>
                  </a:lnTo>
                  <a:lnTo>
                    <a:pt x="483454" y="570667"/>
                  </a:lnTo>
                  <a:lnTo>
                    <a:pt x="520237" y="541911"/>
                  </a:lnTo>
                  <a:lnTo>
                    <a:pt x="550545" y="504444"/>
                  </a:lnTo>
                  <a:lnTo>
                    <a:pt x="587248" y="445643"/>
                  </a:lnTo>
                  <a:lnTo>
                    <a:pt x="608134" y="402311"/>
                  </a:lnTo>
                  <a:lnTo>
                    <a:pt x="618019" y="356886"/>
                  </a:lnTo>
                  <a:lnTo>
                    <a:pt x="617425" y="311148"/>
                  </a:lnTo>
                  <a:lnTo>
                    <a:pt x="606874" y="266877"/>
                  </a:lnTo>
                  <a:lnTo>
                    <a:pt x="586888" y="225851"/>
                  </a:lnTo>
                  <a:lnTo>
                    <a:pt x="557989" y="189850"/>
                  </a:lnTo>
                  <a:lnTo>
                    <a:pt x="520700" y="160655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19"/>
            <p:cNvSpPr/>
            <p:nvPr/>
          </p:nvSpPr>
          <p:spPr>
            <a:xfrm>
              <a:off x="7693072" y="4910899"/>
              <a:ext cx="297180" cy="297180"/>
            </a:xfrm>
            <a:custGeom>
              <a:rect b="b" l="l" r="r" t="t"/>
              <a:pathLst>
                <a:path extrusionOk="0" h="297179" w="297179">
                  <a:moveTo>
                    <a:pt x="66373" y="123190"/>
                  </a:moveTo>
                  <a:lnTo>
                    <a:pt x="59210" y="123190"/>
                  </a:lnTo>
                  <a:lnTo>
                    <a:pt x="45406" y="125730"/>
                  </a:lnTo>
                  <a:lnTo>
                    <a:pt x="14176" y="151130"/>
                  </a:lnTo>
                  <a:lnTo>
                    <a:pt x="71" y="186690"/>
                  </a:lnTo>
                  <a:lnTo>
                    <a:pt x="0" y="189230"/>
                  </a:lnTo>
                  <a:lnTo>
                    <a:pt x="286" y="195580"/>
                  </a:lnTo>
                  <a:lnTo>
                    <a:pt x="16248" y="231140"/>
                  </a:lnTo>
                  <a:lnTo>
                    <a:pt x="22177" y="238760"/>
                  </a:lnTo>
                  <a:lnTo>
                    <a:pt x="28841" y="245110"/>
                  </a:lnTo>
                  <a:lnTo>
                    <a:pt x="36242" y="252730"/>
                  </a:lnTo>
                  <a:lnTo>
                    <a:pt x="44359" y="259080"/>
                  </a:lnTo>
                  <a:lnTo>
                    <a:pt x="53165" y="266700"/>
                  </a:lnTo>
                  <a:lnTo>
                    <a:pt x="62283" y="273050"/>
                  </a:lnTo>
                  <a:lnTo>
                    <a:pt x="71152" y="278130"/>
                  </a:lnTo>
                  <a:lnTo>
                    <a:pt x="79758" y="283210"/>
                  </a:lnTo>
                  <a:lnTo>
                    <a:pt x="88090" y="288290"/>
                  </a:lnTo>
                  <a:lnTo>
                    <a:pt x="96238" y="292100"/>
                  </a:lnTo>
                  <a:lnTo>
                    <a:pt x="104124" y="294640"/>
                  </a:lnTo>
                  <a:lnTo>
                    <a:pt x="119205" y="297180"/>
                  </a:lnTo>
                  <a:lnTo>
                    <a:pt x="133413" y="297180"/>
                  </a:lnTo>
                  <a:lnTo>
                    <a:pt x="171402" y="270510"/>
                  </a:lnTo>
                  <a:lnTo>
                    <a:pt x="177133" y="261620"/>
                  </a:lnTo>
                  <a:lnTo>
                    <a:pt x="128476" y="261620"/>
                  </a:lnTo>
                  <a:lnTo>
                    <a:pt x="117300" y="259080"/>
                  </a:lnTo>
                  <a:lnTo>
                    <a:pt x="110569" y="256540"/>
                  </a:lnTo>
                  <a:lnTo>
                    <a:pt x="102822" y="251460"/>
                  </a:lnTo>
                  <a:lnTo>
                    <a:pt x="96631" y="248920"/>
                  </a:lnTo>
                  <a:lnTo>
                    <a:pt x="89868" y="243840"/>
                  </a:lnTo>
                  <a:lnTo>
                    <a:pt x="82534" y="238760"/>
                  </a:lnTo>
                  <a:lnTo>
                    <a:pt x="74628" y="233680"/>
                  </a:lnTo>
                  <a:lnTo>
                    <a:pt x="68201" y="228600"/>
                  </a:lnTo>
                  <a:lnTo>
                    <a:pt x="62262" y="223520"/>
                  </a:lnTo>
                  <a:lnTo>
                    <a:pt x="56822" y="219710"/>
                  </a:lnTo>
                  <a:lnTo>
                    <a:pt x="51895" y="214630"/>
                  </a:lnTo>
                  <a:lnTo>
                    <a:pt x="32845" y="189230"/>
                  </a:lnTo>
                  <a:lnTo>
                    <a:pt x="32845" y="179070"/>
                  </a:lnTo>
                  <a:lnTo>
                    <a:pt x="55324" y="160020"/>
                  </a:lnTo>
                  <a:lnTo>
                    <a:pt x="139503" y="160020"/>
                  </a:lnTo>
                  <a:lnTo>
                    <a:pt x="132413" y="154940"/>
                  </a:lnTo>
                  <a:lnTo>
                    <a:pt x="123239" y="148590"/>
                  </a:lnTo>
                  <a:lnTo>
                    <a:pt x="114363" y="143510"/>
                  </a:lnTo>
                  <a:lnTo>
                    <a:pt x="105749" y="137160"/>
                  </a:lnTo>
                  <a:lnTo>
                    <a:pt x="97361" y="133350"/>
                  </a:lnTo>
                  <a:lnTo>
                    <a:pt x="89287" y="129540"/>
                  </a:lnTo>
                  <a:lnTo>
                    <a:pt x="73805" y="124460"/>
                  </a:lnTo>
                  <a:lnTo>
                    <a:pt x="66373" y="123190"/>
                  </a:lnTo>
                  <a:close/>
                </a:path>
                <a:path extrusionOk="0" h="297179" w="297179">
                  <a:moveTo>
                    <a:pt x="139503" y="160020"/>
                  </a:moveTo>
                  <a:lnTo>
                    <a:pt x="58753" y="160020"/>
                  </a:lnTo>
                  <a:lnTo>
                    <a:pt x="62436" y="161290"/>
                  </a:lnTo>
                  <a:lnTo>
                    <a:pt x="66246" y="161290"/>
                  </a:lnTo>
                  <a:lnTo>
                    <a:pt x="70437" y="163830"/>
                  </a:lnTo>
                  <a:lnTo>
                    <a:pt x="75263" y="165100"/>
                  </a:lnTo>
                  <a:lnTo>
                    <a:pt x="79962" y="167640"/>
                  </a:lnTo>
                  <a:lnTo>
                    <a:pt x="85296" y="170180"/>
                  </a:lnTo>
                  <a:lnTo>
                    <a:pt x="96980" y="177800"/>
                  </a:lnTo>
                  <a:lnTo>
                    <a:pt x="103584" y="182880"/>
                  </a:lnTo>
                  <a:lnTo>
                    <a:pt x="110950" y="187960"/>
                  </a:lnTo>
                  <a:lnTo>
                    <a:pt x="116919" y="191770"/>
                  </a:lnTo>
                  <a:lnTo>
                    <a:pt x="122380" y="196850"/>
                  </a:lnTo>
                  <a:lnTo>
                    <a:pt x="127079" y="200660"/>
                  </a:lnTo>
                  <a:lnTo>
                    <a:pt x="131905" y="204470"/>
                  </a:lnTo>
                  <a:lnTo>
                    <a:pt x="135969" y="208280"/>
                  </a:lnTo>
                  <a:lnTo>
                    <a:pt x="142827" y="215900"/>
                  </a:lnTo>
                  <a:lnTo>
                    <a:pt x="145621" y="218440"/>
                  </a:lnTo>
                  <a:lnTo>
                    <a:pt x="149939" y="226060"/>
                  </a:lnTo>
                  <a:lnTo>
                    <a:pt x="151336" y="228600"/>
                  </a:lnTo>
                  <a:lnTo>
                    <a:pt x="152606" y="234950"/>
                  </a:lnTo>
                  <a:lnTo>
                    <a:pt x="152606" y="238760"/>
                  </a:lnTo>
                  <a:lnTo>
                    <a:pt x="151082" y="245110"/>
                  </a:lnTo>
                  <a:lnTo>
                    <a:pt x="149558" y="247650"/>
                  </a:lnTo>
                  <a:lnTo>
                    <a:pt x="147399" y="251460"/>
                  </a:lnTo>
                  <a:lnTo>
                    <a:pt x="144351" y="255270"/>
                  </a:lnTo>
                  <a:lnTo>
                    <a:pt x="140922" y="257810"/>
                  </a:lnTo>
                  <a:lnTo>
                    <a:pt x="137112" y="260350"/>
                  </a:lnTo>
                  <a:lnTo>
                    <a:pt x="133175" y="261620"/>
                  </a:lnTo>
                  <a:lnTo>
                    <a:pt x="177133" y="261620"/>
                  </a:lnTo>
                  <a:lnTo>
                    <a:pt x="180435" y="255270"/>
                  </a:lnTo>
                  <a:lnTo>
                    <a:pt x="183279" y="247650"/>
                  </a:lnTo>
                  <a:lnTo>
                    <a:pt x="184991" y="240030"/>
                  </a:lnTo>
                  <a:lnTo>
                    <a:pt x="185544" y="233680"/>
                  </a:lnTo>
                  <a:lnTo>
                    <a:pt x="185497" y="228600"/>
                  </a:lnTo>
                  <a:lnTo>
                    <a:pt x="169384" y="189230"/>
                  </a:lnTo>
                  <a:lnTo>
                    <a:pt x="163528" y="182880"/>
                  </a:lnTo>
                  <a:lnTo>
                    <a:pt x="156809" y="175260"/>
                  </a:lnTo>
                  <a:lnTo>
                    <a:pt x="149399" y="168910"/>
                  </a:lnTo>
                  <a:lnTo>
                    <a:pt x="141275" y="161290"/>
                  </a:lnTo>
                  <a:lnTo>
                    <a:pt x="139503" y="160020"/>
                  </a:lnTo>
                  <a:close/>
                </a:path>
                <a:path extrusionOk="0" h="297179" w="297179">
                  <a:moveTo>
                    <a:pt x="206556" y="46990"/>
                  </a:moveTo>
                  <a:lnTo>
                    <a:pt x="144224" y="46990"/>
                  </a:lnTo>
                  <a:lnTo>
                    <a:pt x="147145" y="48260"/>
                  </a:lnTo>
                  <a:lnTo>
                    <a:pt x="152987" y="49530"/>
                  </a:lnTo>
                  <a:lnTo>
                    <a:pt x="155781" y="50800"/>
                  </a:lnTo>
                  <a:lnTo>
                    <a:pt x="158448" y="53340"/>
                  </a:lnTo>
                  <a:lnTo>
                    <a:pt x="161242" y="54610"/>
                  </a:lnTo>
                  <a:lnTo>
                    <a:pt x="164036" y="57150"/>
                  </a:lnTo>
                  <a:lnTo>
                    <a:pt x="166703" y="60960"/>
                  </a:lnTo>
                  <a:lnTo>
                    <a:pt x="169370" y="63500"/>
                  </a:lnTo>
                  <a:lnTo>
                    <a:pt x="171910" y="67310"/>
                  </a:lnTo>
                  <a:lnTo>
                    <a:pt x="187023" y="113030"/>
                  </a:lnTo>
                  <a:lnTo>
                    <a:pt x="196040" y="160020"/>
                  </a:lnTo>
                  <a:lnTo>
                    <a:pt x="200358" y="172720"/>
                  </a:lnTo>
                  <a:lnTo>
                    <a:pt x="201374" y="175260"/>
                  </a:lnTo>
                  <a:lnTo>
                    <a:pt x="202644" y="176530"/>
                  </a:lnTo>
                  <a:lnTo>
                    <a:pt x="204422" y="177800"/>
                  </a:lnTo>
                  <a:lnTo>
                    <a:pt x="206073" y="179070"/>
                  </a:lnTo>
                  <a:lnTo>
                    <a:pt x="208232" y="181610"/>
                  </a:lnTo>
                  <a:lnTo>
                    <a:pt x="210899" y="182880"/>
                  </a:lnTo>
                  <a:lnTo>
                    <a:pt x="213566" y="185420"/>
                  </a:lnTo>
                  <a:lnTo>
                    <a:pt x="215979" y="186690"/>
                  </a:lnTo>
                  <a:lnTo>
                    <a:pt x="218011" y="187960"/>
                  </a:lnTo>
                  <a:lnTo>
                    <a:pt x="220043" y="187960"/>
                  </a:lnTo>
                  <a:lnTo>
                    <a:pt x="221821" y="189230"/>
                  </a:lnTo>
                  <a:lnTo>
                    <a:pt x="224742" y="189230"/>
                  </a:lnTo>
                  <a:lnTo>
                    <a:pt x="226139" y="187960"/>
                  </a:lnTo>
                  <a:lnTo>
                    <a:pt x="227409" y="186690"/>
                  </a:lnTo>
                  <a:lnTo>
                    <a:pt x="228552" y="185420"/>
                  </a:lnTo>
                  <a:lnTo>
                    <a:pt x="231092" y="182880"/>
                  </a:lnTo>
                  <a:lnTo>
                    <a:pt x="264402" y="137160"/>
                  </a:lnTo>
                  <a:lnTo>
                    <a:pt x="225758" y="137160"/>
                  </a:lnTo>
                  <a:lnTo>
                    <a:pt x="220551" y="105410"/>
                  </a:lnTo>
                  <a:lnTo>
                    <a:pt x="212804" y="66040"/>
                  </a:lnTo>
                  <a:lnTo>
                    <a:pt x="208423" y="52070"/>
                  </a:lnTo>
                  <a:lnTo>
                    <a:pt x="206556" y="46990"/>
                  </a:lnTo>
                  <a:close/>
                </a:path>
                <a:path extrusionOk="0" h="297179" w="297179">
                  <a:moveTo>
                    <a:pt x="278844" y="74930"/>
                  </a:moveTo>
                  <a:lnTo>
                    <a:pt x="270716" y="74930"/>
                  </a:lnTo>
                  <a:lnTo>
                    <a:pt x="270208" y="76200"/>
                  </a:lnTo>
                  <a:lnTo>
                    <a:pt x="225758" y="137160"/>
                  </a:lnTo>
                  <a:lnTo>
                    <a:pt x="264402" y="137160"/>
                  </a:lnTo>
                  <a:lnTo>
                    <a:pt x="295862" y="93980"/>
                  </a:lnTo>
                  <a:lnTo>
                    <a:pt x="296370" y="93980"/>
                  </a:lnTo>
                  <a:lnTo>
                    <a:pt x="296751" y="92710"/>
                  </a:lnTo>
                  <a:lnTo>
                    <a:pt x="296751" y="90170"/>
                  </a:lnTo>
                  <a:lnTo>
                    <a:pt x="296497" y="90170"/>
                  </a:lnTo>
                  <a:lnTo>
                    <a:pt x="294973" y="87630"/>
                  </a:lnTo>
                  <a:lnTo>
                    <a:pt x="293830" y="86360"/>
                  </a:lnTo>
                  <a:lnTo>
                    <a:pt x="292306" y="85090"/>
                  </a:lnTo>
                  <a:lnTo>
                    <a:pt x="290909" y="83820"/>
                  </a:lnTo>
                  <a:lnTo>
                    <a:pt x="289004" y="81280"/>
                  </a:lnTo>
                  <a:lnTo>
                    <a:pt x="284432" y="78740"/>
                  </a:lnTo>
                  <a:lnTo>
                    <a:pt x="280622" y="76200"/>
                  </a:lnTo>
                  <a:lnTo>
                    <a:pt x="278844" y="74930"/>
                  </a:lnTo>
                  <a:close/>
                </a:path>
                <a:path extrusionOk="0" h="297179" w="297179">
                  <a:moveTo>
                    <a:pt x="154130" y="0"/>
                  </a:moveTo>
                  <a:lnTo>
                    <a:pt x="147653" y="0"/>
                  </a:lnTo>
                  <a:lnTo>
                    <a:pt x="134699" y="2540"/>
                  </a:lnTo>
                  <a:lnTo>
                    <a:pt x="103457" y="29210"/>
                  </a:lnTo>
                  <a:lnTo>
                    <a:pt x="99774" y="34290"/>
                  </a:lnTo>
                  <a:lnTo>
                    <a:pt x="96599" y="39370"/>
                  </a:lnTo>
                  <a:lnTo>
                    <a:pt x="94186" y="44450"/>
                  </a:lnTo>
                  <a:lnTo>
                    <a:pt x="91646" y="49530"/>
                  </a:lnTo>
                  <a:lnTo>
                    <a:pt x="85423" y="72390"/>
                  </a:lnTo>
                  <a:lnTo>
                    <a:pt x="84915" y="76200"/>
                  </a:lnTo>
                  <a:lnTo>
                    <a:pt x="84915" y="80010"/>
                  </a:lnTo>
                  <a:lnTo>
                    <a:pt x="85169" y="82550"/>
                  </a:lnTo>
                  <a:lnTo>
                    <a:pt x="85550" y="83820"/>
                  </a:lnTo>
                  <a:lnTo>
                    <a:pt x="86312" y="85090"/>
                  </a:lnTo>
                  <a:lnTo>
                    <a:pt x="86820" y="86360"/>
                  </a:lnTo>
                  <a:lnTo>
                    <a:pt x="88344" y="88900"/>
                  </a:lnTo>
                  <a:lnTo>
                    <a:pt x="89233" y="88900"/>
                  </a:lnTo>
                  <a:lnTo>
                    <a:pt x="91519" y="91440"/>
                  </a:lnTo>
                  <a:lnTo>
                    <a:pt x="93043" y="92710"/>
                  </a:lnTo>
                  <a:lnTo>
                    <a:pt x="94821" y="93980"/>
                  </a:lnTo>
                  <a:lnTo>
                    <a:pt x="97615" y="96520"/>
                  </a:lnTo>
                  <a:lnTo>
                    <a:pt x="99901" y="97790"/>
                  </a:lnTo>
                  <a:lnTo>
                    <a:pt x="103965" y="100330"/>
                  </a:lnTo>
                  <a:lnTo>
                    <a:pt x="105616" y="100330"/>
                  </a:lnTo>
                  <a:lnTo>
                    <a:pt x="106886" y="101600"/>
                  </a:lnTo>
                  <a:lnTo>
                    <a:pt x="111712" y="101600"/>
                  </a:lnTo>
                  <a:lnTo>
                    <a:pt x="112347" y="100330"/>
                  </a:lnTo>
                  <a:lnTo>
                    <a:pt x="113109" y="99060"/>
                  </a:lnTo>
                  <a:lnTo>
                    <a:pt x="113490" y="97790"/>
                  </a:lnTo>
                  <a:lnTo>
                    <a:pt x="113744" y="91440"/>
                  </a:lnTo>
                  <a:lnTo>
                    <a:pt x="113998" y="88900"/>
                  </a:lnTo>
                  <a:lnTo>
                    <a:pt x="115014" y="81280"/>
                  </a:lnTo>
                  <a:lnTo>
                    <a:pt x="116030" y="77470"/>
                  </a:lnTo>
                  <a:lnTo>
                    <a:pt x="117554" y="72390"/>
                  </a:lnTo>
                  <a:lnTo>
                    <a:pt x="118951" y="67310"/>
                  </a:lnTo>
                  <a:lnTo>
                    <a:pt x="144224" y="46990"/>
                  </a:lnTo>
                  <a:lnTo>
                    <a:pt x="206556" y="46990"/>
                  </a:lnTo>
                  <a:lnTo>
                    <a:pt x="206089" y="45720"/>
                  </a:lnTo>
                  <a:lnTo>
                    <a:pt x="203660" y="40640"/>
                  </a:lnTo>
                  <a:lnTo>
                    <a:pt x="200231" y="33020"/>
                  </a:lnTo>
                  <a:lnTo>
                    <a:pt x="196421" y="26670"/>
                  </a:lnTo>
                  <a:lnTo>
                    <a:pt x="160480" y="1270"/>
                  </a:lnTo>
                  <a:lnTo>
                    <a:pt x="154130" y="0"/>
                  </a:lnTo>
                  <a:close/>
                </a:path>
                <a:path extrusionOk="0" h="297179" w="297179">
                  <a:moveTo>
                    <a:pt x="274653" y="73660"/>
                  </a:moveTo>
                  <a:lnTo>
                    <a:pt x="273510" y="73660"/>
                  </a:lnTo>
                  <a:lnTo>
                    <a:pt x="272494" y="74930"/>
                  </a:lnTo>
                  <a:lnTo>
                    <a:pt x="277320" y="74930"/>
                  </a:lnTo>
                  <a:lnTo>
                    <a:pt x="274653" y="736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63" name="Google Shape;563;p1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592823" y="3977640"/>
              <a:ext cx="1403603" cy="15864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4" name="Google Shape;564;p19"/>
            <p:cNvSpPr/>
            <p:nvPr/>
          </p:nvSpPr>
          <p:spPr>
            <a:xfrm>
              <a:off x="6629866" y="4015231"/>
              <a:ext cx="1268730" cy="1454785"/>
            </a:xfrm>
            <a:custGeom>
              <a:rect b="b" l="l" r="r" t="t"/>
              <a:pathLst>
                <a:path extrusionOk="0" h="1454785" w="1268729">
                  <a:moveTo>
                    <a:pt x="1197270" y="0"/>
                  </a:moveTo>
                  <a:lnTo>
                    <a:pt x="453050" y="0"/>
                  </a:lnTo>
                  <a:lnTo>
                    <a:pt x="427116" y="4881"/>
                  </a:lnTo>
                  <a:lnTo>
                    <a:pt x="405505" y="18383"/>
                  </a:lnTo>
                  <a:lnTo>
                    <a:pt x="389917" y="38790"/>
                  </a:lnTo>
                  <a:lnTo>
                    <a:pt x="382057" y="64389"/>
                  </a:lnTo>
                  <a:lnTo>
                    <a:pt x="373752" y="116087"/>
                  </a:lnTo>
                  <a:lnTo>
                    <a:pt x="362659" y="166705"/>
                  </a:lnTo>
                  <a:lnTo>
                    <a:pt x="348774" y="216284"/>
                  </a:lnTo>
                  <a:lnTo>
                    <a:pt x="332091" y="264863"/>
                  </a:lnTo>
                  <a:lnTo>
                    <a:pt x="312607" y="312483"/>
                  </a:lnTo>
                  <a:lnTo>
                    <a:pt x="290317" y="359183"/>
                  </a:lnTo>
                  <a:lnTo>
                    <a:pt x="265217" y="405003"/>
                  </a:lnTo>
                  <a:lnTo>
                    <a:pt x="238444" y="449488"/>
                  </a:lnTo>
                  <a:lnTo>
                    <a:pt x="209231" y="492212"/>
                  </a:lnTo>
                  <a:lnTo>
                    <a:pt x="177659" y="533092"/>
                  </a:lnTo>
                  <a:lnTo>
                    <a:pt x="143808" y="572046"/>
                  </a:lnTo>
                  <a:lnTo>
                    <a:pt x="107758" y="608991"/>
                  </a:lnTo>
                  <a:lnTo>
                    <a:pt x="69588" y="643846"/>
                  </a:lnTo>
                  <a:lnTo>
                    <a:pt x="29378" y="676529"/>
                  </a:lnTo>
                  <a:lnTo>
                    <a:pt x="10981" y="696434"/>
                  </a:lnTo>
                  <a:lnTo>
                    <a:pt x="978" y="720232"/>
                  </a:lnTo>
                  <a:lnTo>
                    <a:pt x="0" y="745769"/>
                  </a:lnTo>
                  <a:lnTo>
                    <a:pt x="8677" y="770890"/>
                  </a:lnTo>
                  <a:lnTo>
                    <a:pt x="382057" y="1417447"/>
                  </a:lnTo>
                  <a:lnTo>
                    <a:pt x="425455" y="1451754"/>
                  </a:lnTo>
                  <a:lnTo>
                    <a:pt x="443779" y="1454277"/>
                  </a:lnTo>
                  <a:lnTo>
                    <a:pt x="455425" y="1453453"/>
                  </a:lnTo>
                  <a:lnTo>
                    <a:pt x="526322" y="1413626"/>
                  </a:lnTo>
                  <a:lnTo>
                    <a:pt x="566805" y="1383328"/>
                  </a:lnTo>
                  <a:lnTo>
                    <a:pt x="606471" y="1351859"/>
                  </a:lnTo>
                  <a:lnTo>
                    <a:pt x="645287" y="1319252"/>
                  </a:lnTo>
                  <a:lnTo>
                    <a:pt x="683217" y="1285540"/>
                  </a:lnTo>
                  <a:lnTo>
                    <a:pt x="720229" y="1250758"/>
                  </a:lnTo>
                  <a:lnTo>
                    <a:pt x="756288" y="1214938"/>
                  </a:lnTo>
                  <a:lnTo>
                    <a:pt x="791362" y="1178115"/>
                  </a:lnTo>
                  <a:lnTo>
                    <a:pt x="825417" y="1140321"/>
                  </a:lnTo>
                  <a:lnTo>
                    <a:pt x="858418" y="1101591"/>
                  </a:lnTo>
                  <a:lnTo>
                    <a:pt x="890333" y="1061957"/>
                  </a:lnTo>
                  <a:lnTo>
                    <a:pt x="921127" y="1021453"/>
                  </a:lnTo>
                  <a:lnTo>
                    <a:pt x="950766" y="980112"/>
                  </a:lnTo>
                  <a:lnTo>
                    <a:pt x="979218" y="937969"/>
                  </a:lnTo>
                  <a:lnTo>
                    <a:pt x="1006449" y="895056"/>
                  </a:lnTo>
                  <a:lnTo>
                    <a:pt x="1032424" y="851408"/>
                  </a:lnTo>
                  <a:lnTo>
                    <a:pt x="1057517" y="806281"/>
                  </a:lnTo>
                  <a:lnTo>
                    <a:pt x="1081261" y="760683"/>
                  </a:lnTo>
                  <a:lnTo>
                    <a:pt x="1103648" y="714622"/>
                  </a:lnTo>
                  <a:lnTo>
                    <a:pt x="1124674" y="668109"/>
                  </a:lnTo>
                  <a:lnTo>
                    <a:pt x="1144330" y="621153"/>
                  </a:lnTo>
                  <a:lnTo>
                    <a:pt x="1162610" y="573763"/>
                  </a:lnTo>
                  <a:lnTo>
                    <a:pt x="1179508" y="525951"/>
                  </a:lnTo>
                  <a:lnTo>
                    <a:pt x="1195016" y="477726"/>
                  </a:lnTo>
                  <a:lnTo>
                    <a:pt x="1209128" y="429097"/>
                  </a:lnTo>
                  <a:lnTo>
                    <a:pt x="1221838" y="380075"/>
                  </a:lnTo>
                  <a:lnTo>
                    <a:pt x="1233138" y="330669"/>
                  </a:lnTo>
                  <a:lnTo>
                    <a:pt x="1243022" y="280890"/>
                  </a:lnTo>
                  <a:lnTo>
                    <a:pt x="1251483" y="230746"/>
                  </a:lnTo>
                  <a:lnTo>
                    <a:pt x="1258515" y="180249"/>
                  </a:lnTo>
                  <a:lnTo>
                    <a:pt x="1264110" y="129407"/>
                  </a:lnTo>
                  <a:lnTo>
                    <a:pt x="1268263" y="78232"/>
                  </a:lnTo>
                  <a:lnTo>
                    <a:pt x="1268299" y="63134"/>
                  </a:lnTo>
                  <a:lnTo>
                    <a:pt x="1265120" y="48895"/>
                  </a:lnTo>
                  <a:lnTo>
                    <a:pt x="1238847" y="13555"/>
                  </a:lnTo>
                  <a:lnTo>
                    <a:pt x="1212256" y="1645"/>
                  </a:lnTo>
                  <a:lnTo>
                    <a:pt x="1197270" y="0"/>
                  </a:lnTo>
                  <a:close/>
                </a:path>
              </a:pathLst>
            </a:custGeom>
            <a:solidFill>
              <a:srgbClr val="BE9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19"/>
            <p:cNvSpPr/>
            <p:nvPr/>
          </p:nvSpPr>
          <p:spPr>
            <a:xfrm>
              <a:off x="6652259" y="4074668"/>
              <a:ext cx="1252855" cy="1399540"/>
            </a:xfrm>
            <a:custGeom>
              <a:rect b="b" l="l" r="r" t="t"/>
              <a:pathLst>
                <a:path extrusionOk="0" h="1399539" w="1252854">
                  <a:moveTo>
                    <a:pt x="1193292" y="0"/>
                  </a:moveTo>
                  <a:lnTo>
                    <a:pt x="450342" y="0"/>
                  </a:lnTo>
                  <a:lnTo>
                    <a:pt x="425446" y="4881"/>
                  </a:lnTo>
                  <a:lnTo>
                    <a:pt x="403764" y="18383"/>
                  </a:lnTo>
                  <a:lnTo>
                    <a:pt x="387655" y="38790"/>
                  </a:lnTo>
                  <a:lnTo>
                    <a:pt x="379475" y="64388"/>
                  </a:lnTo>
                  <a:lnTo>
                    <a:pt x="371225" y="116260"/>
                  </a:lnTo>
                  <a:lnTo>
                    <a:pt x="360214" y="167239"/>
                  </a:lnTo>
                  <a:lnTo>
                    <a:pt x="346485" y="217287"/>
                  </a:lnTo>
                  <a:lnTo>
                    <a:pt x="330077" y="266367"/>
                  </a:lnTo>
                  <a:lnTo>
                    <a:pt x="311029" y="314440"/>
                  </a:lnTo>
                  <a:lnTo>
                    <a:pt x="289382" y="361469"/>
                  </a:lnTo>
                  <a:lnTo>
                    <a:pt x="265175" y="407415"/>
                  </a:lnTo>
                  <a:lnTo>
                    <a:pt x="237737" y="451055"/>
                  </a:lnTo>
                  <a:lnTo>
                    <a:pt x="208299" y="493172"/>
                  </a:lnTo>
                  <a:lnTo>
                    <a:pt x="176821" y="533645"/>
                  </a:lnTo>
                  <a:lnTo>
                    <a:pt x="143264" y="572353"/>
                  </a:lnTo>
                  <a:lnTo>
                    <a:pt x="107588" y="609171"/>
                  </a:lnTo>
                  <a:lnTo>
                    <a:pt x="69752" y="643980"/>
                  </a:lnTo>
                  <a:lnTo>
                    <a:pt x="29718" y="676655"/>
                  </a:lnTo>
                  <a:lnTo>
                    <a:pt x="18966" y="686466"/>
                  </a:lnTo>
                  <a:lnTo>
                    <a:pt x="10572" y="697991"/>
                  </a:lnTo>
                  <a:lnTo>
                    <a:pt x="4321" y="710374"/>
                  </a:lnTo>
                  <a:lnTo>
                    <a:pt x="0" y="722756"/>
                  </a:lnTo>
                  <a:lnTo>
                    <a:pt x="368046" y="1362582"/>
                  </a:lnTo>
                  <a:lnTo>
                    <a:pt x="379940" y="1378035"/>
                  </a:lnTo>
                  <a:lnTo>
                    <a:pt x="394620" y="1389618"/>
                  </a:lnTo>
                  <a:lnTo>
                    <a:pt x="411444" y="1396890"/>
                  </a:lnTo>
                  <a:lnTo>
                    <a:pt x="429768" y="1399412"/>
                  </a:lnTo>
                  <a:lnTo>
                    <a:pt x="441340" y="1398589"/>
                  </a:lnTo>
                  <a:lnTo>
                    <a:pt x="512111" y="1358761"/>
                  </a:lnTo>
                  <a:lnTo>
                    <a:pt x="552524" y="1328459"/>
                  </a:lnTo>
                  <a:lnTo>
                    <a:pt x="592119" y="1296983"/>
                  </a:lnTo>
                  <a:lnTo>
                    <a:pt x="630864" y="1264368"/>
                  </a:lnTo>
                  <a:lnTo>
                    <a:pt x="668725" y="1230647"/>
                  </a:lnTo>
                  <a:lnTo>
                    <a:pt x="705668" y="1195854"/>
                  </a:lnTo>
                  <a:lnTo>
                    <a:pt x="741660" y="1160023"/>
                  </a:lnTo>
                  <a:lnTo>
                    <a:pt x="776668" y="1123187"/>
                  </a:lnTo>
                  <a:lnTo>
                    <a:pt x="810658" y="1085382"/>
                  </a:lnTo>
                  <a:lnTo>
                    <a:pt x="843596" y="1046640"/>
                  </a:lnTo>
                  <a:lnTo>
                    <a:pt x="875449" y="1006995"/>
                  </a:lnTo>
                  <a:lnTo>
                    <a:pt x="906184" y="966481"/>
                  </a:lnTo>
                  <a:lnTo>
                    <a:pt x="935767" y="925133"/>
                  </a:lnTo>
                  <a:lnTo>
                    <a:pt x="964165" y="882983"/>
                  </a:lnTo>
                  <a:lnTo>
                    <a:pt x="991343" y="840067"/>
                  </a:lnTo>
                  <a:lnTo>
                    <a:pt x="1017270" y="796416"/>
                  </a:lnTo>
                  <a:lnTo>
                    <a:pt x="1041914" y="751718"/>
                  </a:lnTo>
                  <a:lnTo>
                    <a:pt x="1065267" y="706544"/>
                  </a:lnTo>
                  <a:lnTo>
                    <a:pt x="1087320" y="660905"/>
                  </a:lnTo>
                  <a:lnTo>
                    <a:pt x="1108067" y="614812"/>
                  </a:lnTo>
                  <a:lnTo>
                    <a:pt x="1127501" y="568275"/>
                  </a:lnTo>
                  <a:lnTo>
                    <a:pt x="1145616" y="521304"/>
                  </a:lnTo>
                  <a:lnTo>
                    <a:pt x="1162405" y="473909"/>
                  </a:lnTo>
                  <a:lnTo>
                    <a:pt x="1177861" y="426100"/>
                  </a:lnTo>
                  <a:lnTo>
                    <a:pt x="1191978" y="377888"/>
                  </a:lnTo>
                  <a:lnTo>
                    <a:pt x="1204748" y="329283"/>
                  </a:lnTo>
                  <a:lnTo>
                    <a:pt x="1216166" y="280296"/>
                  </a:lnTo>
                  <a:lnTo>
                    <a:pt x="1226224" y="230935"/>
                  </a:lnTo>
                  <a:lnTo>
                    <a:pt x="1234916" y="181212"/>
                  </a:lnTo>
                  <a:lnTo>
                    <a:pt x="1242235" y="131137"/>
                  </a:lnTo>
                  <a:lnTo>
                    <a:pt x="1248174" y="80720"/>
                  </a:lnTo>
                  <a:lnTo>
                    <a:pt x="1252728" y="29971"/>
                  </a:lnTo>
                  <a:lnTo>
                    <a:pt x="1248156" y="25272"/>
                  </a:lnTo>
                  <a:lnTo>
                    <a:pt x="1248156" y="22986"/>
                  </a:lnTo>
                  <a:lnTo>
                    <a:pt x="1236690" y="13608"/>
                  </a:lnTo>
                  <a:lnTo>
                    <a:pt x="1223295" y="6349"/>
                  </a:lnTo>
                  <a:lnTo>
                    <a:pt x="1208615" y="1662"/>
                  </a:lnTo>
                  <a:lnTo>
                    <a:pt x="1193292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19"/>
            <p:cNvSpPr/>
            <p:nvPr/>
          </p:nvSpPr>
          <p:spPr>
            <a:xfrm>
              <a:off x="6652259" y="4074668"/>
              <a:ext cx="1252855" cy="1399540"/>
            </a:xfrm>
            <a:custGeom>
              <a:rect b="b" l="l" r="r" t="t"/>
              <a:pathLst>
                <a:path extrusionOk="0" h="1399539" w="1252854">
                  <a:moveTo>
                    <a:pt x="470916" y="1387855"/>
                  </a:moveTo>
                  <a:lnTo>
                    <a:pt x="512111" y="1358761"/>
                  </a:lnTo>
                  <a:lnTo>
                    <a:pt x="552524" y="1328459"/>
                  </a:lnTo>
                  <a:lnTo>
                    <a:pt x="592119" y="1296983"/>
                  </a:lnTo>
                  <a:lnTo>
                    <a:pt x="630864" y="1264368"/>
                  </a:lnTo>
                  <a:lnTo>
                    <a:pt x="668725" y="1230647"/>
                  </a:lnTo>
                  <a:lnTo>
                    <a:pt x="705668" y="1195854"/>
                  </a:lnTo>
                  <a:lnTo>
                    <a:pt x="741660" y="1160023"/>
                  </a:lnTo>
                  <a:lnTo>
                    <a:pt x="776668" y="1123187"/>
                  </a:lnTo>
                  <a:lnTo>
                    <a:pt x="810658" y="1085382"/>
                  </a:lnTo>
                  <a:lnTo>
                    <a:pt x="843596" y="1046640"/>
                  </a:lnTo>
                  <a:lnTo>
                    <a:pt x="875449" y="1006995"/>
                  </a:lnTo>
                  <a:lnTo>
                    <a:pt x="906184" y="966481"/>
                  </a:lnTo>
                  <a:lnTo>
                    <a:pt x="935767" y="925133"/>
                  </a:lnTo>
                  <a:lnTo>
                    <a:pt x="964165" y="882983"/>
                  </a:lnTo>
                  <a:lnTo>
                    <a:pt x="991343" y="840067"/>
                  </a:lnTo>
                  <a:lnTo>
                    <a:pt x="1017270" y="796416"/>
                  </a:lnTo>
                  <a:lnTo>
                    <a:pt x="1041914" y="751718"/>
                  </a:lnTo>
                  <a:lnTo>
                    <a:pt x="1065267" y="706544"/>
                  </a:lnTo>
                  <a:lnTo>
                    <a:pt x="1087320" y="660905"/>
                  </a:lnTo>
                  <a:lnTo>
                    <a:pt x="1108067" y="614812"/>
                  </a:lnTo>
                  <a:lnTo>
                    <a:pt x="1127501" y="568275"/>
                  </a:lnTo>
                  <a:lnTo>
                    <a:pt x="1145616" y="521304"/>
                  </a:lnTo>
                  <a:lnTo>
                    <a:pt x="1162405" y="473909"/>
                  </a:lnTo>
                  <a:lnTo>
                    <a:pt x="1177861" y="426100"/>
                  </a:lnTo>
                  <a:lnTo>
                    <a:pt x="1191978" y="377888"/>
                  </a:lnTo>
                  <a:lnTo>
                    <a:pt x="1204748" y="329283"/>
                  </a:lnTo>
                  <a:lnTo>
                    <a:pt x="1216166" y="280296"/>
                  </a:lnTo>
                  <a:lnTo>
                    <a:pt x="1226224" y="230935"/>
                  </a:lnTo>
                  <a:lnTo>
                    <a:pt x="1234916" y="181212"/>
                  </a:lnTo>
                  <a:lnTo>
                    <a:pt x="1242235" y="131137"/>
                  </a:lnTo>
                  <a:lnTo>
                    <a:pt x="1248174" y="80720"/>
                  </a:lnTo>
                  <a:lnTo>
                    <a:pt x="1252728" y="29971"/>
                  </a:lnTo>
                  <a:lnTo>
                    <a:pt x="1250442" y="27558"/>
                  </a:lnTo>
                  <a:lnTo>
                    <a:pt x="1248156" y="25272"/>
                  </a:lnTo>
                  <a:lnTo>
                    <a:pt x="1248156" y="22986"/>
                  </a:lnTo>
                  <a:lnTo>
                    <a:pt x="1236690" y="13608"/>
                  </a:lnTo>
                  <a:lnTo>
                    <a:pt x="1223295" y="6349"/>
                  </a:lnTo>
                  <a:lnTo>
                    <a:pt x="1208615" y="1662"/>
                  </a:lnTo>
                  <a:lnTo>
                    <a:pt x="1193292" y="0"/>
                  </a:lnTo>
                  <a:lnTo>
                    <a:pt x="763774" y="0"/>
                  </a:lnTo>
                  <a:lnTo>
                    <a:pt x="543210" y="0"/>
                  </a:lnTo>
                  <a:lnTo>
                    <a:pt x="461950" y="0"/>
                  </a:lnTo>
                  <a:lnTo>
                    <a:pt x="450342" y="0"/>
                  </a:lnTo>
                  <a:lnTo>
                    <a:pt x="425446" y="4881"/>
                  </a:lnTo>
                  <a:lnTo>
                    <a:pt x="403764" y="18383"/>
                  </a:lnTo>
                  <a:lnTo>
                    <a:pt x="387655" y="38790"/>
                  </a:lnTo>
                  <a:lnTo>
                    <a:pt x="379475" y="64388"/>
                  </a:lnTo>
                  <a:lnTo>
                    <a:pt x="371225" y="116260"/>
                  </a:lnTo>
                  <a:lnTo>
                    <a:pt x="360214" y="167239"/>
                  </a:lnTo>
                  <a:lnTo>
                    <a:pt x="346485" y="217287"/>
                  </a:lnTo>
                  <a:lnTo>
                    <a:pt x="330077" y="266367"/>
                  </a:lnTo>
                  <a:lnTo>
                    <a:pt x="311029" y="314440"/>
                  </a:lnTo>
                  <a:lnTo>
                    <a:pt x="289382" y="361469"/>
                  </a:lnTo>
                  <a:lnTo>
                    <a:pt x="265175" y="407415"/>
                  </a:lnTo>
                  <a:lnTo>
                    <a:pt x="237737" y="451055"/>
                  </a:lnTo>
                  <a:lnTo>
                    <a:pt x="208299" y="493172"/>
                  </a:lnTo>
                  <a:lnTo>
                    <a:pt x="176821" y="533645"/>
                  </a:lnTo>
                  <a:lnTo>
                    <a:pt x="143264" y="572353"/>
                  </a:lnTo>
                  <a:lnTo>
                    <a:pt x="107588" y="609171"/>
                  </a:lnTo>
                  <a:lnTo>
                    <a:pt x="69752" y="643980"/>
                  </a:lnTo>
                  <a:lnTo>
                    <a:pt x="29718" y="676655"/>
                  </a:lnTo>
                  <a:lnTo>
                    <a:pt x="18966" y="686466"/>
                  </a:lnTo>
                  <a:lnTo>
                    <a:pt x="10572" y="697991"/>
                  </a:lnTo>
                  <a:lnTo>
                    <a:pt x="4321" y="710374"/>
                  </a:lnTo>
                  <a:lnTo>
                    <a:pt x="0" y="722756"/>
                  </a:lnTo>
                  <a:lnTo>
                    <a:pt x="212776" y="1092656"/>
                  </a:lnTo>
                  <a:lnTo>
                    <a:pt x="322040" y="1282604"/>
                  </a:lnTo>
                  <a:lnTo>
                    <a:pt x="362295" y="1352585"/>
                  </a:lnTo>
                  <a:lnTo>
                    <a:pt x="394620" y="1389618"/>
                  </a:lnTo>
                  <a:lnTo>
                    <a:pt x="429768" y="1399412"/>
                  </a:lnTo>
                  <a:lnTo>
                    <a:pt x="441340" y="1398589"/>
                  </a:lnTo>
                  <a:lnTo>
                    <a:pt x="452056" y="1396253"/>
                  </a:lnTo>
                  <a:lnTo>
                    <a:pt x="461914" y="1392608"/>
                  </a:lnTo>
                  <a:lnTo>
                    <a:pt x="470916" y="1387855"/>
                  </a:lnTo>
                  <a:close/>
                </a:path>
              </a:pathLst>
            </a:custGeom>
            <a:noFill/>
            <a:ln cap="flat" cmpd="sng" w="9525">
              <a:solidFill>
                <a:srgbClr val="BE9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67" name="Google Shape;567;p1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986016" y="4379975"/>
              <a:ext cx="672083" cy="6720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8" name="Google Shape;568;p19"/>
            <p:cNvSpPr/>
            <p:nvPr/>
          </p:nvSpPr>
          <p:spPr>
            <a:xfrm>
              <a:off x="7022592" y="4417694"/>
              <a:ext cx="548640" cy="549275"/>
            </a:xfrm>
            <a:custGeom>
              <a:rect b="b" l="l" r="r" t="t"/>
              <a:pathLst>
                <a:path extrusionOk="0" h="549275" w="548640">
                  <a:moveTo>
                    <a:pt x="409066" y="466851"/>
                  </a:moveTo>
                  <a:lnTo>
                    <a:pt x="134747" y="466851"/>
                  </a:lnTo>
                  <a:lnTo>
                    <a:pt x="157218" y="480349"/>
                  </a:lnTo>
                  <a:lnTo>
                    <a:pt x="181070" y="491585"/>
                  </a:lnTo>
                  <a:lnTo>
                    <a:pt x="205827" y="500106"/>
                  </a:lnTo>
                  <a:lnTo>
                    <a:pt x="231012" y="505459"/>
                  </a:lnTo>
                  <a:lnTo>
                    <a:pt x="231012" y="543940"/>
                  </a:lnTo>
                  <a:lnTo>
                    <a:pt x="235838" y="548766"/>
                  </a:lnTo>
                  <a:lnTo>
                    <a:pt x="307975" y="548766"/>
                  </a:lnTo>
                  <a:lnTo>
                    <a:pt x="312800" y="543940"/>
                  </a:lnTo>
                  <a:lnTo>
                    <a:pt x="312800" y="505459"/>
                  </a:lnTo>
                  <a:lnTo>
                    <a:pt x="337986" y="500106"/>
                  </a:lnTo>
                  <a:lnTo>
                    <a:pt x="362743" y="491585"/>
                  </a:lnTo>
                  <a:lnTo>
                    <a:pt x="386595" y="480349"/>
                  </a:lnTo>
                  <a:lnTo>
                    <a:pt x="409066" y="466851"/>
                  </a:lnTo>
                  <a:close/>
                </a:path>
                <a:path extrusionOk="0" h="549275" w="548640">
                  <a:moveTo>
                    <a:pt x="110743" y="52958"/>
                  </a:moveTo>
                  <a:lnTo>
                    <a:pt x="101091" y="52958"/>
                  </a:lnTo>
                  <a:lnTo>
                    <a:pt x="96265" y="57784"/>
                  </a:lnTo>
                  <a:lnTo>
                    <a:pt x="57784" y="101091"/>
                  </a:lnTo>
                  <a:lnTo>
                    <a:pt x="52958" y="101091"/>
                  </a:lnTo>
                  <a:lnTo>
                    <a:pt x="52958" y="115442"/>
                  </a:lnTo>
                  <a:lnTo>
                    <a:pt x="57784" y="115442"/>
                  </a:lnTo>
                  <a:lnTo>
                    <a:pt x="81787" y="139572"/>
                  </a:lnTo>
                  <a:lnTo>
                    <a:pt x="68288" y="161289"/>
                  </a:lnTo>
                  <a:lnTo>
                    <a:pt x="56562" y="183483"/>
                  </a:lnTo>
                  <a:lnTo>
                    <a:pt x="46622" y="206581"/>
                  </a:lnTo>
                  <a:lnTo>
                    <a:pt x="38480" y="231012"/>
                  </a:lnTo>
                  <a:lnTo>
                    <a:pt x="4825" y="231012"/>
                  </a:lnTo>
                  <a:lnTo>
                    <a:pt x="0" y="235838"/>
                  </a:lnTo>
                  <a:lnTo>
                    <a:pt x="0" y="308101"/>
                  </a:lnTo>
                  <a:lnTo>
                    <a:pt x="4825" y="312800"/>
                  </a:lnTo>
                  <a:lnTo>
                    <a:pt x="38480" y="312800"/>
                  </a:lnTo>
                  <a:lnTo>
                    <a:pt x="43832" y="338042"/>
                  </a:lnTo>
                  <a:lnTo>
                    <a:pt x="52339" y="362807"/>
                  </a:lnTo>
                  <a:lnTo>
                    <a:pt x="63537" y="386667"/>
                  </a:lnTo>
                  <a:lnTo>
                    <a:pt x="76961" y="409193"/>
                  </a:lnTo>
                  <a:lnTo>
                    <a:pt x="52958" y="433196"/>
                  </a:lnTo>
                  <a:lnTo>
                    <a:pt x="52958" y="442848"/>
                  </a:lnTo>
                  <a:lnTo>
                    <a:pt x="101091" y="490981"/>
                  </a:lnTo>
                  <a:lnTo>
                    <a:pt x="110743" y="490981"/>
                  </a:lnTo>
                  <a:lnTo>
                    <a:pt x="115442" y="486155"/>
                  </a:lnTo>
                  <a:lnTo>
                    <a:pt x="134747" y="466851"/>
                  </a:lnTo>
                  <a:lnTo>
                    <a:pt x="468989" y="466851"/>
                  </a:lnTo>
                  <a:lnTo>
                    <a:pt x="486028" y="447674"/>
                  </a:lnTo>
                  <a:lnTo>
                    <a:pt x="490854" y="442848"/>
                  </a:lnTo>
                  <a:lnTo>
                    <a:pt x="490854" y="433196"/>
                  </a:lnTo>
                  <a:lnTo>
                    <a:pt x="466851" y="409193"/>
                  </a:lnTo>
                  <a:lnTo>
                    <a:pt x="472280" y="399541"/>
                  </a:lnTo>
                  <a:lnTo>
                    <a:pt x="274319" y="399541"/>
                  </a:lnTo>
                  <a:lnTo>
                    <a:pt x="223587" y="389459"/>
                  </a:lnTo>
                  <a:lnTo>
                    <a:pt x="182308" y="362219"/>
                  </a:lnTo>
                  <a:lnTo>
                    <a:pt x="154555" y="322335"/>
                  </a:lnTo>
                  <a:lnTo>
                    <a:pt x="144399" y="274319"/>
                  </a:lnTo>
                  <a:lnTo>
                    <a:pt x="154555" y="223587"/>
                  </a:lnTo>
                  <a:lnTo>
                    <a:pt x="182308" y="182308"/>
                  </a:lnTo>
                  <a:lnTo>
                    <a:pt x="223587" y="154555"/>
                  </a:lnTo>
                  <a:lnTo>
                    <a:pt x="274319" y="144398"/>
                  </a:lnTo>
                  <a:lnTo>
                    <a:pt x="465009" y="144398"/>
                  </a:lnTo>
                  <a:lnTo>
                    <a:pt x="462025" y="139572"/>
                  </a:lnTo>
                  <a:lnTo>
                    <a:pt x="490854" y="110616"/>
                  </a:lnTo>
                  <a:lnTo>
                    <a:pt x="490854" y="105917"/>
                  </a:lnTo>
                  <a:lnTo>
                    <a:pt x="486028" y="101091"/>
                  </a:lnTo>
                  <a:lnTo>
                    <a:pt x="486028" y="96265"/>
                  </a:lnTo>
                  <a:lnTo>
                    <a:pt x="469735" y="81787"/>
                  </a:lnTo>
                  <a:lnTo>
                    <a:pt x="139573" y="81787"/>
                  </a:lnTo>
                  <a:lnTo>
                    <a:pt x="115442" y="57784"/>
                  </a:lnTo>
                  <a:lnTo>
                    <a:pt x="110743" y="52958"/>
                  </a:lnTo>
                  <a:close/>
                </a:path>
                <a:path extrusionOk="0" h="549275" w="548640">
                  <a:moveTo>
                    <a:pt x="468989" y="466851"/>
                  </a:moveTo>
                  <a:lnTo>
                    <a:pt x="409066" y="466851"/>
                  </a:lnTo>
                  <a:lnTo>
                    <a:pt x="428371" y="490981"/>
                  </a:lnTo>
                  <a:lnTo>
                    <a:pt x="447548" y="490981"/>
                  </a:lnTo>
                  <a:lnTo>
                    <a:pt x="468989" y="466851"/>
                  </a:lnTo>
                  <a:close/>
                </a:path>
                <a:path extrusionOk="0" h="549275" w="548640">
                  <a:moveTo>
                    <a:pt x="465009" y="144398"/>
                  </a:moveTo>
                  <a:lnTo>
                    <a:pt x="274319" y="144398"/>
                  </a:lnTo>
                  <a:lnTo>
                    <a:pt x="322316" y="154555"/>
                  </a:lnTo>
                  <a:lnTo>
                    <a:pt x="362156" y="182308"/>
                  </a:lnTo>
                  <a:lnTo>
                    <a:pt x="389352" y="223587"/>
                  </a:lnTo>
                  <a:lnTo>
                    <a:pt x="399414" y="274319"/>
                  </a:lnTo>
                  <a:lnTo>
                    <a:pt x="389352" y="322335"/>
                  </a:lnTo>
                  <a:lnTo>
                    <a:pt x="362156" y="362219"/>
                  </a:lnTo>
                  <a:lnTo>
                    <a:pt x="322316" y="389459"/>
                  </a:lnTo>
                  <a:lnTo>
                    <a:pt x="274319" y="399541"/>
                  </a:lnTo>
                  <a:lnTo>
                    <a:pt x="472280" y="399541"/>
                  </a:lnTo>
                  <a:lnTo>
                    <a:pt x="479522" y="386667"/>
                  </a:lnTo>
                  <a:lnTo>
                    <a:pt x="489061" y="362807"/>
                  </a:lnTo>
                  <a:lnTo>
                    <a:pt x="495909" y="338042"/>
                  </a:lnTo>
                  <a:lnTo>
                    <a:pt x="500506" y="312800"/>
                  </a:lnTo>
                  <a:lnTo>
                    <a:pt x="543813" y="312800"/>
                  </a:lnTo>
                  <a:lnTo>
                    <a:pt x="548639" y="308101"/>
                  </a:lnTo>
                  <a:lnTo>
                    <a:pt x="548639" y="235838"/>
                  </a:lnTo>
                  <a:lnTo>
                    <a:pt x="543813" y="231012"/>
                  </a:lnTo>
                  <a:lnTo>
                    <a:pt x="500506" y="231012"/>
                  </a:lnTo>
                  <a:lnTo>
                    <a:pt x="495155" y="206581"/>
                  </a:lnTo>
                  <a:lnTo>
                    <a:pt x="486648" y="183483"/>
                  </a:lnTo>
                  <a:lnTo>
                    <a:pt x="475450" y="161289"/>
                  </a:lnTo>
                  <a:lnTo>
                    <a:pt x="465009" y="144398"/>
                  </a:lnTo>
                  <a:close/>
                </a:path>
                <a:path extrusionOk="0" h="549275" w="548640">
                  <a:moveTo>
                    <a:pt x="274319" y="226186"/>
                  </a:moveTo>
                  <a:lnTo>
                    <a:pt x="254636" y="229653"/>
                  </a:lnTo>
                  <a:lnTo>
                    <a:pt x="239442" y="239442"/>
                  </a:lnTo>
                  <a:lnTo>
                    <a:pt x="229653" y="254636"/>
                  </a:lnTo>
                  <a:lnTo>
                    <a:pt x="226186" y="274319"/>
                  </a:lnTo>
                  <a:lnTo>
                    <a:pt x="229653" y="292020"/>
                  </a:lnTo>
                  <a:lnTo>
                    <a:pt x="239442" y="307435"/>
                  </a:lnTo>
                  <a:lnTo>
                    <a:pt x="254636" y="318325"/>
                  </a:lnTo>
                  <a:lnTo>
                    <a:pt x="274319" y="322452"/>
                  </a:lnTo>
                  <a:lnTo>
                    <a:pt x="291967" y="318325"/>
                  </a:lnTo>
                  <a:lnTo>
                    <a:pt x="307387" y="307435"/>
                  </a:lnTo>
                  <a:lnTo>
                    <a:pt x="318307" y="292020"/>
                  </a:lnTo>
                  <a:lnTo>
                    <a:pt x="322452" y="274319"/>
                  </a:lnTo>
                  <a:lnTo>
                    <a:pt x="318307" y="254636"/>
                  </a:lnTo>
                  <a:lnTo>
                    <a:pt x="307387" y="239442"/>
                  </a:lnTo>
                  <a:lnTo>
                    <a:pt x="291967" y="229653"/>
                  </a:lnTo>
                  <a:lnTo>
                    <a:pt x="274319" y="226186"/>
                  </a:lnTo>
                  <a:close/>
                </a:path>
                <a:path extrusionOk="0" h="549275" w="548640">
                  <a:moveTo>
                    <a:pt x="307975" y="0"/>
                  </a:moveTo>
                  <a:lnTo>
                    <a:pt x="235838" y="0"/>
                  </a:lnTo>
                  <a:lnTo>
                    <a:pt x="231012" y="4825"/>
                  </a:lnTo>
                  <a:lnTo>
                    <a:pt x="231012" y="43306"/>
                  </a:lnTo>
                  <a:lnTo>
                    <a:pt x="205902" y="48640"/>
                  </a:lnTo>
                  <a:lnTo>
                    <a:pt x="181673" y="57118"/>
                  </a:lnTo>
                  <a:lnTo>
                    <a:pt x="159254" y="68310"/>
                  </a:lnTo>
                  <a:lnTo>
                    <a:pt x="139573" y="81787"/>
                  </a:lnTo>
                  <a:lnTo>
                    <a:pt x="404240" y="81787"/>
                  </a:lnTo>
                  <a:lnTo>
                    <a:pt x="382523" y="68310"/>
                  </a:lnTo>
                  <a:lnTo>
                    <a:pt x="360330" y="57118"/>
                  </a:lnTo>
                  <a:lnTo>
                    <a:pt x="337232" y="48640"/>
                  </a:lnTo>
                  <a:lnTo>
                    <a:pt x="312800" y="43306"/>
                  </a:lnTo>
                  <a:lnTo>
                    <a:pt x="312800" y="4825"/>
                  </a:lnTo>
                  <a:lnTo>
                    <a:pt x="307975" y="0"/>
                  </a:lnTo>
                  <a:close/>
                </a:path>
                <a:path extrusionOk="0" h="549275" w="548640">
                  <a:moveTo>
                    <a:pt x="437896" y="52958"/>
                  </a:moveTo>
                  <a:lnTo>
                    <a:pt x="433197" y="52958"/>
                  </a:lnTo>
                  <a:lnTo>
                    <a:pt x="404240" y="81787"/>
                  </a:lnTo>
                  <a:lnTo>
                    <a:pt x="469735" y="81787"/>
                  </a:lnTo>
                  <a:lnTo>
                    <a:pt x="442722" y="57784"/>
                  </a:lnTo>
                  <a:lnTo>
                    <a:pt x="437896" y="529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69" name="Google Shape;569;p1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212079" y="4782311"/>
              <a:ext cx="1769364" cy="10927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0" name="Google Shape;570;p19"/>
            <p:cNvSpPr/>
            <p:nvPr/>
          </p:nvSpPr>
          <p:spPr>
            <a:xfrm>
              <a:off x="5279516" y="4810886"/>
              <a:ext cx="1638300" cy="960755"/>
            </a:xfrm>
            <a:custGeom>
              <a:rect b="b" l="l" r="r" t="t"/>
              <a:pathLst>
                <a:path extrusionOk="0" h="960754" w="1638300">
                  <a:moveTo>
                    <a:pt x="442975" y="0"/>
                  </a:moveTo>
                  <a:lnTo>
                    <a:pt x="401192" y="11223"/>
                  </a:lnTo>
                  <a:lnTo>
                    <a:pt x="369697" y="41401"/>
                  </a:lnTo>
                  <a:lnTo>
                    <a:pt x="10287" y="668654"/>
                  </a:lnTo>
                  <a:lnTo>
                    <a:pt x="0" y="701119"/>
                  </a:lnTo>
                  <a:lnTo>
                    <a:pt x="0" y="718071"/>
                  </a:lnTo>
                  <a:lnTo>
                    <a:pt x="20018" y="765962"/>
                  </a:lnTo>
                  <a:lnTo>
                    <a:pt x="92659" y="808976"/>
                  </a:lnTo>
                  <a:lnTo>
                    <a:pt x="138700" y="828495"/>
                  </a:lnTo>
                  <a:lnTo>
                    <a:pt x="185105" y="846669"/>
                  </a:lnTo>
                  <a:lnTo>
                    <a:pt x="231868" y="863496"/>
                  </a:lnTo>
                  <a:lnTo>
                    <a:pt x="278981" y="878977"/>
                  </a:lnTo>
                  <a:lnTo>
                    <a:pt x="326437" y="893112"/>
                  </a:lnTo>
                  <a:lnTo>
                    <a:pt x="374231" y="905901"/>
                  </a:lnTo>
                  <a:lnTo>
                    <a:pt x="422354" y="917344"/>
                  </a:lnTo>
                  <a:lnTo>
                    <a:pt x="470800" y="927441"/>
                  </a:lnTo>
                  <a:lnTo>
                    <a:pt x="519562" y="936192"/>
                  </a:lnTo>
                  <a:lnTo>
                    <a:pt x="568634" y="943596"/>
                  </a:lnTo>
                  <a:lnTo>
                    <a:pt x="618007" y="949654"/>
                  </a:lnTo>
                  <a:lnTo>
                    <a:pt x="667676" y="954366"/>
                  </a:lnTo>
                  <a:lnTo>
                    <a:pt x="717634" y="957732"/>
                  </a:lnTo>
                  <a:lnTo>
                    <a:pt x="767873" y="959751"/>
                  </a:lnTo>
                  <a:lnTo>
                    <a:pt x="818388" y="960424"/>
                  </a:lnTo>
                  <a:lnTo>
                    <a:pt x="868902" y="959751"/>
                  </a:lnTo>
                  <a:lnTo>
                    <a:pt x="919141" y="957732"/>
                  </a:lnTo>
                  <a:lnTo>
                    <a:pt x="969099" y="954366"/>
                  </a:lnTo>
                  <a:lnTo>
                    <a:pt x="1018768" y="949654"/>
                  </a:lnTo>
                  <a:lnTo>
                    <a:pt x="1068141" y="943596"/>
                  </a:lnTo>
                  <a:lnTo>
                    <a:pt x="1117213" y="936192"/>
                  </a:lnTo>
                  <a:lnTo>
                    <a:pt x="1165975" y="927441"/>
                  </a:lnTo>
                  <a:lnTo>
                    <a:pt x="1214421" y="917344"/>
                  </a:lnTo>
                  <a:lnTo>
                    <a:pt x="1262544" y="905901"/>
                  </a:lnTo>
                  <a:lnTo>
                    <a:pt x="1310338" y="893112"/>
                  </a:lnTo>
                  <a:lnTo>
                    <a:pt x="1357794" y="878977"/>
                  </a:lnTo>
                  <a:lnTo>
                    <a:pt x="1404907" y="863496"/>
                  </a:lnTo>
                  <a:lnTo>
                    <a:pt x="1451670" y="846669"/>
                  </a:lnTo>
                  <a:lnTo>
                    <a:pt x="1498075" y="828495"/>
                  </a:lnTo>
                  <a:lnTo>
                    <a:pt x="1544116" y="808976"/>
                  </a:lnTo>
                  <a:lnTo>
                    <a:pt x="1589786" y="788111"/>
                  </a:lnTo>
                  <a:lnTo>
                    <a:pt x="1626558" y="751549"/>
                  </a:lnTo>
                  <a:lnTo>
                    <a:pt x="1637740" y="718071"/>
                  </a:lnTo>
                  <a:lnTo>
                    <a:pt x="1637633" y="701119"/>
                  </a:lnTo>
                  <a:lnTo>
                    <a:pt x="1633668" y="684571"/>
                  </a:lnTo>
                  <a:lnTo>
                    <a:pt x="1626489" y="668654"/>
                  </a:lnTo>
                  <a:lnTo>
                    <a:pt x="1285489" y="73532"/>
                  </a:lnTo>
                  <a:lnTo>
                    <a:pt x="818388" y="73532"/>
                  </a:lnTo>
                  <a:lnTo>
                    <a:pt x="768387" y="72132"/>
                  </a:lnTo>
                  <a:lnTo>
                    <a:pt x="718536" y="67959"/>
                  </a:lnTo>
                  <a:lnTo>
                    <a:pt x="668998" y="61056"/>
                  </a:lnTo>
                  <a:lnTo>
                    <a:pt x="619937" y="51465"/>
                  </a:lnTo>
                  <a:lnTo>
                    <a:pt x="571519" y="39228"/>
                  </a:lnTo>
                  <a:lnTo>
                    <a:pt x="523907" y="24387"/>
                  </a:lnTo>
                  <a:lnTo>
                    <a:pt x="477266" y="6985"/>
                  </a:lnTo>
                  <a:lnTo>
                    <a:pt x="468693" y="3964"/>
                  </a:lnTo>
                  <a:lnTo>
                    <a:pt x="460121" y="1778"/>
                  </a:lnTo>
                  <a:lnTo>
                    <a:pt x="451548" y="448"/>
                  </a:lnTo>
                  <a:lnTo>
                    <a:pt x="442975" y="0"/>
                  </a:lnTo>
                  <a:close/>
                </a:path>
                <a:path extrusionOk="0" h="960754" w="1638300">
                  <a:moveTo>
                    <a:pt x="1193800" y="0"/>
                  </a:moveTo>
                  <a:lnTo>
                    <a:pt x="1112988" y="24387"/>
                  </a:lnTo>
                  <a:lnTo>
                    <a:pt x="1065656" y="39228"/>
                  </a:lnTo>
                  <a:lnTo>
                    <a:pt x="1017558" y="51465"/>
                  </a:lnTo>
                  <a:lnTo>
                    <a:pt x="968737" y="61056"/>
                  </a:lnTo>
                  <a:lnTo>
                    <a:pt x="919239" y="67959"/>
                  </a:lnTo>
                  <a:lnTo>
                    <a:pt x="869108" y="72132"/>
                  </a:lnTo>
                  <a:lnTo>
                    <a:pt x="818388" y="73532"/>
                  </a:lnTo>
                  <a:lnTo>
                    <a:pt x="1285489" y="73532"/>
                  </a:lnTo>
                  <a:lnTo>
                    <a:pt x="1267079" y="41401"/>
                  </a:lnTo>
                  <a:lnTo>
                    <a:pt x="1253057" y="24270"/>
                  </a:lnTo>
                  <a:lnTo>
                    <a:pt x="1235583" y="11223"/>
                  </a:lnTo>
                  <a:lnTo>
                    <a:pt x="1215536" y="2915"/>
                  </a:lnTo>
                  <a:lnTo>
                    <a:pt x="1193800" y="0"/>
                  </a:lnTo>
                  <a:close/>
                </a:path>
              </a:pathLst>
            </a:custGeom>
            <a:solidFill>
              <a:srgbClr val="2E37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19"/>
            <p:cNvSpPr/>
            <p:nvPr/>
          </p:nvSpPr>
          <p:spPr>
            <a:xfrm>
              <a:off x="5298947" y="4870449"/>
              <a:ext cx="1628139" cy="905510"/>
            </a:xfrm>
            <a:custGeom>
              <a:rect b="b" l="l" r="r" t="t"/>
              <a:pathLst>
                <a:path extrusionOk="0" h="905510" w="1628140">
                  <a:moveTo>
                    <a:pt x="444753" y="0"/>
                  </a:moveTo>
                  <a:lnTo>
                    <a:pt x="402907" y="11445"/>
                  </a:lnTo>
                  <a:lnTo>
                    <a:pt x="371348" y="43561"/>
                  </a:lnTo>
                  <a:lnTo>
                    <a:pt x="11429" y="668655"/>
                  </a:lnTo>
                  <a:lnTo>
                    <a:pt x="7072" y="675981"/>
                  </a:lnTo>
                  <a:lnTo>
                    <a:pt x="4000" y="683926"/>
                  </a:lnTo>
                  <a:lnTo>
                    <a:pt x="1785" y="692300"/>
                  </a:lnTo>
                  <a:lnTo>
                    <a:pt x="0" y="700913"/>
                  </a:lnTo>
                  <a:lnTo>
                    <a:pt x="7288" y="710754"/>
                  </a:lnTo>
                  <a:lnTo>
                    <a:pt x="80158" y="753941"/>
                  </a:lnTo>
                  <a:lnTo>
                    <a:pt x="126270" y="773467"/>
                  </a:lnTo>
                  <a:lnTo>
                    <a:pt x="172747" y="791646"/>
                  </a:lnTo>
                  <a:lnTo>
                    <a:pt x="219581" y="808478"/>
                  </a:lnTo>
                  <a:lnTo>
                    <a:pt x="266765" y="823964"/>
                  </a:lnTo>
                  <a:lnTo>
                    <a:pt x="314293" y="838103"/>
                  </a:lnTo>
                  <a:lnTo>
                    <a:pt x="362158" y="850896"/>
                  </a:lnTo>
                  <a:lnTo>
                    <a:pt x="410352" y="862342"/>
                  </a:lnTo>
                  <a:lnTo>
                    <a:pt x="458870" y="872442"/>
                  </a:lnTo>
                  <a:lnTo>
                    <a:pt x="507704" y="881195"/>
                  </a:lnTo>
                  <a:lnTo>
                    <a:pt x="556846" y="888601"/>
                  </a:lnTo>
                  <a:lnTo>
                    <a:pt x="606292" y="894661"/>
                  </a:lnTo>
                  <a:lnTo>
                    <a:pt x="656032" y="899374"/>
                  </a:lnTo>
                  <a:lnTo>
                    <a:pt x="706061" y="902740"/>
                  </a:lnTo>
                  <a:lnTo>
                    <a:pt x="756372" y="904760"/>
                  </a:lnTo>
                  <a:lnTo>
                    <a:pt x="806957" y="905433"/>
                  </a:lnTo>
                  <a:lnTo>
                    <a:pt x="857543" y="904760"/>
                  </a:lnTo>
                  <a:lnTo>
                    <a:pt x="907854" y="902740"/>
                  </a:lnTo>
                  <a:lnTo>
                    <a:pt x="957883" y="899374"/>
                  </a:lnTo>
                  <a:lnTo>
                    <a:pt x="1007623" y="894661"/>
                  </a:lnTo>
                  <a:lnTo>
                    <a:pt x="1057069" y="888601"/>
                  </a:lnTo>
                  <a:lnTo>
                    <a:pt x="1106211" y="881195"/>
                  </a:lnTo>
                  <a:lnTo>
                    <a:pt x="1155045" y="872442"/>
                  </a:lnTo>
                  <a:lnTo>
                    <a:pt x="1203563" y="862342"/>
                  </a:lnTo>
                  <a:lnTo>
                    <a:pt x="1251757" y="850896"/>
                  </a:lnTo>
                  <a:lnTo>
                    <a:pt x="1299622" y="838103"/>
                  </a:lnTo>
                  <a:lnTo>
                    <a:pt x="1347150" y="823964"/>
                  </a:lnTo>
                  <a:lnTo>
                    <a:pt x="1394334" y="808478"/>
                  </a:lnTo>
                  <a:lnTo>
                    <a:pt x="1441168" y="791646"/>
                  </a:lnTo>
                  <a:lnTo>
                    <a:pt x="1487645" y="773467"/>
                  </a:lnTo>
                  <a:lnTo>
                    <a:pt x="1533757" y="753941"/>
                  </a:lnTo>
                  <a:lnTo>
                    <a:pt x="1579499" y="733069"/>
                  </a:lnTo>
                  <a:lnTo>
                    <a:pt x="1616253" y="696552"/>
                  </a:lnTo>
                  <a:lnTo>
                    <a:pt x="1623059" y="680212"/>
                  </a:lnTo>
                  <a:lnTo>
                    <a:pt x="1627631" y="671068"/>
                  </a:lnTo>
                  <a:lnTo>
                    <a:pt x="1627631" y="664083"/>
                  </a:lnTo>
                  <a:lnTo>
                    <a:pt x="1287274" y="73532"/>
                  </a:lnTo>
                  <a:lnTo>
                    <a:pt x="820674" y="73532"/>
                  </a:lnTo>
                  <a:lnTo>
                    <a:pt x="769899" y="72132"/>
                  </a:lnTo>
                  <a:lnTo>
                    <a:pt x="719713" y="67956"/>
                  </a:lnTo>
                  <a:lnTo>
                    <a:pt x="670161" y="61046"/>
                  </a:lnTo>
                  <a:lnTo>
                    <a:pt x="621286" y="51441"/>
                  </a:lnTo>
                  <a:lnTo>
                    <a:pt x="573133" y="39181"/>
                  </a:lnTo>
                  <a:lnTo>
                    <a:pt x="525746" y="24307"/>
                  </a:lnTo>
                  <a:lnTo>
                    <a:pt x="479171" y="6857"/>
                  </a:lnTo>
                  <a:lnTo>
                    <a:pt x="470525" y="3857"/>
                  </a:lnTo>
                  <a:lnTo>
                    <a:pt x="461914" y="1714"/>
                  </a:lnTo>
                  <a:lnTo>
                    <a:pt x="453328" y="428"/>
                  </a:lnTo>
                  <a:lnTo>
                    <a:pt x="444753" y="0"/>
                  </a:lnTo>
                  <a:close/>
                </a:path>
                <a:path extrusionOk="0" h="905510" w="1628140">
                  <a:moveTo>
                    <a:pt x="1194307" y="0"/>
                  </a:moveTo>
                  <a:lnTo>
                    <a:pt x="1115567" y="24307"/>
                  </a:lnTo>
                  <a:lnTo>
                    <a:pt x="1067883" y="39181"/>
                  </a:lnTo>
                  <a:lnTo>
                    <a:pt x="1019405" y="51441"/>
                  </a:lnTo>
                  <a:lnTo>
                    <a:pt x="970290" y="61046"/>
                  </a:lnTo>
                  <a:lnTo>
                    <a:pt x="920692" y="67956"/>
                  </a:lnTo>
                  <a:lnTo>
                    <a:pt x="870769" y="72132"/>
                  </a:lnTo>
                  <a:lnTo>
                    <a:pt x="820674" y="73532"/>
                  </a:lnTo>
                  <a:lnTo>
                    <a:pt x="1287274" y="73532"/>
                  </a:lnTo>
                  <a:lnTo>
                    <a:pt x="1270000" y="43561"/>
                  </a:lnTo>
                  <a:lnTo>
                    <a:pt x="1255940" y="25128"/>
                  </a:lnTo>
                  <a:lnTo>
                    <a:pt x="1238202" y="11445"/>
                  </a:lnTo>
                  <a:lnTo>
                    <a:pt x="1217439" y="2930"/>
                  </a:lnTo>
                  <a:lnTo>
                    <a:pt x="1194307" y="0"/>
                  </a:lnTo>
                  <a:close/>
                </a:path>
              </a:pathLst>
            </a:custGeom>
            <a:solidFill>
              <a:srgbClr val="2E559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19"/>
            <p:cNvSpPr/>
            <p:nvPr/>
          </p:nvSpPr>
          <p:spPr>
            <a:xfrm>
              <a:off x="5298947" y="4870449"/>
              <a:ext cx="1628139" cy="905510"/>
            </a:xfrm>
            <a:custGeom>
              <a:rect b="b" l="l" r="r" t="t"/>
              <a:pathLst>
                <a:path extrusionOk="0" h="905510" w="1628140">
                  <a:moveTo>
                    <a:pt x="371348" y="43561"/>
                  </a:moveTo>
                  <a:lnTo>
                    <a:pt x="163270" y="404943"/>
                  </a:lnTo>
                  <a:lnTo>
                    <a:pt x="56419" y="590518"/>
                  </a:lnTo>
                  <a:lnTo>
                    <a:pt x="17053" y="658887"/>
                  </a:lnTo>
                  <a:lnTo>
                    <a:pt x="11429" y="668655"/>
                  </a:lnTo>
                  <a:lnTo>
                    <a:pt x="7072" y="675981"/>
                  </a:lnTo>
                  <a:lnTo>
                    <a:pt x="4000" y="683926"/>
                  </a:lnTo>
                  <a:lnTo>
                    <a:pt x="1785" y="692300"/>
                  </a:lnTo>
                  <a:lnTo>
                    <a:pt x="0" y="700913"/>
                  </a:lnTo>
                  <a:lnTo>
                    <a:pt x="7288" y="710754"/>
                  </a:lnTo>
                  <a:lnTo>
                    <a:pt x="80158" y="753941"/>
                  </a:lnTo>
                  <a:lnTo>
                    <a:pt x="126270" y="773467"/>
                  </a:lnTo>
                  <a:lnTo>
                    <a:pt x="172747" y="791646"/>
                  </a:lnTo>
                  <a:lnTo>
                    <a:pt x="219581" y="808478"/>
                  </a:lnTo>
                  <a:lnTo>
                    <a:pt x="266765" y="823964"/>
                  </a:lnTo>
                  <a:lnTo>
                    <a:pt x="314293" y="838103"/>
                  </a:lnTo>
                  <a:lnTo>
                    <a:pt x="362158" y="850896"/>
                  </a:lnTo>
                  <a:lnTo>
                    <a:pt x="410352" y="862342"/>
                  </a:lnTo>
                  <a:lnTo>
                    <a:pt x="458870" y="872442"/>
                  </a:lnTo>
                  <a:lnTo>
                    <a:pt x="507704" y="881195"/>
                  </a:lnTo>
                  <a:lnTo>
                    <a:pt x="556846" y="888601"/>
                  </a:lnTo>
                  <a:lnTo>
                    <a:pt x="606292" y="894661"/>
                  </a:lnTo>
                  <a:lnTo>
                    <a:pt x="656032" y="899374"/>
                  </a:lnTo>
                  <a:lnTo>
                    <a:pt x="706061" y="902740"/>
                  </a:lnTo>
                  <a:lnTo>
                    <a:pt x="756372" y="904760"/>
                  </a:lnTo>
                  <a:lnTo>
                    <a:pt x="806957" y="905433"/>
                  </a:lnTo>
                  <a:lnTo>
                    <a:pt x="857543" y="904760"/>
                  </a:lnTo>
                  <a:lnTo>
                    <a:pt x="907854" y="902740"/>
                  </a:lnTo>
                  <a:lnTo>
                    <a:pt x="957883" y="899374"/>
                  </a:lnTo>
                  <a:lnTo>
                    <a:pt x="1007623" y="894661"/>
                  </a:lnTo>
                  <a:lnTo>
                    <a:pt x="1057069" y="888601"/>
                  </a:lnTo>
                  <a:lnTo>
                    <a:pt x="1106211" y="881195"/>
                  </a:lnTo>
                  <a:lnTo>
                    <a:pt x="1155045" y="872442"/>
                  </a:lnTo>
                  <a:lnTo>
                    <a:pt x="1203563" y="862342"/>
                  </a:lnTo>
                  <a:lnTo>
                    <a:pt x="1251757" y="850896"/>
                  </a:lnTo>
                  <a:lnTo>
                    <a:pt x="1299622" y="838103"/>
                  </a:lnTo>
                  <a:lnTo>
                    <a:pt x="1347150" y="823964"/>
                  </a:lnTo>
                  <a:lnTo>
                    <a:pt x="1394334" y="808478"/>
                  </a:lnTo>
                  <a:lnTo>
                    <a:pt x="1441168" y="791646"/>
                  </a:lnTo>
                  <a:lnTo>
                    <a:pt x="1487645" y="773467"/>
                  </a:lnTo>
                  <a:lnTo>
                    <a:pt x="1533757" y="753941"/>
                  </a:lnTo>
                  <a:lnTo>
                    <a:pt x="1579499" y="733069"/>
                  </a:lnTo>
                  <a:lnTo>
                    <a:pt x="1616253" y="696552"/>
                  </a:lnTo>
                  <a:lnTo>
                    <a:pt x="1623059" y="680212"/>
                  </a:lnTo>
                  <a:lnTo>
                    <a:pt x="1625346" y="675640"/>
                  </a:lnTo>
                  <a:lnTo>
                    <a:pt x="1627631" y="671068"/>
                  </a:lnTo>
                  <a:lnTo>
                    <a:pt x="1627631" y="664083"/>
                  </a:lnTo>
                  <a:lnTo>
                    <a:pt x="1420876" y="305343"/>
                  </a:lnTo>
                  <a:lnTo>
                    <a:pt x="1314703" y="121126"/>
                  </a:lnTo>
                  <a:lnTo>
                    <a:pt x="1275587" y="53256"/>
                  </a:lnTo>
                  <a:lnTo>
                    <a:pt x="1270000" y="43561"/>
                  </a:lnTo>
                  <a:lnTo>
                    <a:pt x="1255940" y="25128"/>
                  </a:lnTo>
                  <a:lnTo>
                    <a:pt x="1238202" y="11445"/>
                  </a:lnTo>
                  <a:lnTo>
                    <a:pt x="1217439" y="2930"/>
                  </a:lnTo>
                  <a:lnTo>
                    <a:pt x="1194307" y="0"/>
                  </a:lnTo>
                  <a:lnTo>
                    <a:pt x="1187057" y="428"/>
                  </a:lnTo>
                  <a:lnTo>
                    <a:pt x="1179163" y="1714"/>
                  </a:lnTo>
                  <a:lnTo>
                    <a:pt x="1170840" y="3857"/>
                  </a:lnTo>
                  <a:lnTo>
                    <a:pt x="1162303" y="6857"/>
                  </a:lnTo>
                  <a:lnTo>
                    <a:pt x="1115567" y="24307"/>
                  </a:lnTo>
                  <a:lnTo>
                    <a:pt x="1067883" y="39181"/>
                  </a:lnTo>
                  <a:lnTo>
                    <a:pt x="1019405" y="51441"/>
                  </a:lnTo>
                  <a:lnTo>
                    <a:pt x="970290" y="61046"/>
                  </a:lnTo>
                  <a:lnTo>
                    <a:pt x="920692" y="67956"/>
                  </a:lnTo>
                  <a:lnTo>
                    <a:pt x="870769" y="72132"/>
                  </a:lnTo>
                  <a:lnTo>
                    <a:pt x="820674" y="73532"/>
                  </a:lnTo>
                  <a:lnTo>
                    <a:pt x="769899" y="72132"/>
                  </a:lnTo>
                  <a:lnTo>
                    <a:pt x="719713" y="67956"/>
                  </a:lnTo>
                  <a:lnTo>
                    <a:pt x="670161" y="61046"/>
                  </a:lnTo>
                  <a:lnTo>
                    <a:pt x="621286" y="51441"/>
                  </a:lnTo>
                  <a:lnTo>
                    <a:pt x="573133" y="39181"/>
                  </a:lnTo>
                  <a:lnTo>
                    <a:pt x="525746" y="24307"/>
                  </a:lnTo>
                  <a:lnTo>
                    <a:pt x="479171" y="6857"/>
                  </a:lnTo>
                  <a:lnTo>
                    <a:pt x="470525" y="3857"/>
                  </a:lnTo>
                  <a:lnTo>
                    <a:pt x="461914" y="1714"/>
                  </a:lnTo>
                  <a:lnTo>
                    <a:pt x="453328" y="428"/>
                  </a:lnTo>
                  <a:lnTo>
                    <a:pt x="444753" y="0"/>
                  </a:lnTo>
                  <a:lnTo>
                    <a:pt x="422961" y="2930"/>
                  </a:lnTo>
                  <a:lnTo>
                    <a:pt x="402907" y="11445"/>
                  </a:lnTo>
                  <a:lnTo>
                    <a:pt x="385425" y="25128"/>
                  </a:lnTo>
                  <a:lnTo>
                    <a:pt x="371348" y="43561"/>
                  </a:lnTo>
                  <a:close/>
                </a:path>
              </a:pathLst>
            </a:custGeom>
            <a:noFill/>
            <a:ln cap="flat" cmpd="sng" w="9525">
              <a:solidFill>
                <a:srgbClr val="2D75B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73" name="Google Shape;573;p1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769864" y="5001767"/>
              <a:ext cx="699515" cy="6995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4" name="Google Shape;574;p19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071615" y="5140197"/>
              <a:ext cx="146304" cy="1463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19"/>
            <p:cNvSpPr/>
            <p:nvPr/>
          </p:nvSpPr>
          <p:spPr>
            <a:xfrm>
              <a:off x="5807090" y="5039613"/>
              <a:ext cx="579755" cy="576580"/>
            </a:xfrm>
            <a:custGeom>
              <a:rect b="b" l="l" r="r" t="t"/>
              <a:pathLst>
                <a:path extrusionOk="0" h="576579" w="579754">
                  <a:moveTo>
                    <a:pt x="347964" y="0"/>
                  </a:moveTo>
                  <a:lnTo>
                    <a:pt x="301283" y="4496"/>
                  </a:lnTo>
                  <a:lnTo>
                    <a:pt x="257317" y="17684"/>
                  </a:lnTo>
                  <a:lnTo>
                    <a:pt x="217019" y="39112"/>
                  </a:lnTo>
                  <a:lnTo>
                    <a:pt x="181340" y="68325"/>
                  </a:lnTo>
                  <a:lnTo>
                    <a:pt x="154747" y="96555"/>
                  </a:lnTo>
                  <a:lnTo>
                    <a:pt x="134143" y="129381"/>
                  </a:lnTo>
                  <a:lnTo>
                    <a:pt x="119993" y="165873"/>
                  </a:lnTo>
                  <a:lnTo>
                    <a:pt x="112760" y="205105"/>
                  </a:lnTo>
                  <a:lnTo>
                    <a:pt x="111885" y="241625"/>
                  </a:lnTo>
                  <a:lnTo>
                    <a:pt x="116998" y="277717"/>
                  </a:lnTo>
                  <a:lnTo>
                    <a:pt x="128565" y="312904"/>
                  </a:lnTo>
                  <a:lnTo>
                    <a:pt x="147050" y="346710"/>
                  </a:lnTo>
                  <a:lnTo>
                    <a:pt x="147669" y="353966"/>
                  </a:lnTo>
                  <a:lnTo>
                    <a:pt x="148288" y="360759"/>
                  </a:lnTo>
                  <a:lnTo>
                    <a:pt x="147050" y="366623"/>
                  </a:lnTo>
                  <a:lnTo>
                    <a:pt x="142097" y="371094"/>
                  </a:lnTo>
                  <a:lnTo>
                    <a:pt x="19669" y="493141"/>
                  </a:lnTo>
                  <a:lnTo>
                    <a:pt x="7066" y="509336"/>
                  </a:lnTo>
                  <a:lnTo>
                    <a:pt x="0" y="527362"/>
                  </a:lnTo>
                  <a:lnTo>
                    <a:pt x="291" y="545381"/>
                  </a:lnTo>
                  <a:lnTo>
                    <a:pt x="31968" y="575371"/>
                  </a:lnTo>
                  <a:lnTo>
                    <a:pt x="39227" y="576211"/>
                  </a:lnTo>
                  <a:lnTo>
                    <a:pt x="50256" y="575218"/>
                  </a:lnTo>
                  <a:lnTo>
                    <a:pt x="61261" y="571936"/>
                  </a:lnTo>
                  <a:lnTo>
                    <a:pt x="72266" y="565908"/>
                  </a:lnTo>
                  <a:lnTo>
                    <a:pt x="83296" y="556679"/>
                  </a:lnTo>
                  <a:lnTo>
                    <a:pt x="205851" y="434594"/>
                  </a:lnTo>
                  <a:lnTo>
                    <a:pt x="210804" y="429768"/>
                  </a:lnTo>
                  <a:lnTo>
                    <a:pt x="472717" y="429768"/>
                  </a:lnTo>
                  <a:lnTo>
                    <a:pt x="480298" y="424815"/>
                  </a:lnTo>
                  <a:lnTo>
                    <a:pt x="499940" y="405257"/>
                  </a:lnTo>
                  <a:lnTo>
                    <a:pt x="338185" y="405257"/>
                  </a:lnTo>
                  <a:lnTo>
                    <a:pt x="313674" y="380873"/>
                  </a:lnTo>
                  <a:lnTo>
                    <a:pt x="308721" y="376047"/>
                  </a:lnTo>
                  <a:lnTo>
                    <a:pt x="225409" y="376047"/>
                  </a:lnTo>
                  <a:lnTo>
                    <a:pt x="220583" y="371094"/>
                  </a:lnTo>
                  <a:lnTo>
                    <a:pt x="215630" y="366268"/>
                  </a:lnTo>
                  <a:lnTo>
                    <a:pt x="184991" y="326016"/>
                  </a:lnTo>
                  <a:lnTo>
                    <a:pt x="166608" y="280345"/>
                  </a:lnTo>
                  <a:lnTo>
                    <a:pt x="160480" y="231965"/>
                  </a:lnTo>
                  <a:lnTo>
                    <a:pt x="166608" y="183585"/>
                  </a:lnTo>
                  <a:lnTo>
                    <a:pt x="184991" y="137914"/>
                  </a:lnTo>
                  <a:lnTo>
                    <a:pt x="215630" y="97662"/>
                  </a:lnTo>
                  <a:lnTo>
                    <a:pt x="274462" y="57991"/>
                  </a:lnTo>
                  <a:lnTo>
                    <a:pt x="347964" y="43942"/>
                  </a:lnTo>
                  <a:lnTo>
                    <a:pt x="480000" y="43942"/>
                  </a:lnTo>
                  <a:lnTo>
                    <a:pt x="474104" y="39112"/>
                  </a:lnTo>
                  <a:lnTo>
                    <a:pt x="434340" y="17684"/>
                  </a:lnTo>
                  <a:lnTo>
                    <a:pt x="391836" y="4496"/>
                  </a:lnTo>
                  <a:lnTo>
                    <a:pt x="347964" y="0"/>
                  </a:lnTo>
                  <a:close/>
                </a:path>
                <a:path extrusionOk="0" h="576579" w="579754">
                  <a:moveTo>
                    <a:pt x="421497" y="454152"/>
                  </a:moveTo>
                  <a:lnTo>
                    <a:pt x="279384" y="454152"/>
                  </a:lnTo>
                  <a:lnTo>
                    <a:pt x="289163" y="458978"/>
                  </a:lnTo>
                  <a:lnTo>
                    <a:pt x="303851" y="461841"/>
                  </a:lnTo>
                  <a:lnTo>
                    <a:pt x="318563" y="463311"/>
                  </a:lnTo>
                  <a:lnTo>
                    <a:pt x="333275" y="463853"/>
                  </a:lnTo>
                  <a:lnTo>
                    <a:pt x="347964" y="463931"/>
                  </a:lnTo>
                  <a:lnTo>
                    <a:pt x="366347" y="463081"/>
                  </a:lnTo>
                  <a:lnTo>
                    <a:pt x="384730" y="460851"/>
                  </a:lnTo>
                  <a:lnTo>
                    <a:pt x="403113" y="457715"/>
                  </a:lnTo>
                  <a:lnTo>
                    <a:pt x="421497" y="454152"/>
                  </a:lnTo>
                  <a:close/>
                </a:path>
                <a:path extrusionOk="0" h="576579" w="579754">
                  <a:moveTo>
                    <a:pt x="426450" y="449199"/>
                  </a:moveTo>
                  <a:lnTo>
                    <a:pt x="269605" y="449199"/>
                  </a:lnTo>
                  <a:lnTo>
                    <a:pt x="274431" y="454152"/>
                  </a:lnTo>
                  <a:lnTo>
                    <a:pt x="426450" y="454152"/>
                  </a:lnTo>
                  <a:lnTo>
                    <a:pt x="426450" y="449199"/>
                  </a:lnTo>
                  <a:close/>
                </a:path>
                <a:path extrusionOk="0" h="576579" w="579754">
                  <a:moveTo>
                    <a:pt x="472717" y="429768"/>
                  </a:moveTo>
                  <a:lnTo>
                    <a:pt x="230362" y="429768"/>
                  </a:lnTo>
                  <a:lnTo>
                    <a:pt x="236942" y="435425"/>
                  </a:lnTo>
                  <a:lnTo>
                    <a:pt x="242688" y="438864"/>
                  </a:lnTo>
                  <a:lnTo>
                    <a:pt x="248292" y="441358"/>
                  </a:lnTo>
                  <a:lnTo>
                    <a:pt x="254873" y="444373"/>
                  </a:lnTo>
                  <a:lnTo>
                    <a:pt x="259826" y="449199"/>
                  </a:lnTo>
                  <a:lnTo>
                    <a:pt x="431276" y="449199"/>
                  </a:lnTo>
                  <a:lnTo>
                    <a:pt x="445168" y="444728"/>
                  </a:lnTo>
                  <a:lnTo>
                    <a:pt x="457698" y="438832"/>
                  </a:lnTo>
                  <a:lnTo>
                    <a:pt x="469191" y="432071"/>
                  </a:lnTo>
                  <a:lnTo>
                    <a:pt x="472717" y="429768"/>
                  </a:lnTo>
                  <a:close/>
                </a:path>
                <a:path extrusionOk="0" h="576579" w="579754">
                  <a:moveTo>
                    <a:pt x="434188" y="288036"/>
                  </a:moveTo>
                  <a:lnTo>
                    <a:pt x="362696" y="288036"/>
                  </a:lnTo>
                  <a:lnTo>
                    <a:pt x="362696" y="307594"/>
                  </a:lnTo>
                  <a:lnTo>
                    <a:pt x="367087" y="323730"/>
                  </a:lnTo>
                  <a:lnTo>
                    <a:pt x="371919" y="344868"/>
                  </a:lnTo>
                  <a:lnTo>
                    <a:pt x="375822" y="363243"/>
                  </a:lnTo>
                  <a:lnTo>
                    <a:pt x="377428" y="371094"/>
                  </a:lnTo>
                  <a:lnTo>
                    <a:pt x="377428" y="380873"/>
                  </a:lnTo>
                  <a:lnTo>
                    <a:pt x="372475" y="380873"/>
                  </a:lnTo>
                  <a:lnTo>
                    <a:pt x="347964" y="405257"/>
                  </a:lnTo>
                  <a:lnTo>
                    <a:pt x="499940" y="405257"/>
                  </a:lnTo>
                  <a:lnTo>
                    <a:pt x="509762" y="395478"/>
                  </a:lnTo>
                  <a:lnTo>
                    <a:pt x="526394" y="376047"/>
                  </a:lnTo>
                  <a:lnTo>
                    <a:pt x="460740" y="376047"/>
                  </a:lnTo>
                  <a:lnTo>
                    <a:pt x="434188" y="288036"/>
                  </a:lnTo>
                  <a:close/>
                </a:path>
                <a:path extrusionOk="0" h="576579" w="579754">
                  <a:moveTo>
                    <a:pt x="401939" y="258826"/>
                  </a:moveTo>
                  <a:lnTo>
                    <a:pt x="284337" y="258826"/>
                  </a:lnTo>
                  <a:lnTo>
                    <a:pt x="276328" y="260506"/>
                  </a:lnTo>
                  <a:lnTo>
                    <a:pt x="268366" y="264937"/>
                  </a:lnTo>
                  <a:lnTo>
                    <a:pt x="262262" y="271202"/>
                  </a:lnTo>
                  <a:lnTo>
                    <a:pt x="259826" y="278384"/>
                  </a:lnTo>
                  <a:lnTo>
                    <a:pt x="225409" y="371094"/>
                  </a:lnTo>
                  <a:lnTo>
                    <a:pt x="225409" y="376047"/>
                  </a:lnTo>
                  <a:lnTo>
                    <a:pt x="308721" y="376047"/>
                  </a:lnTo>
                  <a:lnTo>
                    <a:pt x="321925" y="323730"/>
                  </a:lnTo>
                  <a:lnTo>
                    <a:pt x="323453" y="307594"/>
                  </a:lnTo>
                  <a:lnTo>
                    <a:pt x="323453" y="292989"/>
                  </a:lnTo>
                  <a:lnTo>
                    <a:pt x="328406" y="288036"/>
                  </a:lnTo>
                  <a:lnTo>
                    <a:pt x="434188" y="288036"/>
                  </a:lnTo>
                  <a:lnTo>
                    <a:pt x="431276" y="278384"/>
                  </a:lnTo>
                  <a:lnTo>
                    <a:pt x="426031" y="271202"/>
                  </a:lnTo>
                  <a:lnTo>
                    <a:pt x="418464" y="264937"/>
                  </a:lnTo>
                  <a:lnTo>
                    <a:pt x="409969" y="260506"/>
                  </a:lnTo>
                  <a:lnTo>
                    <a:pt x="401939" y="258826"/>
                  </a:lnTo>
                  <a:close/>
                </a:path>
                <a:path extrusionOk="0" h="576579" w="579754">
                  <a:moveTo>
                    <a:pt x="480000" y="43942"/>
                  </a:moveTo>
                  <a:lnTo>
                    <a:pt x="347964" y="43942"/>
                  </a:lnTo>
                  <a:lnTo>
                    <a:pt x="384500" y="47531"/>
                  </a:lnTo>
                  <a:lnTo>
                    <a:pt x="419655" y="57991"/>
                  </a:lnTo>
                  <a:lnTo>
                    <a:pt x="480298" y="97662"/>
                  </a:lnTo>
                  <a:lnTo>
                    <a:pt x="520144" y="160575"/>
                  </a:lnTo>
                  <a:lnTo>
                    <a:pt x="534273" y="234442"/>
                  </a:lnTo>
                  <a:lnTo>
                    <a:pt x="530661" y="270113"/>
                  </a:lnTo>
                  <a:lnTo>
                    <a:pt x="520144" y="303974"/>
                  </a:lnTo>
                  <a:lnTo>
                    <a:pt x="503197" y="336026"/>
                  </a:lnTo>
                  <a:lnTo>
                    <a:pt x="480298" y="366268"/>
                  </a:lnTo>
                  <a:lnTo>
                    <a:pt x="475472" y="366268"/>
                  </a:lnTo>
                  <a:lnTo>
                    <a:pt x="470519" y="371094"/>
                  </a:lnTo>
                  <a:lnTo>
                    <a:pt x="465566" y="376047"/>
                  </a:lnTo>
                  <a:lnTo>
                    <a:pt x="526394" y="376047"/>
                  </a:lnTo>
                  <a:lnTo>
                    <a:pt x="540307" y="359792"/>
                  </a:lnTo>
                  <a:lnTo>
                    <a:pt x="562125" y="319643"/>
                  </a:lnTo>
                  <a:lnTo>
                    <a:pt x="575216" y="276516"/>
                  </a:lnTo>
                  <a:lnTo>
                    <a:pt x="579580" y="231902"/>
                  </a:lnTo>
                  <a:lnTo>
                    <a:pt x="575216" y="187287"/>
                  </a:lnTo>
                  <a:lnTo>
                    <a:pt x="562125" y="144160"/>
                  </a:lnTo>
                  <a:lnTo>
                    <a:pt x="540307" y="104011"/>
                  </a:lnTo>
                  <a:lnTo>
                    <a:pt x="509762" y="68325"/>
                  </a:lnTo>
                  <a:lnTo>
                    <a:pt x="480000" y="439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76" name="Google Shape;576;p19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478949" y="2586996"/>
              <a:ext cx="691896" cy="6828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7" name="Google Shape;577;p19"/>
            <p:cNvSpPr/>
            <p:nvPr/>
          </p:nvSpPr>
          <p:spPr>
            <a:xfrm>
              <a:off x="7488935" y="2655840"/>
              <a:ext cx="619125" cy="609600"/>
            </a:xfrm>
            <a:custGeom>
              <a:rect b="b" l="l" r="r" t="t"/>
              <a:pathLst>
                <a:path extrusionOk="0" h="609600" w="619125">
                  <a:moveTo>
                    <a:pt x="356080" y="0"/>
                  </a:moveTo>
                  <a:lnTo>
                    <a:pt x="309587" y="8905"/>
                  </a:lnTo>
                  <a:lnTo>
                    <a:pt x="264795" y="28812"/>
                  </a:lnTo>
                  <a:lnTo>
                    <a:pt x="0" y="187181"/>
                  </a:lnTo>
                  <a:lnTo>
                    <a:pt x="250952" y="609329"/>
                  </a:lnTo>
                  <a:lnTo>
                    <a:pt x="518033" y="451087"/>
                  </a:lnTo>
                  <a:lnTo>
                    <a:pt x="556276" y="421572"/>
                  </a:lnTo>
                  <a:lnTo>
                    <a:pt x="585911" y="385315"/>
                  </a:lnTo>
                  <a:lnTo>
                    <a:pt x="606493" y="344001"/>
                  </a:lnTo>
                  <a:lnTo>
                    <a:pt x="617578" y="299318"/>
                  </a:lnTo>
                  <a:lnTo>
                    <a:pt x="618722" y="252950"/>
                  </a:lnTo>
                  <a:lnTo>
                    <a:pt x="609479" y="206585"/>
                  </a:lnTo>
                  <a:lnTo>
                    <a:pt x="589407" y="161908"/>
                  </a:lnTo>
                  <a:lnTo>
                    <a:pt x="554863" y="102218"/>
                  </a:lnTo>
                  <a:lnTo>
                    <a:pt x="525232" y="63948"/>
                  </a:lnTo>
                  <a:lnTo>
                    <a:pt x="488848" y="34070"/>
                  </a:lnTo>
                  <a:lnTo>
                    <a:pt x="447401" y="13104"/>
                  </a:lnTo>
                  <a:lnTo>
                    <a:pt x="402581" y="1573"/>
                  </a:lnTo>
                  <a:lnTo>
                    <a:pt x="356080" y="0"/>
                  </a:lnTo>
                  <a:close/>
                </a:path>
              </a:pathLst>
            </a:custGeom>
            <a:solidFill>
              <a:srgbClr val="A4A4A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19"/>
            <p:cNvSpPr/>
            <p:nvPr/>
          </p:nvSpPr>
          <p:spPr>
            <a:xfrm>
              <a:off x="7674338" y="2791586"/>
              <a:ext cx="276225" cy="314960"/>
            </a:xfrm>
            <a:custGeom>
              <a:rect b="b" l="l" r="r" t="t"/>
              <a:pathLst>
                <a:path extrusionOk="0" h="314960" w="276225">
                  <a:moveTo>
                    <a:pt x="99966" y="207390"/>
                  </a:moveTo>
                  <a:lnTo>
                    <a:pt x="98823" y="207390"/>
                  </a:lnTo>
                  <a:lnTo>
                    <a:pt x="96283" y="207899"/>
                  </a:lnTo>
                  <a:lnTo>
                    <a:pt x="84853" y="214757"/>
                  </a:lnTo>
                  <a:lnTo>
                    <a:pt x="82948" y="216153"/>
                  </a:lnTo>
                  <a:lnTo>
                    <a:pt x="81551" y="217550"/>
                  </a:lnTo>
                  <a:lnTo>
                    <a:pt x="80154" y="218821"/>
                  </a:lnTo>
                  <a:lnTo>
                    <a:pt x="79138" y="220090"/>
                  </a:lnTo>
                  <a:lnTo>
                    <a:pt x="78503" y="221107"/>
                  </a:lnTo>
                  <a:lnTo>
                    <a:pt x="77868" y="222250"/>
                  </a:lnTo>
                  <a:lnTo>
                    <a:pt x="77741" y="225678"/>
                  </a:lnTo>
                  <a:lnTo>
                    <a:pt x="78249" y="226313"/>
                  </a:lnTo>
                  <a:lnTo>
                    <a:pt x="138320" y="312674"/>
                  </a:lnTo>
                  <a:lnTo>
                    <a:pt x="138828" y="313436"/>
                  </a:lnTo>
                  <a:lnTo>
                    <a:pt x="139463" y="313943"/>
                  </a:lnTo>
                  <a:lnTo>
                    <a:pt x="140352" y="314198"/>
                  </a:lnTo>
                  <a:lnTo>
                    <a:pt x="141114" y="314451"/>
                  </a:lnTo>
                  <a:lnTo>
                    <a:pt x="142130" y="314451"/>
                  </a:lnTo>
                  <a:lnTo>
                    <a:pt x="143400" y="314325"/>
                  </a:lnTo>
                  <a:lnTo>
                    <a:pt x="144543" y="314071"/>
                  </a:lnTo>
                  <a:lnTo>
                    <a:pt x="146067" y="313563"/>
                  </a:lnTo>
                  <a:lnTo>
                    <a:pt x="147845" y="312674"/>
                  </a:lnTo>
                  <a:lnTo>
                    <a:pt x="149623" y="311912"/>
                  </a:lnTo>
                  <a:lnTo>
                    <a:pt x="163593" y="298958"/>
                  </a:lnTo>
                  <a:lnTo>
                    <a:pt x="163466" y="296290"/>
                  </a:lnTo>
                  <a:lnTo>
                    <a:pt x="162958" y="295528"/>
                  </a:lnTo>
                  <a:lnTo>
                    <a:pt x="145178" y="270001"/>
                  </a:lnTo>
                  <a:lnTo>
                    <a:pt x="190538" y="238378"/>
                  </a:lnTo>
                  <a:lnTo>
                    <a:pt x="123080" y="238378"/>
                  </a:lnTo>
                  <a:lnTo>
                    <a:pt x="102760" y="209168"/>
                  </a:lnTo>
                  <a:lnTo>
                    <a:pt x="102252" y="208407"/>
                  </a:lnTo>
                  <a:lnTo>
                    <a:pt x="101617" y="207899"/>
                  </a:lnTo>
                  <a:lnTo>
                    <a:pt x="100728" y="207645"/>
                  </a:lnTo>
                  <a:lnTo>
                    <a:pt x="99966" y="207390"/>
                  </a:lnTo>
                  <a:close/>
                </a:path>
                <a:path extrusionOk="0" h="314960" w="276225">
                  <a:moveTo>
                    <a:pt x="207535" y="130810"/>
                  </a:moveTo>
                  <a:lnTo>
                    <a:pt x="201489" y="133022"/>
                  </a:lnTo>
                  <a:lnTo>
                    <a:pt x="200423" y="133603"/>
                  </a:lnTo>
                  <a:lnTo>
                    <a:pt x="198899" y="134747"/>
                  </a:lnTo>
                  <a:lnTo>
                    <a:pt x="196994" y="136016"/>
                  </a:lnTo>
                  <a:lnTo>
                    <a:pt x="193819" y="138175"/>
                  </a:lnTo>
                  <a:lnTo>
                    <a:pt x="191533" y="139953"/>
                  </a:lnTo>
                  <a:lnTo>
                    <a:pt x="188485" y="142748"/>
                  </a:lnTo>
                  <a:lnTo>
                    <a:pt x="187723" y="144145"/>
                  </a:lnTo>
                  <a:lnTo>
                    <a:pt x="187215" y="146430"/>
                  </a:lnTo>
                  <a:lnTo>
                    <a:pt x="187596" y="147574"/>
                  </a:lnTo>
                  <a:lnTo>
                    <a:pt x="189628" y="149605"/>
                  </a:lnTo>
                  <a:lnTo>
                    <a:pt x="191279" y="150749"/>
                  </a:lnTo>
                  <a:lnTo>
                    <a:pt x="193438" y="151891"/>
                  </a:lnTo>
                  <a:lnTo>
                    <a:pt x="224807" y="167386"/>
                  </a:lnTo>
                  <a:lnTo>
                    <a:pt x="123080" y="238378"/>
                  </a:lnTo>
                  <a:lnTo>
                    <a:pt x="190538" y="238378"/>
                  </a:lnTo>
                  <a:lnTo>
                    <a:pt x="274337" y="179959"/>
                  </a:lnTo>
                  <a:lnTo>
                    <a:pt x="275099" y="179450"/>
                  </a:lnTo>
                  <a:lnTo>
                    <a:pt x="275607" y="178942"/>
                  </a:lnTo>
                  <a:lnTo>
                    <a:pt x="275861" y="178308"/>
                  </a:lnTo>
                  <a:lnTo>
                    <a:pt x="275988" y="176657"/>
                  </a:lnTo>
                  <a:lnTo>
                    <a:pt x="275226" y="174371"/>
                  </a:lnTo>
                  <a:lnTo>
                    <a:pt x="266463" y="160782"/>
                  </a:lnTo>
                  <a:lnTo>
                    <a:pt x="265066" y="158750"/>
                  </a:lnTo>
                  <a:lnTo>
                    <a:pt x="263923" y="157225"/>
                  </a:lnTo>
                  <a:lnTo>
                    <a:pt x="262780" y="155575"/>
                  </a:lnTo>
                  <a:lnTo>
                    <a:pt x="261891" y="154432"/>
                  </a:lnTo>
                  <a:lnTo>
                    <a:pt x="261002" y="153542"/>
                  </a:lnTo>
                  <a:lnTo>
                    <a:pt x="260145" y="152558"/>
                  </a:lnTo>
                  <a:lnTo>
                    <a:pt x="259605" y="152018"/>
                  </a:lnTo>
                  <a:lnTo>
                    <a:pt x="211980" y="132079"/>
                  </a:lnTo>
                  <a:lnTo>
                    <a:pt x="208551" y="131063"/>
                  </a:lnTo>
                  <a:lnTo>
                    <a:pt x="207535" y="130810"/>
                  </a:lnTo>
                  <a:close/>
                </a:path>
                <a:path extrusionOk="0" h="314960" w="276225">
                  <a:moveTo>
                    <a:pt x="124477" y="0"/>
                  </a:moveTo>
                  <a:lnTo>
                    <a:pt x="83079" y="12124"/>
                  </a:lnTo>
                  <a:lnTo>
                    <a:pt x="46805" y="35016"/>
                  </a:lnTo>
                  <a:lnTo>
                    <a:pt x="17626" y="60983"/>
                  </a:lnTo>
                  <a:lnTo>
                    <a:pt x="117" y="98678"/>
                  </a:lnTo>
                  <a:lnTo>
                    <a:pt x="0" y="103377"/>
                  </a:lnTo>
                  <a:lnTo>
                    <a:pt x="199" y="107110"/>
                  </a:lnTo>
                  <a:lnTo>
                    <a:pt x="19017" y="146296"/>
                  </a:lnTo>
                  <a:lnTo>
                    <a:pt x="51484" y="166830"/>
                  </a:lnTo>
                  <a:lnTo>
                    <a:pt x="66311" y="168148"/>
                  </a:lnTo>
                  <a:lnTo>
                    <a:pt x="74143" y="167433"/>
                  </a:lnTo>
                  <a:lnTo>
                    <a:pt x="116587" y="151193"/>
                  </a:lnTo>
                  <a:lnTo>
                    <a:pt x="143353" y="133476"/>
                  </a:lnTo>
                  <a:lnTo>
                    <a:pt x="58945" y="133476"/>
                  </a:lnTo>
                  <a:lnTo>
                    <a:pt x="55770" y="132968"/>
                  </a:lnTo>
                  <a:lnTo>
                    <a:pt x="52468" y="132587"/>
                  </a:lnTo>
                  <a:lnTo>
                    <a:pt x="49420" y="131572"/>
                  </a:lnTo>
                  <a:lnTo>
                    <a:pt x="46753" y="129793"/>
                  </a:lnTo>
                  <a:lnTo>
                    <a:pt x="44086" y="128142"/>
                  </a:lnTo>
                  <a:lnTo>
                    <a:pt x="34180" y="105790"/>
                  </a:lnTo>
                  <a:lnTo>
                    <a:pt x="35577" y="101218"/>
                  </a:lnTo>
                  <a:lnTo>
                    <a:pt x="64708" y="70389"/>
                  </a:lnTo>
                  <a:lnTo>
                    <a:pt x="98722" y="47077"/>
                  </a:lnTo>
                  <a:lnTo>
                    <a:pt x="130065" y="34289"/>
                  </a:lnTo>
                  <a:lnTo>
                    <a:pt x="180717" y="34289"/>
                  </a:lnTo>
                  <a:lnTo>
                    <a:pt x="177436" y="29083"/>
                  </a:lnTo>
                  <a:lnTo>
                    <a:pt x="146390" y="3375"/>
                  </a:lnTo>
                  <a:lnTo>
                    <a:pt x="132051" y="188"/>
                  </a:lnTo>
                  <a:lnTo>
                    <a:pt x="124477" y="0"/>
                  </a:lnTo>
                  <a:close/>
                </a:path>
                <a:path extrusionOk="0" h="314960" w="276225">
                  <a:moveTo>
                    <a:pt x="180717" y="34289"/>
                  </a:moveTo>
                  <a:lnTo>
                    <a:pt x="130065" y="34289"/>
                  </a:lnTo>
                  <a:lnTo>
                    <a:pt x="135272" y="34416"/>
                  </a:lnTo>
                  <a:lnTo>
                    <a:pt x="139717" y="35940"/>
                  </a:lnTo>
                  <a:lnTo>
                    <a:pt x="144162" y="37337"/>
                  </a:lnTo>
                  <a:lnTo>
                    <a:pt x="148099" y="40512"/>
                  </a:lnTo>
                  <a:lnTo>
                    <a:pt x="151401" y="45338"/>
                  </a:lnTo>
                  <a:lnTo>
                    <a:pt x="153332" y="48057"/>
                  </a:lnTo>
                  <a:lnTo>
                    <a:pt x="154703" y="50800"/>
                  </a:lnTo>
                  <a:lnTo>
                    <a:pt x="155465" y="53593"/>
                  </a:lnTo>
                  <a:lnTo>
                    <a:pt x="156354" y="56261"/>
                  </a:lnTo>
                  <a:lnTo>
                    <a:pt x="156416" y="59562"/>
                  </a:lnTo>
                  <a:lnTo>
                    <a:pt x="155465" y="65150"/>
                  </a:lnTo>
                  <a:lnTo>
                    <a:pt x="154195" y="68325"/>
                  </a:lnTo>
                  <a:lnTo>
                    <a:pt x="152163" y="71500"/>
                  </a:lnTo>
                  <a:lnTo>
                    <a:pt x="150131" y="74802"/>
                  </a:lnTo>
                  <a:lnTo>
                    <a:pt x="147337" y="78359"/>
                  </a:lnTo>
                  <a:lnTo>
                    <a:pt x="143781" y="82041"/>
                  </a:lnTo>
                  <a:lnTo>
                    <a:pt x="140225" y="85851"/>
                  </a:lnTo>
                  <a:lnTo>
                    <a:pt x="135653" y="89915"/>
                  </a:lnTo>
                  <a:lnTo>
                    <a:pt x="124858" y="98678"/>
                  </a:lnTo>
                  <a:lnTo>
                    <a:pt x="118508" y="103377"/>
                  </a:lnTo>
                  <a:lnTo>
                    <a:pt x="111015" y="108585"/>
                  </a:lnTo>
                  <a:lnTo>
                    <a:pt x="104919" y="112902"/>
                  </a:lnTo>
                  <a:lnTo>
                    <a:pt x="70375" y="131317"/>
                  </a:lnTo>
                  <a:lnTo>
                    <a:pt x="66438" y="132207"/>
                  </a:lnTo>
                  <a:lnTo>
                    <a:pt x="62628" y="133223"/>
                  </a:lnTo>
                  <a:lnTo>
                    <a:pt x="58945" y="133476"/>
                  </a:lnTo>
                  <a:lnTo>
                    <a:pt x="143353" y="133476"/>
                  </a:lnTo>
                  <a:lnTo>
                    <a:pt x="173217" y="107110"/>
                  </a:lnTo>
                  <a:lnTo>
                    <a:pt x="190845" y="68325"/>
                  </a:lnTo>
                  <a:lnTo>
                    <a:pt x="190865" y="65079"/>
                  </a:lnTo>
                  <a:lnTo>
                    <a:pt x="190607" y="60983"/>
                  </a:lnTo>
                  <a:lnTo>
                    <a:pt x="190490" y="59436"/>
                  </a:lnTo>
                  <a:lnTo>
                    <a:pt x="188991" y="52300"/>
                  </a:lnTo>
                  <a:lnTo>
                    <a:pt x="186310" y="44799"/>
                  </a:lnTo>
                  <a:lnTo>
                    <a:pt x="182462" y="37060"/>
                  </a:lnTo>
                  <a:lnTo>
                    <a:pt x="180717" y="342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79" name="Google Shape;579;p19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592823" y="2368295"/>
              <a:ext cx="1394459" cy="15681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0" name="Google Shape;580;p19"/>
            <p:cNvSpPr/>
            <p:nvPr/>
          </p:nvSpPr>
          <p:spPr>
            <a:xfrm>
              <a:off x="6629562" y="2460370"/>
              <a:ext cx="1268730" cy="1445260"/>
            </a:xfrm>
            <a:custGeom>
              <a:rect b="b" l="l" r="r" t="t"/>
              <a:pathLst>
                <a:path extrusionOk="0" h="1445260" w="1268729">
                  <a:moveTo>
                    <a:pt x="444972" y="0"/>
                  </a:moveTo>
                  <a:lnTo>
                    <a:pt x="406507" y="10858"/>
                  </a:lnTo>
                  <a:lnTo>
                    <a:pt x="378424" y="38862"/>
                  </a:lnTo>
                  <a:lnTo>
                    <a:pt x="9108" y="674496"/>
                  </a:lnTo>
                  <a:lnTo>
                    <a:pt x="0" y="701107"/>
                  </a:lnTo>
                  <a:lnTo>
                    <a:pt x="154" y="727932"/>
                  </a:lnTo>
                  <a:lnTo>
                    <a:pt x="9358" y="752613"/>
                  </a:lnTo>
                  <a:lnTo>
                    <a:pt x="27396" y="772794"/>
                  </a:lnTo>
                  <a:lnTo>
                    <a:pt x="67707" y="805292"/>
                  </a:lnTo>
                  <a:lnTo>
                    <a:pt x="105965" y="839896"/>
                  </a:lnTo>
                  <a:lnTo>
                    <a:pt x="142092" y="876488"/>
                  </a:lnTo>
                  <a:lnTo>
                    <a:pt x="176012" y="914950"/>
                  </a:lnTo>
                  <a:lnTo>
                    <a:pt x="207645" y="955165"/>
                  </a:lnTo>
                  <a:lnTo>
                    <a:pt x="236915" y="997016"/>
                  </a:lnTo>
                  <a:lnTo>
                    <a:pt x="263743" y="1040383"/>
                  </a:lnTo>
                  <a:lnTo>
                    <a:pt x="289696" y="1087817"/>
                  </a:lnTo>
                  <a:lnTo>
                    <a:pt x="312580" y="1136012"/>
                  </a:lnTo>
                  <a:lnTo>
                    <a:pt x="332386" y="1184891"/>
                  </a:lnTo>
                  <a:lnTo>
                    <a:pt x="349109" y="1234377"/>
                  </a:lnTo>
                  <a:lnTo>
                    <a:pt x="362742" y="1284392"/>
                  </a:lnTo>
                  <a:lnTo>
                    <a:pt x="373278" y="1334858"/>
                  </a:lnTo>
                  <a:lnTo>
                    <a:pt x="380710" y="1385696"/>
                  </a:lnTo>
                  <a:lnTo>
                    <a:pt x="392537" y="1412986"/>
                  </a:lnTo>
                  <a:lnTo>
                    <a:pt x="415127" y="1430845"/>
                  </a:lnTo>
                  <a:lnTo>
                    <a:pt x="439431" y="1440989"/>
                  </a:lnTo>
                  <a:lnTo>
                    <a:pt x="456402" y="1445133"/>
                  </a:lnTo>
                  <a:lnTo>
                    <a:pt x="1192875" y="1445133"/>
                  </a:lnTo>
                  <a:lnTo>
                    <a:pt x="1236380" y="1430666"/>
                  </a:lnTo>
                  <a:lnTo>
                    <a:pt x="1265122" y="1393126"/>
                  </a:lnTo>
                  <a:lnTo>
                    <a:pt x="1268567" y="1362836"/>
                  </a:lnTo>
                  <a:lnTo>
                    <a:pt x="1264014" y="1312372"/>
                  </a:lnTo>
                  <a:lnTo>
                    <a:pt x="1258114" y="1262192"/>
                  </a:lnTo>
                  <a:lnTo>
                    <a:pt x="1250866" y="1212314"/>
                  </a:lnTo>
                  <a:lnTo>
                    <a:pt x="1242264" y="1162754"/>
                  </a:lnTo>
                  <a:lnTo>
                    <a:pt x="1232306" y="1113530"/>
                  </a:lnTo>
                  <a:lnTo>
                    <a:pt x="1220987" y="1064659"/>
                  </a:lnTo>
                  <a:lnTo>
                    <a:pt x="1208305" y="1016157"/>
                  </a:lnTo>
                  <a:lnTo>
                    <a:pt x="1194256" y="968041"/>
                  </a:lnTo>
                  <a:lnTo>
                    <a:pt x="1178836" y="920329"/>
                  </a:lnTo>
                  <a:lnTo>
                    <a:pt x="1162042" y="873037"/>
                  </a:lnTo>
                  <a:lnTo>
                    <a:pt x="1143870" y="826182"/>
                  </a:lnTo>
                  <a:lnTo>
                    <a:pt x="1124317" y="779781"/>
                  </a:lnTo>
                  <a:lnTo>
                    <a:pt x="1103379" y="733852"/>
                  </a:lnTo>
                  <a:lnTo>
                    <a:pt x="1081052" y="688410"/>
                  </a:lnTo>
                  <a:lnTo>
                    <a:pt x="1057334" y="643473"/>
                  </a:lnTo>
                  <a:lnTo>
                    <a:pt x="1032220" y="599058"/>
                  </a:lnTo>
                  <a:lnTo>
                    <a:pt x="1006223" y="556119"/>
                  </a:lnTo>
                  <a:lnTo>
                    <a:pt x="979021" y="513900"/>
                  </a:lnTo>
                  <a:lnTo>
                    <a:pt x="950644" y="472428"/>
                  </a:lnTo>
                  <a:lnTo>
                    <a:pt x="921123" y="431732"/>
                  </a:lnTo>
                  <a:lnTo>
                    <a:pt x="890486" y="391838"/>
                  </a:lnTo>
                  <a:lnTo>
                    <a:pt x="858765" y="352773"/>
                  </a:lnTo>
                  <a:lnTo>
                    <a:pt x="825990" y="314565"/>
                  </a:lnTo>
                  <a:lnTo>
                    <a:pt x="792190" y="277241"/>
                  </a:lnTo>
                  <a:lnTo>
                    <a:pt x="757396" y="240827"/>
                  </a:lnTo>
                  <a:lnTo>
                    <a:pt x="721638" y="205351"/>
                  </a:lnTo>
                  <a:lnTo>
                    <a:pt x="684946" y="170840"/>
                  </a:lnTo>
                  <a:lnTo>
                    <a:pt x="647350" y="137322"/>
                  </a:lnTo>
                  <a:lnTo>
                    <a:pt x="608881" y="104823"/>
                  </a:lnTo>
                  <a:lnTo>
                    <a:pt x="569568" y="73371"/>
                  </a:lnTo>
                  <a:lnTo>
                    <a:pt x="529442" y="42993"/>
                  </a:lnTo>
                  <a:lnTo>
                    <a:pt x="488533" y="13715"/>
                  </a:lnTo>
                  <a:lnTo>
                    <a:pt x="456600" y="1178"/>
                  </a:lnTo>
                  <a:lnTo>
                    <a:pt x="444972" y="0"/>
                  </a:lnTo>
                  <a:close/>
                </a:path>
              </a:pathLst>
            </a:custGeom>
            <a:solidFill>
              <a:srgbClr val="7B7B7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19"/>
            <p:cNvSpPr/>
            <p:nvPr/>
          </p:nvSpPr>
          <p:spPr>
            <a:xfrm>
              <a:off x="6647688" y="2515234"/>
              <a:ext cx="1250950" cy="1390650"/>
            </a:xfrm>
            <a:custGeom>
              <a:rect b="b" l="l" r="r" t="t"/>
              <a:pathLst>
                <a:path extrusionOk="0" h="1390650" w="1250950">
                  <a:moveTo>
                    <a:pt x="441197" y="0"/>
                  </a:moveTo>
                  <a:lnTo>
                    <a:pt x="404050" y="9715"/>
                  </a:lnTo>
                  <a:lnTo>
                    <a:pt x="9143" y="675639"/>
                  </a:lnTo>
                  <a:lnTo>
                    <a:pt x="5786" y="681176"/>
                  </a:lnTo>
                  <a:lnTo>
                    <a:pt x="2857" y="687355"/>
                  </a:lnTo>
                  <a:lnTo>
                    <a:pt x="785" y="693963"/>
                  </a:lnTo>
                  <a:lnTo>
                    <a:pt x="0" y="700786"/>
                  </a:lnTo>
                  <a:lnTo>
                    <a:pt x="4571" y="707770"/>
                  </a:lnTo>
                  <a:lnTo>
                    <a:pt x="13715" y="716914"/>
                  </a:lnTo>
                  <a:lnTo>
                    <a:pt x="53870" y="749420"/>
                  </a:lnTo>
                  <a:lnTo>
                    <a:pt x="91986" y="784047"/>
                  </a:lnTo>
                  <a:lnTo>
                    <a:pt x="127982" y="820678"/>
                  </a:lnTo>
                  <a:lnTo>
                    <a:pt x="161779" y="859194"/>
                  </a:lnTo>
                  <a:lnTo>
                    <a:pt x="193296" y="899480"/>
                  </a:lnTo>
                  <a:lnTo>
                    <a:pt x="222455" y="941416"/>
                  </a:lnTo>
                  <a:lnTo>
                    <a:pt x="249173" y="984885"/>
                  </a:lnTo>
                  <a:lnTo>
                    <a:pt x="273949" y="1029896"/>
                  </a:lnTo>
                  <a:lnTo>
                    <a:pt x="295740" y="1075610"/>
                  </a:lnTo>
                  <a:lnTo>
                    <a:pt x="314610" y="1121965"/>
                  </a:lnTo>
                  <a:lnTo>
                    <a:pt x="330623" y="1168903"/>
                  </a:lnTo>
                  <a:lnTo>
                    <a:pt x="343841" y="1216363"/>
                  </a:lnTo>
                  <a:lnTo>
                    <a:pt x="354329" y="1264284"/>
                  </a:lnTo>
                  <a:lnTo>
                    <a:pt x="360402" y="1286593"/>
                  </a:lnTo>
                  <a:lnTo>
                    <a:pt x="365188" y="1308925"/>
                  </a:lnTo>
                  <a:lnTo>
                    <a:pt x="369117" y="1331257"/>
                  </a:lnTo>
                  <a:lnTo>
                    <a:pt x="372617" y="1353565"/>
                  </a:lnTo>
                  <a:lnTo>
                    <a:pt x="389441" y="1369641"/>
                  </a:lnTo>
                  <a:lnTo>
                    <a:pt x="409479" y="1380537"/>
                  </a:lnTo>
                  <a:lnTo>
                    <a:pt x="428232" y="1387123"/>
                  </a:lnTo>
                  <a:lnTo>
                    <a:pt x="441197" y="1390269"/>
                  </a:lnTo>
                  <a:lnTo>
                    <a:pt x="1175003" y="1390269"/>
                  </a:lnTo>
                  <a:lnTo>
                    <a:pt x="1218402" y="1375749"/>
                  </a:lnTo>
                  <a:lnTo>
                    <a:pt x="1247012" y="1338119"/>
                  </a:lnTo>
                  <a:lnTo>
                    <a:pt x="1250441" y="1323151"/>
                  </a:lnTo>
                  <a:lnTo>
                    <a:pt x="1250441" y="1307719"/>
                  </a:lnTo>
                  <a:lnTo>
                    <a:pt x="1245778" y="1258283"/>
                  </a:lnTo>
                  <a:lnTo>
                    <a:pt x="1240017" y="1208957"/>
                  </a:lnTo>
                  <a:lnTo>
                    <a:pt x="1233159" y="1159851"/>
                  </a:lnTo>
                  <a:lnTo>
                    <a:pt x="1225204" y="1111074"/>
                  </a:lnTo>
                  <a:lnTo>
                    <a:pt x="1216152" y="1062736"/>
                  </a:lnTo>
                  <a:lnTo>
                    <a:pt x="1203188" y="1014205"/>
                  </a:lnTo>
                  <a:lnTo>
                    <a:pt x="1188976" y="966217"/>
                  </a:lnTo>
                  <a:lnTo>
                    <a:pt x="1173502" y="918755"/>
                  </a:lnTo>
                  <a:lnTo>
                    <a:pt x="1156752" y="871807"/>
                  </a:lnTo>
                  <a:lnTo>
                    <a:pt x="1138713" y="825357"/>
                  </a:lnTo>
                  <a:lnTo>
                    <a:pt x="1119371" y="779390"/>
                  </a:lnTo>
                  <a:lnTo>
                    <a:pt x="1098713" y="733894"/>
                  </a:lnTo>
                  <a:lnTo>
                    <a:pt x="1076724" y="688852"/>
                  </a:lnTo>
                  <a:lnTo>
                    <a:pt x="1053391" y="644250"/>
                  </a:lnTo>
                  <a:lnTo>
                    <a:pt x="1028700" y="600075"/>
                  </a:lnTo>
                  <a:lnTo>
                    <a:pt x="1002799" y="556640"/>
                  </a:lnTo>
                  <a:lnTo>
                    <a:pt x="975697" y="513986"/>
                  </a:lnTo>
                  <a:lnTo>
                    <a:pt x="947423" y="472139"/>
                  </a:lnTo>
                  <a:lnTo>
                    <a:pt x="918007" y="431125"/>
                  </a:lnTo>
                  <a:lnTo>
                    <a:pt x="887479" y="390971"/>
                  </a:lnTo>
                  <a:lnTo>
                    <a:pt x="855870" y="351704"/>
                  </a:lnTo>
                  <a:lnTo>
                    <a:pt x="823209" y="313351"/>
                  </a:lnTo>
                  <a:lnTo>
                    <a:pt x="789527" y="275939"/>
                  </a:lnTo>
                  <a:lnTo>
                    <a:pt x="754853" y="239494"/>
                  </a:lnTo>
                  <a:lnTo>
                    <a:pt x="719219" y="204043"/>
                  </a:lnTo>
                  <a:lnTo>
                    <a:pt x="682653" y="169613"/>
                  </a:lnTo>
                  <a:lnTo>
                    <a:pt x="645187" y="136231"/>
                  </a:lnTo>
                  <a:lnTo>
                    <a:pt x="606850" y="103923"/>
                  </a:lnTo>
                  <a:lnTo>
                    <a:pt x="567673" y="72717"/>
                  </a:lnTo>
                  <a:lnTo>
                    <a:pt x="527685" y="42639"/>
                  </a:lnTo>
                  <a:lnTo>
                    <a:pt x="486917" y="13715"/>
                  </a:lnTo>
                  <a:lnTo>
                    <a:pt x="453163" y="857"/>
                  </a:lnTo>
                  <a:lnTo>
                    <a:pt x="441197" y="0"/>
                  </a:lnTo>
                  <a:close/>
                </a:path>
              </a:pathLst>
            </a:custGeom>
            <a:solidFill>
              <a:srgbClr val="A4A4A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82" name="Google Shape;582;p1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6976871" y="2999231"/>
              <a:ext cx="690372" cy="6903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19"/>
            <p:cNvSpPr/>
            <p:nvPr/>
          </p:nvSpPr>
          <p:spPr>
            <a:xfrm>
              <a:off x="7013448" y="3036569"/>
              <a:ext cx="567055" cy="567055"/>
            </a:xfrm>
            <a:custGeom>
              <a:rect b="b" l="l" r="r" t="t"/>
              <a:pathLst>
                <a:path extrusionOk="0" h="567054" w="567054">
                  <a:moveTo>
                    <a:pt x="320040" y="305816"/>
                  </a:moveTo>
                  <a:lnTo>
                    <a:pt x="319125" y="297942"/>
                  </a:lnTo>
                  <a:lnTo>
                    <a:pt x="316433" y="289661"/>
                  </a:lnTo>
                  <a:lnTo>
                    <a:pt x="311937" y="282282"/>
                  </a:lnTo>
                  <a:lnTo>
                    <a:pt x="305689" y="277114"/>
                  </a:lnTo>
                  <a:lnTo>
                    <a:pt x="133731" y="105156"/>
                  </a:lnTo>
                  <a:lnTo>
                    <a:pt x="105029" y="76454"/>
                  </a:lnTo>
                  <a:lnTo>
                    <a:pt x="100330" y="66929"/>
                  </a:lnTo>
                  <a:lnTo>
                    <a:pt x="105029" y="62103"/>
                  </a:lnTo>
                  <a:lnTo>
                    <a:pt x="105029" y="47752"/>
                  </a:lnTo>
                  <a:lnTo>
                    <a:pt x="95504" y="43053"/>
                  </a:lnTo>
                  <a:lnTo>
                    <a:pt x="62103" y="9525"/>
                  </a:lnTo>
                  <a:lnTo>
                    <a:pt x="57277" y="0"/>
                  </a:lnTo>
                  <a:lnTo>
                    <a:pt x="47752" y="4826"/>
                  </a:lnTo>
                  <a:lnTo>
                    <a:pt x="47752" y="9525"/>
                  </a:lnTo>
                  <a:lnTo>
                    <a:pt x="43053" y="23876"/>
                  </a:lnTo>
                  <a:lnTo>
                    <a:pt x="39357" y="30899"/>
                  </a:lnTo>
                  <a:lnTo>
                    <a:pt x="35217" y="37045"/>
                  </a:lnTo>
                  <a:lnTo>
                    <a:pt x="30200" y="41402"/>
                  </a:lnTo>
                  <a:lnTo>
                    <a:pt x="23876" y="43053"/>
                  </a:lnTo>
                  <a:lnTo>
                    <a:pt x="9525" y="47752"/>
                  </a:lnTo>
                  <a:lnTo>
                    <a:pt x="0" y="52578"/>
                  </a:lnTo>
                  <a:lnTo>
                    <a:pt x="0" y="57277"/>
                  </a:lnTo>
                  <a:lnTo>
                    <a:pt x="4826" y="62103"/>
                  </a:lnTo>
                  <a:lnTo>
                    <a:pt x="38227" y="100330"/>
                  </a:lnTo>
                  <a:lnTo>
                    <a:pt x="45288" y="103784"/>
                  </a:lnTo>
                  <a:lnTo>
                    <a:pt x="51917" y="106324"/>
                  </a:lnTo>
                  <a:lnTo>
                    <a:pt x="57670" y="107073"/>
                  </a:lnTo>
                  <a:lnTo>
                    <a:pt x="62103" y="105156"/>
                  </a:lnTo>
                  <a:lnTo>
                    <a:pt x="76454" y="105156"/>
                  </a:lnTo>
                  <a:lnTo>
                    <a:pt x="276987" y="310515"/>
                  </a:lnTo>
                  <a:lnTo>
                    <a:pt x="300990" y="320167"/>
                  </a:lnTo>
                  <a:lnTo>
                    <a:pt x="315214" y="320167"/>
                  </a:lnTo>
                  <a:lnTo>
                    <a:pt x="320040" y="315341"/>
                  </a:lnTo>
                  <a:lnTo>
                    <a:pt x="320040" y="305816"/>
                  </a:lnTo>
                  <a:close/>
                </a:path>
                <a:path extrusionOk="0" h="567054" w="567054">
                  <a:moveTo>
                    <a:pt x="566928" y="299339"/>
                  </a:moveTo>
                  <a:lnTo>
                    <a:pt x="562622" y="251904"/>
                  </a:lnTo>
                  <a:lnTo>
                    <a:pt x="550265" y="207340"/>
                  </a:lnTo>
                  <a:lnTo>
                    <a:pt x="530618" y="166370"/>
                  </a:lnTo>
                  <a:lnTo>
                    <a:pt x="504482" y="129717"/>
                  </a:lnTo>
                  <a:lnTo>
                    <a:pt x="472643" y="98120"/>
                  </a:lnTo>
                  <a:lnTo>
                    <a:pt x="435876" y="72275"/>
                  </a:lnTo>
                  <a:lnTo>
                    <a:pt x="394970" y="52933"/>
                  </a:lnTo>
                  <a:lnTo>
                    <a:pt x="350723" y="40792"/>
                  </a:lnTo>
                  <a:lnTo>
                    <a:pt x="303911" y="36576"/>
                  </a:lnTo>
                  <a:lnTo>
                    <a:pt x="267462" y="39319"/>
                  </a:lnTo>
                  <a:lnTo>
                    <a:pt x="230987" y="47536"/>
                  </a:lnTo>
                  <a:lnTo>
                    <a:pt x="196303" y="61226"/>
                  </a:lnTo>
                  <a:lnTo>
                    <a:pt x="165227" y="80391"/>
                  </a:lnTo>
                  <a:lnTo>
                    <a:pt x="160528" y="80391"/>
                  </a:lnTo>
                  <a:lnTo>
                    <a:pt x="165227" y="85217"/>
                  </a:lnTo>
                  <a:lnTo>
                    <a:pt x="189230" y="114427"/>
                  </a:lnTo>
                  <a:lnTo>
                    <a:pt x="198755" y="114427"/>
                  </a:lnTo>
                  <a:lnTo>
                    <a:pt x="223901" y="101676"/>
                  </a:lnTo>
                  <a:lnTo>
                    <a:pt x="249516" y="92544"/>
                  </a:lnTo>
                  <a:lnTo>
                    <a:pt x="276047" y="87058"/>
                  </a:lnTo>
                  <a:lnTo>
                    <a:pt x="303911" y="85217"/>
                  </a:lnTo>
                  <a:lnTo>
                    <a:pt x="353453" y="90957"/>
                  </a:lnTo>
                  <a:lnTo>
                    <a:pt x="398818" y="107251"/>
                  </a:lnTo>
                  <a:lnTo>
                    <a:pt x="438746" y="132753"/>
                  </a:lnTo>
                  <a:lnTo>
                    <a:pt x="471995" y="166065"/>
                  </a:lnTo>
                  <a:lnTo>
                    <a:pt x="497293" y="205854"/>
                  </a:lnTo>
                  <a:lnTo>
                    <a:pt x="513397" y="250736"/>
                  </a:lnTo>
                  <a:lnTo>
                    <a:pt x="519049" y="299339"/>
                  </a:lnTo>
                  <a:lnTo>
                    <a:pt x="513397" y="349783"/>
                  </a:lnTo>
                  <a:lnTo>
                    <a:pt x="497293" y="395986"/>
                  </a:lnTo>
                  <a:lnTo>
                    <a:pt x="471995" y="436651"/>
                  </a:lnTo>
                  <a:lnTo>
                    <a:pt x="438746" y="470509"/>
                  </a:lnTo>
                  <a:lnTo>
                    <a:pt x="398818" y="496265"/>
                  </a:lnTo>
                  <a:lnTo>
                    <a:pt x="353453" y="512673"/>
                  </a:lnTo>
                  <a:lnTo>
                    <a:pt x="303911" y="518426"/>
                  </a:lnTo>
                  <a:lnTo>
                    <a:pt x="256146" y="512673"/>
                  </a:lnTo>
                  <a:lnTo>
                    <a:pt x="212051" y="496265"/>
                  </a:lnTo>
                  <a:lnTo>
                    <a:pt x="172986" y="470509"/>
                  </a:lnTo>
                  <a:lnTo>
                    <a:pt x="140258" y="436651"/>
                  </a:lnTo>
                  <a:lnTo>
                    <a:pt x="115227" y="395986"/>
                  </a:lnTo>
                  <a:lnTo>
                    <a:pt x="99225" y="349783"/>
                  </a:lnTo>
                  <a:lnTo>
                    <a:pt x="93599" y="299339"/>
                  </a:lnTo>
                  <a:lnTo>
                    <a:pt x="94551" y="273888"/>
                  </a:lnTo>
                  <a:lnTo>
                    <a:pt x="97739" y="248894"/>
                  </a:lnTo>
                  <a:lnTo>
                    <a:pt x="103606" y="224802"/>
                  </a:lnTo>
                  <a:lnTo>
                    <a:pt x="112649" y="202057"/>
                  </a:lnTo>
                  <a:lnTo>
                    <a:pt x="117475" y="197231"/>
                  </a:lnTo>
                  <a:lnTo>
                    <a:pt x="117475" y="192278"/>
                  </a:lnTo>
                  <a:lnTo>
                    <a:pt x="88773" y="168021"/>
                  </a:lnTo>
                  <a:lnTo>
                    <a:pt x="83947" y="163068"/>
                  </a:lnTo>
                  <a:lnTo>
                    <a:pt x="83947" y="168021"/>
                  </a:lnTo>
                  <a:lnTo>
                    <a:pt x="79248" y="168021"/>
                  </a:lnTo>
                  <a:lnTo>
                    <a:pt x="65913" y="198793"/>
                  </a:lnTo>
                  <a:lnTo>
                    <a:pt x="55283" y="231876"/>
                  </a:lnTo>
                  <a:lnTo>
                    <a:pt x="48260" y="265861"/>
                  </a:lnTo>
                  <a:lnTo>
                    <a:pt x="45720" y="299339"/>
                  </a:lnTo>
                  <a:lnTo>
                    <a:pt x="49847" y="346989"/>
                  </a:lnTo>
                  <a:lnTo>
                    <a:pt x="61772" y="392036"/>
                  </a:lnTo>
                  <a:lnTo>
                    <a:pt x="80784" y="433666"/>
                  </a:lnTo>
                  <a:lnTo>
                    <a:pt x="106172" y="471093"/>
                  </a:lnTo>
                  <a:lnTo>
                    <a:pt x="137236" y="503504"/>
                  </a:lnTo>
                  <a:lnTo>
                    <a:pt x="173240" y="530110"/>
                  </a:lnTo>
                  <a:lnTo>
                    <a:pt x="213499" y="550100"/>
                  </a:lnTo>
                  <a:lnTo>
                    <a:pt x="257289" y="562686"/>
                  </a:lnTo>
                  <a:lnTo>
                    <a:pt x="303911" y="567055"/>
                  </a:lnTo>
                  <a:lnTo>
                    <a:pt x="350723" y="562686"/>
                  </a:lnTo>
                  <a:lnTo>
                    <a:pt x="394970" y="550100"/>
                  </a:lnTo>
                  <a:lnTo>
                    <a:pt x="435876" y="530110"/>
                  </a:lnTo>
                  <a:lnTo>
                    <a:pt x="472643" y="503504"/>
                  </a:lnTo>
                  <a:lnTo>
                    <a:pt x="504482" y="471093"/>
                  </a:lnTo>
                  <a:lnTo>
                    <a:pt x="530618" y="433666"/>
                  </a:lnTo>
                  <a:lnTo>
                    <a:pt x="550265" y="392036"/>
                  </a:lnTo>
                  <a:lnTo>
                    <a:pt x="562622" y="346989"/>
                  </a:lnTo>
                  <a:lnTo>
                    <a:pt x="566928" y="299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84" name="Google Shape;584;p19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7252954" y="3265169"/>
              <a:ext cx="144541" cy="1464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19"/>
            <p:cNvSpPr/>
            <p:nvPr/>
          </p:nvSpPr>
          <p:spPr>
            <a:xfrm>
              <a:off x="7150607" y="3164586"/>
              <a:ext cx="338455" cy="347980"/>
            </a:xfrm>
            <a:custGeom>
              <a:rect b="b" l="l" r="r" t="t"/>
              <a:pathLst>
                <a:path extrusionOk="0" h="347979" w="338454">
                  <a:moveTo>
                    <a:pt x="19303" y="104266"/>
                  </a:moveTo>
                  <a:lnTo>
                    <a:pt x="3619" y="141541"/>
                  </a:lnTo>
                  <a:lnTo>
                    <a:pt x="0" y="173862"/>
                  </a:lnTo>
                  <a:lnTo>
                    <a:pt x="6154" y="221172"/>
                  </a:lnTo>
                  <a:lnTo>
                    <a:pt x="23452" y="262988"/>
                  </a:lnTo>
                  <a:lnTo>
                    <a:pt x="50149" y="297926"/>
                  </a:lnTo>
                  <a:lnTo>
                    <a:pt x="84497" y="324597"/>
                  </a:lnTo>
                  <a:lnTo>
                    <a:pt x="124751" y="341617"/>
                  </a:lnTo>
                  <a:lnTo>
                    <a:pt x="169164" y="347599"/>
                  </a:lnTo>
                  <a:lnTo>
                    <a:pt x="215252" y="341617"/>
                  </a:lnTo>
                  <a:lnTo>
                    <a:pt x="255975" y="324597"/>
                  </a:lnTo>
                  <a:lnTo>
                    <a:pt x="283652" y="302894"/>
                  </a:lnTo>
                  <a:lnTo>
                    <a:pt x="169164" y="302894"/>
                  </a:lnTo>
                  <a:lnTo>
                    <a:pt x="121735" y="292502"/>
                  </a:lnTo>
                  <a:lnTo>
                    <a:pt x="83391" y="264429"/>
                  </a:lnTo>
                  <a:lnTo>
                    <a:pt x="57739" y="223331"/>
                  </a:lnTo>
                  <a:lnTo>
                    <a:pt x="48387" y="173862"/>
                  </a:lnTo>
                  <a:lnTo>
                    <a:pt x="48387" y="158876"/>
                  </a:lnTo>
                  <a:lnTo>
                    <a:pt x="53213" y="148971"/>
                  </a:lnTo>
                  <a:lnTo>
                    <a:pt x="53213" y="144017"/>
                  </a:lnTo>
                  <a:lnTo>
                    <a:pt x="48387" y="139064"/>
                  </a:lnTo>
                  <a:lnTo>
                    <a:pt x="24130" y="109219"/>
                  </a:lnTo>
                  <a:lnTo>
                    <a:pt x="19303" y="104266"/>
                  </a:lnTo>
                  <a:close/>
                </a:path>
                <a:path extrusionOk="0" h="347979" w="338454">
                  <a:moveTo>
                    <a:pt x="287646" y="49656"/>
                  </a:moveTo>
                  <a:lnTo>
                    <a:pt x="169164" y="49656"/>
                  </a:lnTo>
                  <a:lnTo>
                    <a:pt x="217346" y="59973"/>
                  </a:lnTo>
                  <a:lnTo>
                    <a:pt x="257349" y="87518"/>
                  </a:lnTo>
                  <a:lnTo>
                    <a:pt x="284660" y="127184"/>
                  </a:lnTo>
                  <a:lnTo>
                    <a:pt x="294767" y="173862"/>
                  </a:lnTo>
                  <a:lnTo>
                    <a:pt x="284660" y="223331"/>
                  </a:lnTo>
                  <a:lnTo>
                    <a:pt x="257349" y="264429"/>
                  </a:lnTo>
                  <a:lnTo>
                    <a:pt x="217346" y="292502"/>
                  </a:lnTo>
                  <a:lnTo>
                    <a:pt x="169164" y="302894"/>
                  </a:lnTo>
                  <a:lnTo>
                    <a:pt x="283652" y="302894"/>
                  </a:lnTo>
                  <a:lnTo>
                    <a:pt x="289988" y="297926"/>
                  </a:lnTo>
                  <a:lnTo>
                    <a:pt x="315947" y="262988"/>
                  </a:lnTo>
                  <a:lnTo>
                    <a:pt x="332508" y="221172"/>
                  </a:lnTo>
                  <a:lnTo>
                    <a:pt x="338327" y="173862"/>
                  </a:lnTo>
                  <a:lnTo>
                    <a:pt x="332508" y="128220"/>
                  </a:lnTo>
                  <a:lnTo>
                    <a:pt x="315947" y="86849"/>
                  </a:lnTo>
                  <a:lnTo>
                    <a:pt x="289988" y="51546"/>
                  </a:lnTo>
                  <a:lnTo>
                    <a:pt x="287646" y="49656"/>
                  </a:lnTo>
                  <a:close/>
                </a:path>
                <a:path extrusionOk="0" h="347979" w="338454">
                  <a:moveTo>
                    <a:pt x="169164" y="0"/>
                  </a:moveTo>
                  <a:lnTo>
                    <a:pt x="151046" y="1704"/>
                  </a:lnTo>
                  <a:lnTo>
                    <a:pt x="132905" y="6207"/>
                  </a:lnTo>
                  <a:lnTo>
                    <a:pt x="114764" y="12590"/>
                  </a:lnTo>
                  <a:lnTo>
                    <a:pt x="96647" y="19938"/>
                  </a:lnTo>
                  <a:lnTo>
                    <a:pt x="91821" y="19938"/>
                  </a:lnTo>
                  <a:lnTo>
                    <a:pt x="96647" y="29844"/>
                  </a:lnTo>
                  <a:lnTo>
                    <a:pt x="125602" y="59562"/>
                  </a:lnTo>
                  <a:lnTo>
                    <a:pt x="130556" y="59562"/>
                  </a:lnTo>
                  <a:lnTo>
                    <a:pt x="135382" y="54610"/>
                  </a:lnTo>
                  <a:lnTo>
                    <a:pt x="143375" y="53836"/>
                  </a:lnTo>
                  <a:lnTo>
                    <a:pt x="161170" y="50430"/>
                  </a:lnTo>
                  <a:lnTo>
                    <a:pt x="169164" y="49656"/>
                  </a:lnTo>
                  <a:lnTo>
                    <a:pt x="287646" y="49656"/>
                  </a:lnTo>
                  <a:lnTo>
                    <a:pt x="255975" y="24106"/>
                  </a:lnTo>
                  <a:lnTo>
                    <a:pt x="215252" y="6325"/>
                  </a:lnTo>
                  <a:lnTo>
                    <a:pt x="1691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86" name="Google Shape;586;p1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031654" y="2559437"/>
              <a:ext cx="691869" cy="6827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7" name="Google Shape;587;p19"/>
            <p:cNvSpPr/>
            <p:nvPr/>
          </p:nvSpPr>
          <p:spPr>
            <a:xfrm>
              <a:off x="4099051" y="2628335"/>
              <a:ext cx="619760" cy="609600"/>
            </a:xfrm>
            <a:custGeom>
              <a:rect b="b" l="l" r="r" t="t"/>
              <a:pathLst>
                <a:path extrusionOk="0" h="609600" w="619760">
                  <a:moveTo>
                    <a:pt x="265833" y="0"/>
                  </a:moveTo>
                  <a:lnTo>
                    <a:pt x="219753" y="273"/>
                  </a:lnTo>
                  <a:lnTo>
                    <a:pt x="175083" y="10585"/>
                  </a:lnTo>
                  <a:lnTo>
                    <a:pt x="133512" y="30531"/>
                  </a:lnTo>
                  <a:lnTo>
                    <a:pt x="96729" y="59709"/>
                  </a:lnTo>
                  <a:lnTo>
                    <a:pt x="66421" y="97719"/>
                  </a:lnTo>
                  <a:lnTo>
                    <a:pt x="29718" y="157409"/>
                  </a:lnTo>
                  <a:lnTo>
                    <a:pt x="9558" y="201366"/>
                  </a:lnTo>
                  <a:lnTo>
                    <a:pt x="0" y="247449"/>
                  </a:lnTo>
                  <a:lnTo>
                    <a:pt x="680" y="293849"/>
                  </a:lnTo>
                  <a:lnTo>
                    <a:pt x="11238" y="338759"/>
                  </a:lnTo>
                  <a:lnTo>
                    <a:pt x="31310" y="380370"/>
                  </a:lnTo>
                  <a:lnTo>
                    <a:pt x="60536" y="416873"/>
                  </a:lnTo>
                  <a:lnTo>
                    <a:pt x="98552" y="446461"/>
                  </a:lnTo>
                  <a:lnTo>
                    <a:pt x="360045" y="609402"/>
                  </a:lnTo>
                  <a:lnTo>
                    <a:pt x="619252" y="194112"/>
                  </a:lnTo>
                  <a:lnTo>
                    <a:pt x="355473" y="31171"/>
                  </a:lnTo>
                  <a:lnTo>
                    <a:pt x="311636" y="10165"/>
                  </a:lnTo>
                  <a:lnTo>
                    <a:pt x="265833" y="0"/>
                  </a:lnTo>
                  <a:close/>
                </a:path>
              </a:pathLst>
            </a:custGeom>
            <a:solidFill>
              <a:srgbClr val="00AFE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19"/>
            <p:cNvSpPr/>
            <p:nvPr/>
          </p:nvSpPr>
          <p:spPr>
            <a:xfrm>
              <a:off x="4215721" y="2725800"/>
              <a:ext cx="269875" cy="307340"/>
            </a:xfrm>
            <a:custGeom>
              <a:rect b="b" l="l" r="r" t="t"/>
              <a:pathLst>
                <a:path extrusionOk="0" h="307339" w="269875">
                  <a:moveTo>
                    <a:pt x="62273" y="137160"/>
                  </a:moveTo>
                  <a:lnTo>
                    <a:pt x="55133" y="137160"/>
                  </a:lnTo>
                  <a:lnTo>
                    <a:pt x="48208" y="138429"/>
                  </a:lnTo>
                  <a:lnTo>
                    <a:pt x="11854" y="167639"/>
                  </a:lnTo>
                  <a:lnTo>
                    <a:pt x="0" y="207010"/>
                  </a:lnTo>
                  <a:lnTo>
                    <a:pt x="805" y="213360"/>
                  </a:lnTo>
                  <a:lnTo>
                    <a:pt x="18984" y="248919"/>
                  </a:lnTo>
                  <a:lnTo>
                    <a:pt x="48712" y="274319"/>
                  </a:lnTo>
                  <a:lnTo>
                    <a:pt x="85637" y="295910"/>
                  </a:lnTo>
                  <a:lnTo>
                    <a:pt x="94277" y="299719"/>
                  </a:lnTo>
                  <a:lnTo>
                    <a:pt x="102592" y="303529"/>
                  </a:lnTo>
                  <a:lnTo>
                    <a:pt x="110597" y="306069"/>
                  </a:lnTo>
                  <a:lnTo>
                    <a:pt x="118316" y="307339"/>
                  </a:lnTo>
                  <a:lnTo>
                    <a:pt x="132986" y="307339"/>
                  </a:lnTo>
                  <a:lnTo>
                    <a:pt x="170759" y="285750"/>
                  </a:lnTo>
                  <a:lnTo>
                    <a:pt x="179473" y="271779"/>
                  </a:lnTo>
                  <a:lnTo>
                    <a:pt x="132885" y="271779"/>
                  </a:lnTo>
                  <a:lnTo>
                    <a:pt x="121455" y="269239"/>
                  </a:lnTo>
                  <a:lnTo>
                    <a:pt x="114597" y="267969"/>
                  </a:lnTo>
                  <a:lnTo>
                    <a:pt x="106596" y="262889"/>
                  </a:lnTo>
                  <a:lnTo>
                    <a:pt x="100210" y="260350"/>
                  </a:lnTo>
                  <a:lnTo>
                    <a:pt x="93229" y="256539"/>
                  </a:lnTo>
                  <a:lnTo>
                    <a:pt x="85629" y="251460"/>
                  </a:lnTo>
                  <a:lnTo>
                    <a:pt x="77386" y="246379"/>
                  </a:lnTo>
                  <a:lnTo>
                    <a:pt x="70619" y="242569"/>
                  </a:lnTo>
                  <a:lnTo>
                    <a:pt x="64400" y="237489"/>
                  </a:lnTo>
                  <a:lnTo>
                    <a:pt x="58705" y="233679"/>
                  </a:lnTo>
                  <a:lnTo>
                    <a:pt x="32936" y="204469"/>
                  </a:lnTo>
                  <a:lnTo>
                    <a:pt x="32301" y="195579"/>
                  </a:lnTo>
                  <a:lnTo>
                    <a:pt x="33698" y="190500"/>
                  </a:lnTo>
                  <a:lnTo>
                    <a:pt x="47668" y="175260"/>
                  </a:lnTo>
                  <a:lnTo>
                    <a:pt x="50589" y="175260"/>
                  </a:lnTo>
                  <a:lnTo>
                    <a:pt x="53637" y="173989"/>
                  </a:lnTo>
                  <a:lnTo>
                    <a:pt x="142812" y="173989"/>
                  </a:lnTo>
                  <a:lnTo>
                    <a:pt x="139408" y="171450"/>
                  </a:lnTo>
                  <a:lnTo>
                    <a:pt x="130218" y="165100"/>
                  </a:lnTo>
                  <a:lnTo>
                    <a:pt x="120667" y="158750"/>
                  </a:lnTo>
                  <a:lnTo>
                    <a:pt x="111438" y="153669"/>
                  </a:lnTo>
                  <a:lnTo>
                    <a:pt x="102518" y="149860"/>
                  </a:lnTo>
                  <a:lnTo>
                    <a:pt x="93896" y="144779"/>
                  </a:lnTo>
                  <a:lnTo>
                    <a:pt x="85562" y="142239"/>
                  </a:lnTo>
                  <a:lnTo>
                    <a:pt x="77513" y="139700"/>
                  </a:lnTo>
                  <a:lnTo>
                    <a:pt x="62273" y="137160"/>
                  </a:lnTo>
                  <a:close/>
                </a:path>
                <a:path extrusionOk="0" h="307339" w="269875">
                  <a:moveTo>
                    <a:pt x="142812" y="173989"/>
                  </a:moveTo>
                  <a:lnTo>
                    <a:pt x="56939" y="173989"/>
                  </a:lnTo>
                  <a:lnTo>
                    <a:pt x="64559" y="175260"/>
                  </a:lnTo>
                  <a:lnTo>
                    <a:pt x="68877" y="176529"/>
                  </a:lnTo>
                  <a:lnTo>
                    <a:pt x="73703" y="179069"/>
                  </a:lnTo>
                  <a:lnTo>
                    <a:pt x="78656" y="180339"/>
                  </a:lnTo>
                  <a:lnTo>
                    <a:pt x="84117" y="182879"/>
                  </a:lnTo>
                  <a:lnTo>
                    <a:pt x="96309" y="190500"/>
                  </a:lnTo>
                  <a:lnTo>
                    <a:pt x="103167" y="194310"/>
                  </a:lnTo>
                  <a:lnTo>
                    <a:pt x="110660" y="199389"/>
                  </a:lnTo>
                  <a:lnTo>
                    <a:pt x="117010" y="203200"/>
                  </a:lnTo>
                  <a:lnTo>
                    <a:pt x="122725" y="207010"/>
                  </a:lnTo>
                  <a:lnTo>
                    <a:pt x="127678" y="210819"/>
                  </a:lnTo>
                  <a:lnTo>
                    <a:pt x="132758" y="214629"/>
                  </a:lnTo>
                  <a:lnTo>
                    <a:pt x="137076" y="217169"/>
                  </a:lnTo>
                  <a:lnTo>
                    <a:pt x="140632" y="220979"/>
                  </a:lnTo>
                  <a:lnTo>
                    <a:pt x="144315" y="224789"/>
                  </a:lnTo>
                  <a:lnTo>
                    <a:pt x="147236" y="227329"/>
                  </a:lnTo>
                  <a:lnTo>
                    <a:pt x="149649" y="231139"/>
                  </a:lnTo>
                  <a:lnTo>
                    <a:pt x="151935" y="233679"/>
                  </a:lnTo>
                  <a:lnTo>
                    <a:pt x="153586" y="237489"/>
                  </a:lnTo>
                  <a:lnTo>
                    <a:pt x="155364" y="243839"/>
                  </a:lnTo>
                  <a:lnTo>
                    <a:pt x="155491" y="246379"/>
                  </a:lnTo>
                  <a:lnTo>
                    <a:pt x="154983" y="250189"/>
                  </a:lnTo>
                  <a:lnTo>
                    <a:pt x="132885" y="271779"/>
                  </a:lnTo>
                  <a:lnTo>
                    <a:pt x="179473" y="271779"/>
                  </a:lnTo>
                  <a:lnTo>
                    <a:pt x="188120" y="238760"/>
                  </a:lnTo>
                  <a:lnTo>
                    <a:pt x="187352" y="231139"/>
                  </a:lnTo>
                  <a:lnTo>
                    <a:pt x="169189" y="196850"/>
                  </a:lnTo>
                  <a:lnTo>
                    <a:pt x="147919" y="177800"/>
                  </a:lnTo>
                  <a:lnTo>
                    <a:pt x="142812" y="173989"/>
                  </a:lnTo>
                  <a:close/>
                </a:path>
                <a:path extrusionOk="0" h="307339" w="269875">
                  <a:moveTo>
                    <a:pt x="266029" y="87629"/>
                  </a:moveTo>
                  <a:lnTo>
                    <a:pt x="204386" y="87629"/>
                  </a:lnTo>
                  <a:lnTo>
                    <a:pt x="208196" y="88900"/>
                  </a:lnTo>
                  <a:lnTo>
                    <a:pt x="212133" y="88900"/>
                  </a:lnTo>
                  <a:lnTo>
                    <a:pt x="216070" y="91439"/>
                  </a:lnTo>
                  <a:lnTo>
                    <a:pt x="224706" y="96519"/>
                  </a:lnTo>
                  <a:lnTo>
                    <a:pt x="228135" y="100329"/>
                  </a:lnTo>
                  <a:lnTo>
                    <a:pt x="230548" y="102869"/>
                  </a:lnTo>
                  <a:lnTo>
                    <a:pt x="232834" y="106679"/>
                  </a:lnTo>
                  <a:lnTo>
                    <a:pt x="234231" y="110489"/>
                  </a:lnTo>
                  <a:lnTo>
                    <a:pt x="234739" y="114300"/>
                  </a:lnTo>
                  <a:lnTo>
                    <a:pt x="235120" y="119379"/>
                  </a:lnTo>
                  <a:lnTo>
                    <a:pt x="234612" y="123189"/>
                  </a:lnTo>
                  <a:lnTo>
                    <a:pt x="212133" y="158750"/>
                  </a:lnTo>
                  <a:lnTo>
                    <a:pt x="203116" y="165100"/>
                  </a:lnTo>
                  <a:lnTo>
                    <a:pt x="200576" y="167639"/>
                  </a:lnTo>
                  <a:lnTo>
                    <a:pt x="198544" y="167639"/>
                  </a:lnTo>
                  <a:lnTo>
                    <a:pt x="196512" y="168910"/>
                  </a:lnTo>
                  <a:lnTo>
                    <a:pt x="195242" y="170179"/>
                  </a:lnTo>
                  <a:lnTo>
                    <a:pt x="194734" y="171450"/>
                  </a:lnTo>
                  <a:lnTo>
                    <a:pt x="194353" y="171450"/>
                  </a:lnTo>
                  <a:lnTo>
                    <a:pt x="194099" y="172719"/>
                  </a:lnTo>
                  <a:lnTo>
                    <a:pt x="194353" y="173989"/>
                  </a:lnTo>
                  <a:lnTo>
                    <a:pt x="194734" y="175260"/>
                  </a:lnTo>
                  <a:lnTo>
                    <a:pt x="196258" y="176529"/>
                  </a:lnTo>
                  <a:lnTo>
                    <a:pt x="197401" y="177800"/>
                  </a:lnTo>
                  <a:lnTo>
                    <a:pt x="202354" y="181610"/>
                  </a:lnTo>
                  <a:lnTo>
                    <a:pt x="204640" y="182879"/>
                  </a:lnTo>
                  <a:lnTo>
                    <a:pt x="206799" y="184150"/>
                  </a:lnTo>
                  <a:lnTo>
                    <a:pt x="210228" y="186689"/>
                  </a:lnTo>
                  <a:lnTo>
                    <a:pt x="213276" y="187960"/>
                  </a:lnTo>
                  <a:lnTo>
                    <a:pt x="214419" y="189229"/>
                  </a:lnTo>
                  <a:lnTo>
                    <a:pt x="221785" y="189229"/>
                  </a:lnTo>
                  <a:lnTo>
                    <a:pt x="223563" y="187960"/>
                  </a:lnTo>
                  <a:lnTo>
                    <a:pt x="225976" y="186689"/>
                  </a:lnTo>
                  <a:lnTo>
                    <a:pt x="228262" y="184150"/>
                  </a:lnTo>
                  <a:lnTo>
                    <a:pt x="231183" y="182879"/>
                  </a:lnTo>
                  <a:lnTo>
                    <a:pt x="237660" y="176529"/>
                  </a:lnTo>
                  <a:lnTo>
                    <a:pt x="240962" y="172719"/>
                  </a:lnTo>
                  <a:lnTo>
                    <a:pt x="244391" y="168910"/>
                  </a:lnTo>
                  <a:lnTo>
                    <a:pt x="247947" y="165100"/>
                  </a:lnTo>
                  <a:lnTo>
                    <a:pt x="251249" y="160019"/>
                  </a:lnTo>
                  <a:lnTo>
                    <a:pt x="254424" y="154939"/>
                  </a:lnTo>
                  <a:lnTo>
                    <a:pt x="258587" y="148589"/>
                  </a:lnTo>
                  <a:lnTo>
                    <a:pt x="262108" y="140969"/>
                  </a:lnTo>
                  <a:lnTo>
                    <a:pt x="269678" y="106679"/>
                  </a:lnTo>
                  <a:lnTo>
                    <a:pt x="269156" y="100329"/>
                  </a:lnTo>
                  <a:lnTo>
                    <a:pt x="267944" y="93979"/>
                  </a:lnTo>
                  <a:lnTo>
                    <a:pt x="266029" y="87629"/>
                  </a:lnTo>
                  <a:close/>
                </a:path>
                <a:path extrusionOk="0" h="307339" w="269875">
                  <a:moveTo>
                    <a:pt x="130345" y="1269"/>
                  </a:moveTo>
                  <a:lnTo>
                    <a:pt x="122344" y="1269"/>
                  </a:lnTo>
                  <a:lnTo>
                    <a:pt x="121836" y="2539"/>
                  </a:lnTo>
                  <a:lnTo>
                    <a:pt x="71417" y="81279"/>
                  </a:lnTo>
                  <a:lnTo>
                    <a:pt x="146982" y="137160"/>
                  </a:lnTo>
                  <a:lnTo>
                    <a:pt x="150284" y="139700"/>
                  </a:lnTo>
                  <a:lnTo>
                    <a:pt x="156507" y="139700"/>
                  </a:lnTo>
                  <a:lnTo>
                    <a:pt x="158158" y="138429"/>
                  </a:lnTo>
                  <a:lnTo>
                    <a:pt x="159809" y="135889"/>
                  </a:lnTo>
                  <a:lnTo>
                    <a:pt x="164127" y="128269"/>
                  </a:lnTo>
                  <a:lnTo>
                    <a:pt x="168191" y="120650"/>
                  </a:lnTo>
                  <a:lnTo>
                    <a:pt x="170731" y="115569"/>
                  </a:lnTo>
                  <a:lnTo>
                    <a:pt x="177589" y="104139"/>
                  </a:lnTo>
                  <a:lnTo>
                    <a:pt x="182669" y="99060"/>
                  </a:lnTo>
                  <a:lnTo>
                    <a:pt x="147617" y="99060"/>
                  </a:lnTo>
                  <a:lnTo>
                    <a:pt x="113200" y="77469"/>
                  </a:lnTo>
                  <a:lnTo>
                    <a:pt x="149776" y="20319"/>
                  </a:lnTo>
                  <a:lnTo>
                    <a:pt x="150792" y="19050"/>
                  </a:lnTo>
                  <a:lnTo>
                    <a:pt x="150538" y="16510"/>
                  </a:lnTo>
                  <a:lnTo>
                    <a:pt x="148887" y="13969"/>
                  </a:lnTo>
                  <a:lnTo>
                    <a:pt x="147109" y="11429"/>
                  </a:lnTo>
                  <a:lnTo>
                    <a:pt x="143807" y="8889"/>
                  </a:lnTo>
                  <a:lnTo>
                    <a:pt x="138854" y="6350"/>
                  </a:lnTo>
                  <a:lnTo>
                    <a:pt x="136441" y="5079"/>
                  </a:lnTo>
                  <a:lnTo>
                    <a:pt x="134155" y="3810"/>
                  </a:lnTo>
                  <a:lnTo>
                    <a:pt x="130345" y="1269"/>
                  </a:lnTo>
                  <a:close/>
                </a:path>
                <a:path extrusionOk="0" h="307339" w="269875">
                  <a:moveTo>
                    <a:pt x="209847" y="46989"/>
                  </a:moveTo>
                  <a:lnTo>
                    <a:pt x="202608" y="46989"/>
                  </a:lnTo>
                  <a:lnTo>
                    <a:pt x="195750" y="49529"/>
                  </a:lnTo>
                  <a:lnTo>
                    <a:pt x="188892" y="50800"/>
                  </a:lnTo>
                  <a:lnTo>
                    <a:pt x="158158" y="81279"/>
                  </a:lnTo>
                  <a:lnTo>
                    <a:pt x="156126" y="85089"/>
                  </a:lnTo>
                  <a:lnTo>
                    <a:pt x="154221" y="87629"/>
                  </a:lnTo>
                  <a:lnTo>
                    <a:pt x="152443" y="90169"/>
                  </a:lnTo>
                  <a:lnTo>
                    <a:pt x="150792" y="93979"/>
                  </a:lnTo>
                  <a:lnTo>
                    <a:pt x="149141" y="96519"/>
                  </a:lnTo>
                  <a:lnTo>
                    <a:pt x="147617" y="99060"/>
                  </a:lnTo>
                  <a:lnTo>
                    <a:pt x="182669" y="99060"/>
                  </a:lnTo>
                  <a:lnTo>
                    <a:pt x="189019" y="92710"/>
                  </a:lnTo>
                  <a:lnTo>
                    <a:pt x="192829" y="90169"/>
                  </a:lnTo>
                  <a:lnTo>
                    <a:pt x="200449" y="87629"/>
                  </a:lnTo>
                  <a:lnTo>
                    <a:pt x="266029" y="87629"/>
                  </a:lnTo>
                  <a:lnTo>
                    <a:pt x="260139" y="76200"/>
                  </a:lnTo>
                  <a:lnTo>
                    <a:pt x="256087" y="71119"/>
                  </a:lnTo>
                  <a:lnTo>
                    <a:pt x="251344" y="66039"/>
                  </a:lnTo>
                  <a:lnTo>
                    <a:pt x="245887" y="60960"/>
                  </a:lnTo>
                  <a:lnTo>
                    <a:pt x="239692" y="57150"/>
                  </a:lnTo>
                  <a:lnTo>
                    <a:pt x="232072" y="52069"/>
                  </a:lnTo>
                  <a:lnTo>
                    <a:pt x="224579" y="49529"/>
                  </a:lnTo>
                  <a:lnTo>
                    <a:pt x="209847" y="46989"/>
                  </a:lnTo>
                  <a:close/>
                </a:path>
                <a:path extrusionOk="0" h="307339" w="269875">
                  <a:moveTo>
                    <a:pt x="126027" y="0"/>
                  </a:moveTo>
                  <a:lnTo>
                    <a:pt x="124884" y="0"/>
                  </a:lnTo>
                  <a:lnTo>
                    <a:pt x="123995" y="1269"/>
                  </a:lnTo>
                  <a:lnTo>
                    <a:pt x="128694" y="1269"/>
                  </a:lnTo>
                  <a:lnTo>
                    <a:pt x="1260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89" name="Google Shape;589;p19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4187952" y="2359151"/>
              <a:ext cx="1394460" cy="15681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0" name="Google Shape;590;p19"/>
            <p:cNvSpPr/>
            <p:nvPr/>
          </p:nvSpPr>
          <p:spPr>
            <a:xfrm>
              <a:off x="4279391" y="2451226"/>
              <a:ext cx="1271270" cy="1445260"/>
            </a:xfrm>
            <a:custGeom>
              <a:rect b="b" l="l" r="r" t="t"/>
              <a:pathLst>
                <a:path extrusionOk="0" h="1445260" w="1271270">
                  <a:moveTo>
                    <a:pt x="827405" y="0"/>
                  </a:moveTo>
                  <a:lnTo>
                    <a:pt x="781431" y="13715"/>
                  </a:lnTo>
                  <a:lnTo>
                    <a:pt x="740450" y="42993"/>
                  </a:lnTo>
                  <a:lnTo>
                    <a:pt x="700252" y="73371"/>
                  </a:lnTo>
                  <a:lnTo>
                    <a:pt x="660869" y="104823"/>
                  </a:lnTo>
                  <a:lnTo>
                    <a:pt x="622329" y="137322"/>
                  </a:lnTo>
                  <a:lnTo>
                    <a:pt x="584664" y="170840"/>
                  </a:lnTo>
                  <a:lnTo>
                    <a:pt x="547904" y="205351"/>
                  </a:lnTo>
                  <a:lnTo>
                    <a:pt x="512078" y="240827"/>
                  </a:lnTo>
                  <a:lnTo>
                    <a:pt x="477218" y="277241"/>
                  </a:lnTo>
                  <a:lnTo>
                    <a:pt x="443353" y="314565"/>
                  </a:lnTo>
                  <a:lnTo>
                    <a:pt x="410515" y="352773"/>
                  </a:lnTo>
                  <a:lnTo>
                    <a:pt x="378733" y="391838"/>
                  </a:lnTo>
                  <a:lnTo>
                    <a:pt x="348037" y="431732"/>
                  </a:lnTo>
                  <a:lnTo>
                    <a:pt x="318458" y="472428"/>
                  </a:lnTo>
                  <a:lnTo>
                    <a:pt x="290027" y="513900"/>
                  </a:lnTo>
                  <a:lnTo>
                    <a:pt x="262773" y="556119"/>
                  </a:lnTo>
                  <a:lnTo>
                    <a:pt x="236728" y="599059"/>
                  </a:lnTo>
                  <a:lnTo>
                    <a:pt x="211944" y="643473"/>
                  </a:lnTo>
                  <a:lnTo>
                    <a:pt x="188462" y="688410"/>
                  </a:lnTo>
                  <a:lnTo>
                    <a:pt x="166288" y="733852"/>
                  </a:lnTo>
                  <a:lnTo>
                    <a:pt x="145428" y="779781"/>
                  </a:lnTo>
                  <a:lnTo>
                    <a:pt x="125889" y="826182"/>
                  </a:lnTo>
                  <a:lnTo>
                    <a:pt x="107678" y="873037"/>
                  </a:lnTo>
                  <a:lnTo>
                    <a:pt x="90800" y="920329"/>
                  </a:lnTo>
                  <a:lnTo>
                    <a:pt x="75263" y="968041"/>
                  </a:lnTo>
                  <a:lnTo>
                    <a:pt x="61072" y="1016157"/>
                  </a:lnTo>
                  <a:lnTo>
                    <a:pt x="48235" y="1064659"/>
                  </a:lnTo>
                  <a:lnTo>
                    <a:pt x="36758" y="1113530"/>
                  </a:lnTo>
                  <a:lnTo>
                    <a:pt x="26648" y="1162754"/>
                  </a:lnTo>
                  <a:lnTo>
                    <a:pt x="17910" y="1212314"/>
                  </a:lnTo>
                  <a:lnTo>
                    <a:pt x="10552" y="1262192"/>
                  </a:lnTo>
                  <a:lnTo>
                    <a:pt x="4579" y="1312372"/>
                  </a:lnTo>
                  <a:lnTo>
                    <a:pt x="0" y="1362837"/>
                  </a:lnTo>
                  <a:lnTo>
                    <a:pt x="1287" y="1378196"/>
                  </a:lnTo>
                  <a:lnTo>
                    <a:pt x="20700" y="1419987"/>
                  </a:lnTo>
                  <a:lnTo>
                    <a:pt x="61366" y="1443454"/>
                  </a:lnTo>
                  <a:lnTo>
                    <a:pt x="78105" y="1445133"/>
                  </a:lnTo>
                  <a:lnTo>
                    <a:pt x="815848" y="1445133"/>
                  </a:lnTo>
                  <a:lnTo>
                    <a:pt x="856392" y="1430845"/>
                  </a:lnTo>
                  <a:lnTo>
                    <a:pt x="891794" y="1385697"/>
                  </a:lnTo>
                  <a:lnTo>
                    <a:pt x="899219" y="1334858"/>
                  </a:lnTo>
                  <a:lnTo>
                    <a:pt x="909711" y="1284392"/>
                  </a:lnTo>
                  <a:lnTo>
                    <a:pt x="923224" y="1234377"/>
                  </a:lnTo>
                  <a:lnTo>
                    <a:pt x="939714" y="1184891"/>
                  </a:lnTo>
                  <a:lnTo>
                    <a:pt x="959137" y="1136012"/>
                  </a:lnTo>
                  <a:lnTo>
                    <a:pt x="981447" y="1087817"/>
                  </a:lnTo>
                  <a:lnTo>
                    <a:pt x="1006602" y="1040384"/>
                  </a:lnTo>
                  <a:lnTo>
                    <a:pt x="1034204" y="997009"/>
                  </a:lnTo>
                  <a:lnTo>
                    <a:pt x="1063808" y="955143"/>
                  </a:lnTo>
                  <a:lnTo>
                    <a:pt x="1095456" y="914910"/>
                  </a:lnTo>
                  <a:lnTo>
                    <a:pt x="1129189" y="876434"/>
                  </a:lnTo>
                  <a:lnTo>
                    <a:pt x="1165052" y="839840"/>
                  </a:lnTo>
                  <a:lnTo>
                    <a:pt x="1203084" y="805252"/>
                  </a:lnTo>
                  <a:lnTo>
                    <a:pt x="1243330" y="772795"/>
                  </a:lnTo>
                  <a:lnTo>
                    <a:pt x="1261441" y="752613"/>
                  </a:lnTo>
                  <a:lnTo>
                    <a:pt x="1270682" y="727932"/>
                  </a:lnTo>
                  <a:lnTo>
                    <a:pt x="1270851" y="701107"/>
                  </a:lnTo>
                  <a:lnTo>
                    <a:pt x="1261745" y="674497"/>
                  </a:lnTo>
                  <a:lnTo>
                    <a:pt x="891794" y="38862"/>
                  </a:lnTo>
                  <a:lnTo>
                    <a:pt x="879768" y="23145"/>
                  </a:lnTo>
                  <a:lnTo>
                    <a:pt x="864743" y="10858"/>
                  </a:lnTo>
                  <a:lnTo>
                    <a:pt x="847145" y="2857"/>
                  </a:lnTo>
                  <a:lnTo>
                    <a:pt x="827405" y="0"/>
                  </a:lnTo>
                  <a:close/>
                </a:path>
              </a:pathLst>
            </a:custGeom>
            <a:solidFill>
              <a:srgbClr val="2D75D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19"/>
            <p:cNvSpPr/>
            <p:nvPr/>
          </p:nvSpPr>
          <p:spPr>
            <a:xfrm>
              <a:off x="4297679" y="2506090"/>
              <a:ext cx="1252855" cy="1390650"/>
            </a:xfrm>
            <a:custGeom>
              <a:rect b="b" l="l" r="r" t="t"/>
              <a:pathLst>
                <a:path extrusionOk="0" h="1390650" w="1252854">
                  <a:moveTo>
                    <a:pt x="822198" y="0"/>
                  </a:moveTo>
                  <a:lnTo>
                    <a:pt x="778637" y="13716"/>
                  </a:lnTo>
                  <a:lnTo>
                    <a:pt x="737420" y="42639"/>
                  </a:lnTo>
                  <a:lnTo>
                    <a:pt x="697082" y="72717"/>
                  </a:lnTo>
                  <a:lnTo>
                    <a:pt x="657641" y="103923"/>
                  </a:lnTo>
                  <a:lnTo>
                    <a:pt x="619119" y="136231"/>
                  </a:lnTo>
                  <a:lnTo>
                    <a:pt x="581534" y="169613"/>
                  </a:lnTo>
                  <a:lnTo>
                    <a:pt x="544909" y="204043"/>
                  </a:lnTo>
                  <a:lnTo>
                    <a:pt x="509262" y="239494"/>
                  </a:lnTo>
                  <a:lnTo>
                    <a:pt x="474614" y="275939"/>
                  </a:lnTo>
                  <a:lnTo>
                    <a:pt x="440986" y="313351"/>
                  </a:lnTo>
                  <a:lnTo>
                    <a:pt x="408398" y="351704"/>
                  </a:lnTo>
                  <a:lnTo>
                    <a:pt x="376870" y="390971"/>
                  </a:lnTo>
                  <a:lnTo>
                    <a:pt x="346422" y="431125"/>
                  </a:lnTo>
                  <a:lnTo>
                    <a:pt x="317074" y="472139"/>
                  </a:lnTo>
                  <a:lnTo>
                    <a:pt x="288848" y="513986"/>
                  </a:lnTo>
                  <a:lnTo>
                    <a:pt x="261762" y="556641"/>
                  </a:lnTo>
                  <a:lnTo>
                    <a:pt x="235839" y="600075"/>
                  </a:lnTo>
                  <a:lnTo>
                    <a:pt x="211148" y="644107"/>
                  </a:lnTo>
                  <a:lnTo>
                    <a:pt x="187752" y="688614"/>
                  </a:lnTo>
                  <a:lnTo>
                    <a:pt x="165659" y="733585"/>
                  </a:lnTo>
                  <a:lnTo>
                    <a:pt x="144875" y="779012"/>
                  </a:lnTo>
                  <a:lnTo>
                    <a:pt x="125406" y="824882"/>
                  </a:lnTo>
                  <a:lnTo>
                    <a:pt x="107260" y="871187"/>
                  </a:lnTo>
                  <a:lnTo>
                    <a:pt x="90443" y="917915"/>
                  </a:lnTo>
                  <a:lnTo>
                    <a:pt x="74961" y="965057"/>
                  </a:lnTo>
                  <a:lnTo>
                    <a:pt x="60822" y="1012602"/>
                  </a:lnTo>
                  <a:lnTo>
                    <a:pt x="48032" y="1060540"/>
                  </a:lnTo>
                  <a:lnTo>
                    <a:pt x="36598" y="1108861"/>
                  </a:lnTo>
                  <a:lnTo>
                    <a:pt x="26527" y="1157555"/>
                  </a:lnTo>
                  <a:lnTo>
                    <a:pt x="17824" y="1206611"/>
                  </a:lnTo>
                  <a:lnTo>
                    <a:pt x="10498" y="1256019"/>
                  </a:lnTo>
                  <a:lnTo>
                    <a:pt x="4554" y="1305770"/>
                  </a:lnTo>
                  <a:lnTo>
                    <a:pt x="0" y="1355852"/>
                  </a:lnTo>
                  <a:lnTo>
                    <a:pt x="2286" y="1360424"/>
                  </a:lnTo>
                  <a:lnTo>
                    <a:pt x="47470" y="1388588"/>
                  </a:lnTo>
                  <a:lnTo>
                    <a:pt x="64135" y="1390269"/>
                  </a:lnTo>
                  <a:lnTo>
                    <a:pt x="799211" y="1390269"/>
                  </a:lnTo>
                  <a:lnTo>
                    <a:pt x="839628" y="1375918"/>
                  </a:lnTo>
                  <a:lnTo>
                    <a:pt x="874903" y="1330706"/>
                  </a:lnTo>
                  <a:lnTo>
                    <a:pt x="882314" y="1279805"/>
                  </a:lnTo>
                  <a:lnTo>
                    <a:pt x="892767" y="1229267"/>
                  </a:lnTo>
                  <a:lnTo>
                    <a:pt x="906223" y="1179173"/>
                  </a:lnTo>
                  <a:lnTo>
                    <a:pt x="922646" y="1129606"/>
                  </a:lnTo>
                  <a:lnTo>
                    <a:pt x="941996" y="1080647"/>
                  </a:lnTo>
                  <a:lnTo>
                    <a:pt x="964236" y="1032379"/>
                  </a:lnTo>
                  <a:lnTo>
                    <a:pt x="989330" y="984885"/>
                  </a:lnTo>
                  <a:lnTo>
                    <a:pt x="1016823" y="941416"/>
                  </a:lnTo>
                  <a:lnTo>
                    <a:pt x="1046318" y="899480"/>
                  </a:lnTo>
                  <a:lnTo>
                    <a:pt x="1077857" y="859194"/>
                  </a:lnTo>
                  <a:lnTo>
                    <a:pt x="1111482" y="820678"/>
                  </a:lnTo>
                  <a:lnTo>
                    <a:pt x="1147235" y="784047"/>
                  </a:lnTo>
                  <a:lnTo>
                    <a:pt x="1185159" y="749420"/>
                  </a:lnTo>
                  <a:lnTo>
                    <a:pt x="1225296" y="716914"/>
                  </a:lnTo>
                  <a:lnTo>
                    <a:pt x="1236011" y="707090"/>
                  </a:lnTo>
                  <a:lnTo>
                    <a:pt x="1244155" y="695372"/>
                  </a:lnTo>
                  <a:lnTo>
                    <a:pt x="1249727" y="682392"/>
                  </a:lnTo>
                  <a:lnTo>
                    <a:pt x="1252728" y="668782"/>
                  </a:lnTo>
                  <a:lnTo>
                    <a:pt x="888619" y="36575"/>
                  </a:lnTo>
                  <a:lnTo>
                    <a:pt x="876311" y="21216"/>
                  </a:lnTo>
                  <a:lnTo>
                    <a:pt x="860551" y="9715"/>
                  </a:lnTo>
                  <a:lnTo>
                    <a:pt x="842220" y="2500"/>
                  </a:lnTo>
                  <a:lnTo>
                    <a:pt x="822198" y="0"/>
                  </a:lnTo>
                  <a:close/>
                </a:path>
              </a:pathLst>
            </a:custGeom>
            <a:solidFill>
              <a:srgbClr val="00AFE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92" name="Google Shape;592;p19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4626864" y="2944367"/>
              <a:ext cx="717803" cy="7452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3" name="Google Shape;593;p19"/>
            <p:cNvSpPr/>
            <p:nvPr/>
          </p:nvSpPr>
          <p:spPr>
            <a:xfrm>
              <a:off x="4901184" y="3237229"/>
              <a:ext cx="119380" cy="128270"/>
            </a:xfrm>
            <a:custGeom>
              <a:rect b="b" l="l" r="r" t="t"/>
              <a:pathLst>
                <a:path extrusionOk="0" h="128270" w="119379">
                  <a:moveTo>
                    <a:pt x="118872" y="96520"/>
                  </a:moveTo>
                  <a:lnTo>
                    <a:pt x="24765" y="96520"/>
                  </a:lnTo>
                  <a:lnTo>
                    <a:pt x="24765" y="0"/>
                  </a:lnTo>
                  <a:lnTo>
                    <a:pt x="0" y="0"/>
                  </a:lnTo>
                  <a:lnTo>
                    <a:pt x="0" y="96520"/>
                  </a:lnTo>
                  <a:lnTo>
                    <a:pt x="0" y="128270"/>
                  </a:lnTo>
                  <a:lnTo>
                    <a:pt x="118872" y="128270"/>
                  </a:lnTo>
                  <a:lnTo>
                    <a:pt x="118872" y="965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94" name="Google Shape;594;p19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5056632" y="3054858"/>
              <a:ext cx="91439" cy="1737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19"/>
            <p:cNvSpPr/>
            <p:nvPr/>
          </p:nvSpPr>
          <p:spPr>
            <a:xfrm>
              <a:off x="4663440" y="2981705"/>
              <a:ext cx="594360" cy="622300"/>
            </a:xfrm>
            <a:custGeom>
              <a:rect b="b" l="l" r="r" t="t"/>
              <a:pathLst>
                <a:path extrusionOk="0" h="622300" w="594360">
                  <a:moveTo>
                    <a:pt x="493776" y="349885"/>
                  </a:moveTo>
                  <a:lnTo>
                    <a:pt x="488696" y="349885"/>
                  </a:lnTo>
                  <a:lnTo>
                    <a:pt x="478942" y="352907"/>
                  </a:lnTo>
                  <a:lnTo>
                    <a:pt x="463257" y="357085"/>
                  </a:lnTo>
                  <a:lnTo>
                    <a:pt x="453517" y="360172"/>
                  </a:lnTo>
                  <a:lnTo>
                    <a:pt x="443357" y="360172"/>
                  </a:lnTo>
                  <a:lnTo>
                    <a:pt x="443357" y="390906"/>
                  </a:lnTo>
                  <a:lnTo>
                    <a:pt x="432308" y="440270"/>
                  </a:lnTo>
                  <a:lnTo>
                    <a:pt x="410337" y="484479"/>
                  </a:lnTo>
                  <a:lnTo>
                    <a:pt x="379120" y="521830"/>
                  </a:lnTo>
                  <a:lnTo>
                    <a:pt x="340347" y="550621"/>
                  </a:lnTo>
                  <a:lnTo>
                    <a:pt x="295706" y="569150"/>
                  </a:lnTo>
                  <a:lnTo>
                    <a:pt x="246888" y="575691"/>
                  </a:lnTo>
                  <a:lnTo>
                    <a:pt x="200812" y="570255"/>
                  </a:lnTo>
                  <a:lnTo>
                    <a:pt x="158432" y="554761"/>
                  </a:lnTo>
                  <a:lnTo>
                    <a:pt x="121005" y="530466"/>
                  </a:lnTo>
                  <a:lnTo>
                    <a:pt x="89750" y="498640"/>
                  </a:lnTo>
                  <a:lnTo>
                    <a:pt x="65900" y="460527"/>
                  </a:lnTo>
                  <a:lnTo>
                    <a:pt x="50673" y="417385"/>
                  </a:lnTo>
                  <a:lnTo>
                    <a:pt x="45339" y="370459"/>
                  </a:lnTo>
                  <a:lnTo>
                    <a:pt x="48958" y="332968"/>
                  </a:lnTo>
                  <a:lnTo>
                    <a:pt x="75120" y="265772"/>
                  </a:lnTo>
                  <a:lnTo>
                    <a:pt x="124891" y="209105"/>
                  </a:lnTo>
                  <a:lnTo>
                    <a:pt x="158724" y="187515"/>
                  </a:lnTo>
                  <a:lnTo>
                    <a:pt x="196354" y="172694"/>
                  </a:lnTo>
                  <a:lnTo>
                    <a:pt x="236855" y="165100"/>
                  </a:lnTo>
                  <a:lnTo>
                    <a:pt x="241808" y="165100"/>
                  </a:lnTo>
                  <a:lnTo>
                    <a:pt x="241884" y="154368"/>
                  </a:lnTo>
                  <a:lnTo>
                    <a:pt x="242443" y="144589"/>
                  </a:lnTo>
                  <a:lnTo>
                    <a:pt x="243941" y="134823"/>
                  </a:lnTo>
                  <a:lnTo>
                    <a:pt x="246773" y="124498"/>
                  </a:lnTo>
                  <a:lnTo>
                    <a:pt x="246888" y="118872"/>
                  </a:lnTo>
                  <a:lnTo>
                    <a:pt x="241808" y="118872"/>
                  </a:lnTo>
                  <a:lnTo>
                    <a:pt x="190106" y="124498"/>
                  </a:lnTo>
                  <a:lnTo>
                    <a:pt x="141693" y="140716"/>
                  </a:lnTo>
                  <a:lnTo>
                    <a:pt x="97993" y="166560"/>
                  </a:lnTo>
                  <a:lnTo>
                    <a:pt x="60452" y="201041"/>
                  </a:lnTo>
                  <a:lnTo>
                    <a:pt x="34010" y="238353"/>
                  </a:lnTo>
                  <a:lnTo>
                    <a:pt x="15125" y="279996"/>
                  </a:lnTo>
                  <a:lnTo>
                    <a:pt x="3771" y="324510"/>
                  </a:lnTo>
                  <a:lnTo>
                    <a:pt x="0" y="370459"/>
                  </a:lnTo>
                  <a:lnTo>
                    <a:pt x="3987" y="415582"/>
                  </a:lnTo>
                  <a:lnTo>
                    <a:pt x="15481" y="458076"/>
                  </a:lnTo>
                  <a:lnTo>
                    <a:pt x="33782" y="497243"/>
                  </a:lnTo>
                  <a:lnTo>
                    <a:pt x="58166" y="532345"/>
                  </a:lnTo>
                  <a:lnTo>
                    <a:pt x="87947" y="562673"/>
                  </a:lnTo>
                  <a:lnTo>
                    <a:pt x="122428" y="587527"/>
                  </a:lnTo>
                  <a:lnTo>
                    <a:pt x="160870" y="606158"/>
                  </a:lnTo>
                  <a:lnTo>
                    <a:pt x="202590" y="617867"/>
                  </a:lnTo>
                  <a:lnTo>
                    <a:pt x="246888" y="621919"/>
                  </a:lnTo>
                  <a:lnTo>
                    <a:pt x="293255" y="617270"/>
                  </a:lnTo>
                  <a:lnTo>
                    <a:pt x="337197" y="603885"/>
                  </a:lnTo>
                  <a:lnTo>
                    <a:pt x="377723" y="582688"/>
                  </a:lnTo>
                  <a:lnTo>
                    <a:pt x="386689" y="575691"/>
                  </a:lnTo>
                  <a:lnTo>
                    <a:pt x="413804" y="554570"/>
                  </a:lnTo>
                  <a:lnTo>
                    <a:pt x="444461" y="520433"/>
                  </a:lnTo>
                  <a:lnTo>
                    <a:pt x="468680" y="481177"/>
                  </a:lnTo>
                  <a:lnTo>
                    <a:pt x="485444" y="437705"/>
                  </a:lnTo>
                  <a:lnTo>
                    <a:pt x="493776" y="390906"/>
                  </a:lnTo>
                  <a:lnTo>
                    <a:pt x="493776" y="349885"/>
                  </a:lnTo>
                  <a:close/>
                </a:path>
                <a:path extrusionOk="0" h="622300" w="594360">
                  <a:moveTo>
                    <a:pt x="594360" y="157480"/>
                  </a:moveTo>
                  <a:lnTo>
                    <a:pt x="586371" y="107950"/>
                  </a:lnTo>
                  <a:lnTo>
                    <a:pt x="564184" y="64744"/>
                  </a:lnTo>
                  <a:lnTo>
                    <a:pt x="559308" y="59817"/>
                  </a:lnTo>
                  <a:lnTo>
                    <a:pt x="559308" y="157480"/>
                  </a:lnTo>
                  <a:lnTo>
                    <a:pt x="549656" y="206540"/>
                  </a:lnTo>
                  <a:lnTo>
                    <a:pt x="523532" y="245110"/>
                  </a:lnTo>
                  <a:lnTo>
                    <a:pt x="485203" y="270357"/>
                  </a:lnTo>
                  <a:lnTo>
                    <a:pt x="438912" y="279400"/>
                  </a:lnTo>
                  <a:lnTo>
                    <a:pt x="392607" y="270357"/>
                  </a:lnTo>
                  <a:lnTo>
                    <a:pt x="354279" y="245110"/>
                  </a:lnTo>
                  <a:lnTo>
                    <a:pt x="328155" y="206540"/>
                  </a:lnTo>
                  <a:lnTo>
                    <a:pt x="318516" y="157480"/>
                  </a:lnTo>
                  <a:lnTo>
                    <a:pt x="328155" y="110578"/>
                  </a:lnTo>
                  <a:lnTo>
                    <a:pt x="354279" y="71755"/>
                  </a:lnTo>
                  <a:lnTo>
                    <a:pt x="392607" y="45326"/>
                  </a:lnTo>
                  <a:lnTo>
                    <a:pt x="438912" y="35560"/>
                  </a:lnTo>
                  <a:lnTo>
                    <a:pt x="485203" y="45326"/>
                  </a:lnTo>
                  <a:lnTo>
                    <a:pt x="523532" y="71755"/>
                  </a:lnTo>
                  <a:lnTo>
                    <a:pt x="549656" y="110578"/>
                  </a:lnTo>
                  <a:lnTo>
                    <a:pt x="559308" y="157480"/>
                  </a:lnTo>
                  <a:lnTo>
                    <a:pt x="559308" y="59817"/>
                  </a:lnTo>
                  <a:lnTo>
                    <a:pt x="535368" y="35560"/>
                  </a:lnTo>
                  <a:lnTo>
                    <a:pt x="530440" y="30568"/>
                  </a:lnTo>
                  <a:lnTo>
                    <a:pt x="487794" y="8089"/>
                  </a:lnTo>
                  <a:lnTo>
                    <a:pt x="438912" y="0"/>
                  </a:lnTo>
                  <a:lnTo>
                    <a:pt x="390017" y="8089"/>
                  </a:lnTo>
                  <a:lnTo>
                    <a:pt x="347370" y="30568"/>
                  </a:lnTo>
                  <a:lnTo>
                    <a:pt x="313626" y="64744"/>
                  </a:lnTo>
                  <a:lnTo>
                    <a:pt x="291439" y="107950"/>
                  </a:lnTo>
                  <a:lnTo>
                    <a:pt x="283464" y="157480"/>
                  </a:lnTo>
                  <a:lnTo>
                    <a:pt x="291439" y="209499"/>
                  </a:lnTo>
                  <a:lnTo>
                    <a:pt x="313639" y="254203"/>
                  </a:lnTo>
                  <a:lnTo>
                    <a:pt x="347370" y="289153"/>
                  </a:lnTo>
                  <a:lnTo>
                    <a:pt x="390017" y="311924"/>
                  </a:lnTo>
                  <a:lnTo>
                    <a:pt x="438912" y="320040"/>
                  </a:lnTo>
                  <a:lnTo>
                    <a:pt x="487794" y="311924"/>
                  </a:lnTo>
                  <a:lnTo>
                    <a:pt x="530440" y="289153"/>
                  </a:lnTo>
                  <a:lnTo>
                    <a:pt x="539851" y="279400"/>
                  </a:lnTo>
                  <a:lnTo>
                    <a:pt x="564172" y="254203"/>
                  </a:lnTo>
                  <a:lnTo>
                    <a:pt x="586371" y="209499"/>
                  </a:lnTo>
                  <a:lnTo>
                    <a:pt x="594360" y="1574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96" name="Google Shape;596;p19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5212079" y="2057399"/>
              <a:ext cx="1769364" cy="10835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19"/>
            <p:cNvSpPr/>
            <p:nvPr/>
          </p:nvSpPr>
          <p:spPr>
            <a:xfrm>
              <a:off x="5279516" y="2158491"/>
              <a:ext cx="1639570" cy="960755"/>
            </a:xfrm>
            <a:custGeom>
              <a:rect b="b" l="l" r="r" t="t"/>
              <a:pathLst>
                <a:path extrusionOk="0" h="960755" w="1639570">
                  <a:moveTo>
                    <a:pt x="818387" y="0"/>
                  </a:moveTo>
                  <a:lnTo>
                    <a:pt x="767873" y="674"/>
                  </a:lnTo>
                  <a:lnTo>
                    <a:pt x="717634" y="2700"/>
                  </a:lnTo>
                  <a:lnTo>
                    <a:pt x="667676" y="6081"/>
                  </a:lnTo>
                  <a:lnTo>
                    <a:pt x="618007" y="10818"/>
                  </a:lnTo>
                  <a:lnTo>
                    <a:pt x="568634" y="16916"/>
                  </a:lnTo>
                  <a:lnTo>
                    <a:pt x="519562" y="24378"/>
                  </a:lnTo>
                  <a:lnTo>
                    <a:pt x="470800" y="33205"/>
                  </a:lnTo>
                  <a:lnTo>
                    <a:pt x="422354" y="43402"/>
                  </a:lnTo>
                  <a:lnTo>
                    <a:pt x="374231" y="54971"/>
                  </a:lnTo>
                  <a:lnTo>
                    <a:pt x="326437" y="67915"/>
                  </a:lnTo>
                  <a:lnTo>
                    <a:pt x="278981" y="82237"/>
                  </a:lnTo>
                  <a:lnTo>
                    <a:pt x="231868" y="97940"/>
                  </a:lnTo>
                  <a:lnTo>
                    <a:pt x="185105" y="115028"/>
                  </a:lnTo>
                  <a:lnTo>
                    <a:pt x="138700" y="133502"/>
                  </a:lnTo>
                  <a:lnTo>
                    <a:pt x="92659" y="153367"/>
                  </a:lnTo>
                  <a:lnTo>
                    <a:pt x="46989" y="174625"/>
                  </a:lnTo>
                  <a:lnTo>
                    <a:pt x="10217" y="208879"/>
                  </a:lnTo>
                  <a:lnTo>
                    <a:pt x="0" y="241411"/>
                  </a:lnTo>
                  <a:lnTo>
                    <a:pt x="0" y="258508"/>
                  </a:lnTo>
                  <a:lnTo>
                    <a:pt x="371982" y="919099"/>
                  </a:lnTo>
                  <a:lnTo>
                    <a:pt x="401478" y="949213"/>
                  </a:lnTo>
                  <a:lnTo>
                    <a:pt x="442975" y="960374"/>
                  </a:lnTo>
                  <a:lnTo>
                    <a:pt x="451512" y="959945"/>
                  </a:lnTo>
                  <a:lnTo>
                    <a:pt x="459835" y="958659"/>
                  </a:lnTo>
                  <a:lnTo>
                    <a:pt x="467729" y="956516"/>
                  </a:lnTo>
                  <a:lnTo>
                    <a:pt x="474979" y="953516"/>
                  </a:lnTo>
                  <a:lnTo>
                    <a:pt x="522347" y="936066"/>
                  </a:lnTo>
                  <a:lnTo>
                    <a:pt x="570286" y="921192"/>
                  </a:lnTo>
                  <a:lnTo>
                    <a:pt x="618791" y="908932"/>
                  </a:lnTo>
                  <a:lnTo>
                    <a:pt x="667858" y="899327"/>
                  </a:lnTo>
                  <a:lnTo>
                    <a:pt x="717483" y="892417"/>
                  </a:lnTo>
                  <a:lnTo>
                    <a:pt x="767661" y="888241"/>
                  </a:lnTo>
                  <a:lnTo>
                    <a:pt x="818387" y="886841"/>
                  </a:lnTo>
                  <a:lnTo>
                    <a:pt x="869114" y="888241"/>
                  </a:lnTo>
                  <a:lnTo>
                    <a:pt x="919292" y="892417"/>
                  </a:lnTo>
                  <a:lnTo>
                    <a:pt x="968917" y="899327"/>
                  </a:lnTo>
                  <a:lnTo>
                    <a:pt x="1017984" y="908932"/>
                  </a:lnTo>
                  <a:lnTo>
                    <a:pt x="1066489" y="921192"/>
                  </a:lnTo>
                  <a:lnTo>
                    <a:pt x="1114428" y="936066"/>
                  </a:lnTo>
                  <a:lnTo>
                    <a:pt x="1170011" y="956516"/>
                  </a:lnTo>
                  <a:lnTo>
                    <a:pt x="1177797" y="958659"/>
                  </a:lnTo>
                  <a:lnTo>
                    <a:pt x="1185584" y="959945"/>
                  </a:lnTo>
                  <a:lnTo>
                    <a:pt x="1193799" y="960374"/>
                  </a:lnTo>
                  <a:lnTo>
                    <a:pt x="1215536" y="957478"/>
                  </a:lnTo>
                  <a:lnTo>
                    <a:pt x="1253057" y="936210"/>
                  </a:lnTo>
                  <a:lnTo>
                    <a:pt x="1626488" y="291846"/>
                  </a:lnTo>
                  <a:lnTo>
                    <a:pt x="1639026" y="241411"/>
                  </a:lnTo>
                  <a:lnTo>
                    <a:pt x="1635632" y="225171"/>
                  </a:lnTo>
                  <a:lnTo>
                    <a:pt x="1606647" y="183201"/>
                  </a:lnTo>
                  <a:lnTo>
                    <a:pt x="1546376" y="153367"/>
                  </a:lnTo>
                  <a:lnTo>
                    <a:pt x="1500263" y="133502"/>
                  </a:lnTo>
                  <a:lnTo>
                    <a:pt x="1453745" y="115028"/>
                  </a:lnTo>
                  <a:lnTo>
                    <a:pt x="1406836" y="97940"/>
                  </a:lnTo>
                  <a:lnTo>
                    <a:pt x="1359550" y="82237"/>
                  </a:lnTo>
                  <a:lnTo>
                    <a:pt x="1311900" y="67915"/>
                  </a:lnTo>
                  <a:lnTo>
                    <a:pt x="1263900" y="54971"/>
                  </a:lnTo>
                  <a:lnTo>
                    <a:pt x="1215564" y="43402"/>
                  </a:lnTo>
                  <a:lnTo>
                    <a:pt x="1166905" y="33205"/>
                  </a:lnTo>
                  <a:lnTo>
                    <a:pt x="1117936" y="24378"/>
                  </a:lnTo>
                  <a:lnTo>
                    <a:pt x="1068672" y="16916"/>
                  </a:lnTo>
                  <a:lnTo>
                    <a:pt x="1019125" y="10818"/>
                  </a:lnTo>
                  <a:lnTo>
                    <a:pt x="969310" y="6081"/>
                  </a:lnTo>
                  <a:lnTo>
                    <a:pt x="919239" y="2700"/>
                  </a:lnTo>
                  <a:lnTo>
                    <a:pt x="868927" y="674"/>
                  </a:lnTo>
                  <a:lnTo>
                    <a:pt x="818387" y="0"/>
                  </a:lnTo>
                  <a:close/>
                </a:path>
              </a:pathLst>
            </a:custGeom>
            <a:solidFill>
              <a:srgbClr val="C55A1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19"/>
            <p:cNvSpPr/>
            <p:nvPr/>
          </p:nvSpPr>
          <p:spPr>
            <a:xfrm>
              <a:off x="5294376" y="2213355"/>
              <a:ext cx="1628139" cy="905510"/>
            </a:xfrm>
            <a:custGeom>
              <a:rect b="b" l="l" r="r" t="t"/>
              <a:pathLst>
                <a:path extrusionOk="0" h="905510" w="1628140">
                  <a:moveTo>
                    <a:pt x="820674" y="0"/>
                  </a:moveTo>
                  <a:lnTo>
                    <a:pt x="770062" y="674"/>
                  </a:lnTo>
                  <a:lnTo>
                    <a:pt x="719679" y="2700"/>
                  </a:lnTo>
                  <a:lnTo>
                    <a:pt x="669537" y="6081"/>
                  </a:lnTo>
                  <a:lnTo>
                    <a:pt x="619650" y="10820"/>
                  </a:lnTo>
                  <a:lnTo>
                    <a:pt x="570032" y="16920"/>
                  </a:lnTo>
                  <a:lnTo>
                    <a:pt x="520696" y="24384"/>
                  </a:lnTo>
                  <a:lnTo>
                    <a:pt x="471656" y="33216"/>
                  </a:lnTo>
                  <a:lnTo>
                    <a:pt x="422925" y="43418"/>
                  </a:lnTo>
                  <a:lnTo>
                    <a:pt x="374518" y="54993"/>
                  </a:lnTo>
                  <a:lnTo>
                    <a:pt x="326446" y="67946"/>
                  </a:lnTo>
                  <a:lnTo>
                    <a:pt x="278725" y="82278"/>
                  </a:lnTo>
                  <a:lnTo>
                    <a:pt x="231368" y="97994"/>
                  </a:lnTo>
                  <a:lnTo>
                    <a:pt x="184388" y="115096"/>
                  </a:lnTo>
                  <a:lnTo>
                    <a:pt x="137798" y="133587"/>
                  </a:lnTo>
                  <a:lnTo>
                    <a:pt x="91613" y="153472"/>
                  </a:lnTo>
                  <a:lnTo>
                    <a:pt x="45847" y="174752"/>
                  </a:lnTo>
                  <a:lnTo>
                    <a:pt x="9092" y="208988"/>
                  </a:lnTo>
                  <a:lnTo>
                    <a:pt x="2286" y="225298"/>
                  </a:lnTo>
                  <a:lnTo>
                    <a:pt x="2286" y="229870"/>
                  </a:lnTo>
                  <a:lnTo>
                    <a:pt x="0" y="234442"/>
                  </a:lnTo>
                  <a:lnTo>
                    <a:pt x="0" y="239014"/>
                  </a:lnTo>
                  <a:lnTo>
                    <a:pt x="359918" y="864108"/>
                  </a:lnTo>
                  <a:lnTo>
                    <a:pt x="372619" y="881239"/>
                  </a:lnTo>
                  <a:lnTo>
                    <a:pt x="389429" y="894286"/>
                  </a:lnTo>
                  <a:lnTo>
                    <a:pt x="409263" y="902594"/>
                  </a:lnTo>
                  <a:lnTo>
                    <a:pt x="431038" y="905510"/>
                  </a:lnTo>
                  <a:lnTo>
                    <a:pt x="439574" y="905081"/>
                  </a:lnTo>
                  <a:lnTo>
                    <a:pt x="447897" y="903795"/>
                  </a:lnTo>
                  <a:lnTo>
                    <a:pt x="455791" y="901652"/>
                  </a:lnTo>
                  <a:lnTo>
                    <a:pt x="463041" y="898652"/>
                  </a:lnTo>
                  <a:lnTo>
                    <a:pt x="510504" y="881202"/>
                  </a:lnTo>
                  <a:lnTo>
                    <a:pt x="558515" y="866328"/>
                  </a:lnTo>
                  <a:lnTo>
                    <a:pt x="607079" y="854068"/>
                  </a:lnTo>
                  <a:lnTo>
                    <a:pt x="656201" y="844463"/>
                  </a:lnTo>
                  <a:lnTo>
                    <a:pt x="705885" y="837553"/>
                  </a:lnTo>
                  <a:lnTo>
                    <a:pt x="756136" y="833377"/>
                  </a:lnTo>
                  <a:lnTo>
                    <a:pt x="806958" y="831977"/>
                  </a:lnTo>
                  <a:lnTo>
                    <a:pt x="857739" y="833377"/>
                  </a:lnTo>
                  <a:lnTo>
                    <a:pt x="907971" y="837553"/>
                  </a:lnTo>
                  <a:lnTo>
                    <a:pt x="957650" y="844463"/>
                  </a:lnTo>
                  <a:lnTo>
                    <a:pt x="1006772" y="854068"/>
                  </a:lnTo>
                  <a:lnTo>
                    <a:pt x="1055331" y="866328"/>
                  </a:lnTo>
                  <a:lnTo>
                    <a:pt x="1103324" y="881202"/>
                  </a:lnTo>
                  <a:lnTo>
                    <a:pt x="1159035" y="901652"/>
                  </a:lnTo>
                  <a:lnTo>
                    <a:pt x="1166860" y="903795"/>
                  </a:lnTo>
                  <a:lnTo>
                    <a:pt x="1174660" y="905081"/>
                  </a:lnTo>
                  <a:lnTo>
                    <a:pt x="1182877" y="905510"/>
                  </a:lnTo>
                  <a:lnTo>
                    <a:pt x="1204670" y="902594"/>
                  </a:lnTo>
                  <a:lnTo>
                    <a:pt x="1242206" y="881239"/>
                  </a:lnTo>
                  <a:lnTo>
                    <a:pt x="1620881" y="228492"/>
                  </a:lnTo>
                  <a:lnTo>
                    <a:pt x="1627631" y="204597"/>
                  </a:lnTo>
                  <a:lnTo>
                    <a:pt x="1620343" y="195058"/>
                  </a:lnTo>
                  <a:lnTo>
                    <a:pt x="1547473" y="153472"/>
                  </a:lnTo>
                  <a:lnTo>
                    <a:pt x="1501361" y="133587"/>
                  </a:lnTo>
                  <a:lnTo>
                    <a:pt x="1454884" y="115096"/>
                  </a:lnTo>
                  <a:lnTo>
                    <a:pt x="1408050" y="97994"/>
                  </a:lnTo>
                  <a:lnTo>
                    <a:pt x="1360866" y="82278"/>
                  </a:lnTo>
                  <a:lnTo>
                    <a:pt x="1313338" y="67946"/>
                  </a:lnTo>
                  <a:lnTo>
                    <a:pt x="1265473" y="54993"/>
                  </a:lnTo>
                  <a:lnTo>
                    <a:pt x="1217279" y="43418"/>
                  </a:lnTo>
                  <a:lnTo>
                    <a:pt x="1168761" y="33216"/>
                  </a:lnTo>
                  <a:lnTo>
                    <a:pt x="1119927" y="24384"/>
                  </a:lnTo>
                  <a:lnTo>
                    <a:pt x="1070785" y="16920"/>
                  </a:lnTo>
                  <a:lnTo>
                    <a:pt x="1021339" y="10820"/>
                  </a:lnTo>
                  <a:lnTo>
                    <a:pt x="971599" y="6081"/>
                  </a:lnTo>
                  <a:lnTo>
                    <a:pt x="921570" y="2700"/>
                  </a:lnTo>
                  <a:lnTo>
                    <a:pt x="871259" y="674"/>
                  </a:lnTo>
                  <a:lnTo>
                    <a:pt x="820674" y="0"/>
                  </a:lnTo>
                  <a:close/>
                </a:path>
              </a:pathLst>
            </a:custGeom>
            <a:solidFill>
              <a:srgbClr val="EC7C3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99" name="Google Shape;599;p19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5843015" y="2313431"/>
              <a:ext cx="562356" cy="6720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19"/>
            <p:cNvSpPr/>
            <p:nvPr/>
          </p:nvSpPr>
          <p:spPr>
            <a:xfrm>
              <a:off x="5879591" y="2350642"/>
              <a:ext cx="439420" cy="549275"/>
            </a:xfrm>
            <a:custGeom>
              <a:rect b="b" l="l" r="r" t="t"/>
              <a:pathLst>
                <a:path extrusionOk="0" h="549275" w="439420">
                  <a:moveTo>
                    <a:pt x="217550" y="0"/>
                  </a:moveTo>
                  <a:lnTo>
                    <a:pt x="168350" y="5658"/>
                  </a:lnTo>
                  <a:lnTo>
                    <a:pt x="122825" y="21818"/>
                  </a:lnTo>
                  <a:lnTo>
                    <a:pt x="82393" y="47256"/>
                  </a:lnTo>
                  <a:lnTo>
                    <a:pt x="48475" y="80746"/>
                  </a:lnTo>
                  <a:lnTo>
                    <a:pt x="22491" y="121066"/>
                  </a:lnTo>
                  <a:lnTo>
                    <a:pt x="5859" y="166991"/>
                  </a:lnTo>
                  <a:lnTo>
                    <a:pt x="0" y="217297"/>
                  </a:lnTo>
                  <a:lnTo>
                    <a:pt x="8441" y="266434"/>
                  </a:lnTo>
                  <a:lnTo>
                    <a:pt x="30884" y="320363"/>
                  </a:lnTo>
                  <a:lnTo>
                    <a:pt x="63007" y="375586"/>
                  </a:lnTo>
                  <a:lnTo>
                    <a:pt x="100488" y="428609"/>
                  </a:lnTo>
                  <a:lnTo>
                    <a:pt x="139005" y="475934"/>
                  </a:lnTo>
                  <a:lnTo>
                    <a:pt x="174236" y="514066"/>
                  </a:lnTo>
                  <a:lnTo>
                    <a:pt x="217550" y="548767"/>
                  </a:lnTo>
                  <a:lnTo>
                    <a:pt x="231965" y="541401"/>
                  </a:lnTo>
                  <a:lnTo>
                    <a:pt x="286455" y="489839"/>
                  </a:lnTo>
                  <a:lnTo>
                    <a:pt x="320522" y="450553"/>
                  </a:lnTo>
                  <a:lnTo>
                    <a:pt x="355131" y="405539"/>
                  </a:lnTo>
                  <a:lnTo>
                    <a:pt x="387279" y="357251"/>
                  </a:lnTo>
                  <a:lnTo>
                    <a:pt x="217550" y="357251"/>
                  </a:lnTo>
                  <a:lnTo>
                    <a:pt x="195453" y="335153"/>
                  </a:lnTo>
                  <a:lnTo>
                    <a:pt x="191770" y="335153"/>
                  </a:lnTo>
                  <a:lnTo>
                    <a:pt x="191770" y="327787"/>
                  </a:lnTo>
                  <a:lnTo>
                    <a:pt x="110617" y="327787"/>
                  </a:lnTo>
                  <a:lnTo>
                    <a:pt x="90705" y="303674"/>
                  </a:lnTo>
                  <a:lnTo>
                    <a:pt x="75628" y="275764"/>
                  </a:lnTo>
                  <a:lnTo>
                    <a:pt x="66075" y="244401"/>
                  </a:lnTo>
                  <a:lnTo>
                    <a:pt x="62737" y="209931"/>
                  </a:lnTo>
                  <a:lnTo>
                    <a:pt x="70706" y="161315"/>
                  </a:lnTo>
                  <a:lnTo>
                    <a:pt x="92835" y="118887"/>
                  </a:lnTo>
                  <a:lnTo>
                    <a:pt x="126462" y="85298"/>
                  </a:lnTo>
                  <a:lnTo>
                    <a:pt x="168922" y="63200"/>
                  </a:lnTo>
                  <a:lnTo>
                    <a:pt x="217550" y="55245"/>
                  </a:lnTo>
                  <a:lnTo>
                    <a:pt x="364169" y="55245"/>
                  </a:lnTo>
                  <a:lnTo>
                    <a:pt x="341113" y="36707"/>
                  </a:lnTo>
                  <a:lnTo>
                    <a:pt x="303520" y="16861"/>
                  </a:lnTo>
                  <a:lnTo>
                    <a:pt x="262030" y="4351"/>
                  </a:lnTo>
                  <a:lnTo>
                    <a:pt x="217550" y="0"/>
                  </a:lnTo>
                  <a:close/>
                </a:path>
                <a:path extrusionOk="0" h="549275" w="439420">
                  <a:moveTo>
                    <a:pt x="298400" y="254127"/>
                  </a:moveTo>
                  <a:lnTo>
                    <a:pt x="239775" y="254127"/>
                  </a:lnTo>
                  <a:lnTo>
                    <a:pt x="236093" y="257810"/>
                  </a:lnTo>
                  <a:lnTo>
                    <a:pt x="236093" y="272542"/>
                  </a:lnTo>
                  <a:lnTo>
                    <a:pt x="239948" y="285835"/>
                  </a:lnTo>
                  <a:lnTo>
                    <a:pt x="244840" y="304307"/>
                  </a:lnTo>
                  <a:lnTo>
                    <a:pt x="249041" y="320708"/>
                  </a:lnTo>
                  <a:lnTo>
                    <a:pt x="250825" y="327787"/>
                  </a:lnTo>
                  <a:lnTo>
                    <a:pt x="250825" y="331470"/>
                  </a:lnTo>
                  <a:lnTo>
                    <a:pt x="225044" y="357251"/>
                  </a:lnTo>
                  <a:lnTo>
                    <a:pt x="387279" y="357251"/>
                  </a:lnTo>
                  <a:lnTo>
                    <a:pt x="403288" y="327787"/>
                  </a:lnTo>
                  <a:lnTo>
                    <a:pt x="320929" y="327787"/>
                  </a:lnTo>
                  <a:lnTo>
                    <a:pt x="298400" y="254127"/>
                  </a:lnTo>
                  <a:close/>
                </a:path>
                <a:path extrusionOk="0" h="549275" w="439420">
                  <a:moveTo>
                    <a:pt x="269240" y="228346"/>
                  </a:moveTo>
                  <a:lnTo>
                    <a:pt x="165988" y="228346"/>
                  </a:lnTo>
                  <a:lnTo>
                    <a:pt x="158392" y="229612"/>
                  </a:lnTo>
                  <a:lnTo>
                    <a:pt x="152177" y="232949"/>
                  </a:lnTo>
                  <a:lnTo>
                    <a:pt x="147343" y="237668"/>
                  </a:lnTo>
                  <a:lnTo>
                    <a:pt x="143891" y="243078"/>
                  </a:lnTo>
                  <a:lnTo>
                    <a:pt x="117983" y="324104"/>
                  </a:lnTo>
                  <a:lnTo>
                    <a:pt x="114300" y="327787"/>
                  </a:lnTo>
                  <a:lnTo>
                    <a:pt x="191770" y="327787"/>
                  </a:lnTo>
                  <a:lnTo>
                    <a:pt x="193040" y="320363"/>
                  </a:lnTo>
                  <a:lnTo>
                    <a:pt x="196037" y="303674"/>
                  </a:lnTo>
                  <a:lnTo>
                    <a:pt x="199538" y="285835"/>
                  </a:lnTo>
                  <a:lnTo>
                    <a:pt x="202819" y="272542"/>
                  </a:lnTo>
                  <a:lnTo>
                    <a:pt x="202819" y="254127"/>
                  </a:lnTo>
                  <a:lnTo>
                    <a:pt x="298400" y="254127"/>
                  </a:lnTo>
                  <a:lnTo>
                    <a:pt x="295021" y="243078"/>
                  </a:lnTo>
                  <a:lnTo>
                    <a:pt x="290992" y="237668"/>
                  </a:lnTo>
                  <a:lnTo>
                    <a:pt x="284892" y="232949"/>
                  </a:lnTo>
                  <a:lnTo>
                    <a:pt x="277411" y="229612"/>
                  </a:lnTo>
                  <a:lnTo>
                    <a:pt x="269240" y="228346"/>
                  </a:lnTo>
                  <a:close/>
                </a:path>
                <a:path extrusionOk="0" h="549275" w="439420">
                  <a:moveTo>
                    <a:pt x="364169" y="55245"/>
                  </a:moveTo>
                  <a:lnTo>
                    <a:pt x="217550" y="55245"/>
                  </a:lnTo>
                  <a:lnTo>
                    <a:pt x="268039" y="63200"/>
                  </a:lnTo>
                  <a:lnTo>
                    <a:pt x="311626" y="85298"/>
                  </a:lnTo>
                  <a:lnTo>
                    <a:pt x="345832" y="118887"/>
                  </a:lnTo>
                  <a:lnTo>
                    <a:pt x="368175" y="161315"/>
                  </a:lnTo>
                  <a:lnTo>
                    <a:pt x="376174" y="209931"/>
                  </a:lnTo>
                  <a:lnTo>
                    <a:pt x="372836" y="244401"/>
                  </a:lnTo>
                  <a:lnTo>
                    <a:pt x="363283" y="275764"/>
                  </a:lnTo>
                  <a:lnTo>
                    <a:pt x="348206" y="303674"/>
                  </a:lnTo>
                  <a:lnTo>
                    <a:pt x="328295" y="327787"/>
                  </a:lnTo>
                  <a:lnTo>
                    <a:pt x="403288" y="327787"/>
                  </a:lnTo>
                  <a:lnTo>
                    <a:pt x="413961" y="308144"/>
                  </a:lnTo>
                  <a:lnTo>
                    <a:pt x="432173" y="260674"/>
                  </a:lnTo>
                  <a:lnTo>
                    <a:pt x="438912" y="217297"/>
                  </a:lnTo>
                  <a:lnTo>
                    <a:pt x="434395" y="173065"/>
                  </a:lnTo>
                  <a:lnTo>
                    <a:pt x="421451" y="132070"/>
                  </a:lnTo>
                  <a:lnTo>
                    <a:pt x="400985" y="95132"/>
                  </a:lnTo>
                  <a:lnTo>
                    <a:pt x="373903" y="63071"/>
                  </a:lnTo>
                  <a:lnTo>
                    <a:pt x="364169" y="552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01" name="Google Shape;601;p19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6035039" y="2432938"/>
              <a:ext cx="128015" cy="1280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2" name="Google Shape;602;p19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5404103" y="3301746"/>
              <a:ext cx="1371600" cy="13719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3" name="Google Shape;603;p19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192023" y="1408175"/>
              <a:ext cx="5747004" cy="7452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19"/>
            <p:cNvSpPr/>
            <p:nvPr/>
          </p:nvSpPr>
          <p:spPr>
            <a:xfrm>
              <a:off x="233172" y="1464817"/>
              <a:ext cx="5544185" cy="567690"/>
            </a:xfrm>
            <a:custGeom>
              <a:rect b="b" l="l" r="r" t="t"/>
              <a:pathLst>
                <a:path extrusionOk="0" h="567689" w="5544185">
                  <a:moveTo>
                    <a:pt x="5544185" y="529463"/>
                  </a:moveTo>
                  <a:lnTo>
                    <a:pt x="5537835" y="526288"/>
                  </a:lnTo>
                  <a:lnTo>
                    <a:pt x="5467985" y="491363"/>
                  </a:lnTo>
                  <a:lnTo>
                    <a:pt x="5491264" y="526288"/>
                  </a:lnTo>
                  <a:lnTo>
                    <a:pt x="3561588" y="526288"/>
                  </a:lnTo>
                  <a:lnTo>
                    <a:pt x="3561588" y="6350"/>
                  </a:lnTo>
                  <a:lnTo>
                    <a:pt x="3561588" y="3175"/>
                  </a:lnTo>
                  <a:lnTo>
                    <a:pt x="3561588" y="0"/>
                  </a:lnTo>
                  <a:lnTo>
                    <a:pt x="1572768" y="0"/>
                  </a:lnTo>
                  <a:lnTo>
                    <a:pt x="1572768" y="3213"/>
                  </a:lnTo>
                  <a:lnTo>
                    <a:pt x="0" y="3213"/>
                  </a:lnTo>
                  <a:lnTo>
                    <a:pt x="0" y="369062"/>
                  </a:lnTo>
                  <a:lnTo>
                    <a:pt x="1591056" y="369062"/>
                  </a:lnTo>
                  <a:lnTo>
                    <a:pt x="1591056" y="6350"/>
                  </a:lnTo>
                  <a:lnTo>
                    <a:pt x="3555238" y="6350"/>
                  </a:lnTo>
                  <a:lnTo>
                    <a:pt x="3555238" y="532638"/>
                  </a:lnTo>
                  <a:lnTo>
                    <a:pt x="5491264" y="532638"/>
                  </a:lnTo>
                  <a:lnTo>
                    <a:pt x="5467985" y="567563"/>
                  </a:lnTo>
                  <a:lnTo>
                    <a:pt x="5537835" y="532638"/>
                  </a:lnTo>
                  <a:lnTo>
                    <a:pt x="5544185" y="529463"/>
                  </a:lnTo>
                  <a:close/>
                </a:path>
              </a:pathLst>
            </a:custGeom>
            <a:solidFill>
              <a:srgbClr val="EC7C3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19"/>
            <p:cNvSpPr/>
            <p:nvPr/>
          </p:nvSpPr>
          <p:spPr>
            <a:xfrm>
              <a:off x="233171" y="1468031"/>
              <a:ext cx="1591310" cy="366395"/>
            </a:xfrm>
            <a:custGeom>
              <a:rect b="b" l="l" r="r" t="t"/>
              <a:pathLst>
                <a:path extrusionOk="0" h="366394" w="1591310">
                  <a:moveTo>
                    <a:pt x="0" y="365848"/>
                  </a:moveTo>
                  <a:lnTo>
                    <a:pt x="1591055" y="365848"/>
                  </a:lnTo>
                  <a:lnTo>
                    <a:pt x="1591055" y="0"/>
                  </a:lnTo>
                  <a:lnTo>
                    <a:pt x="0" y="0"/>
                  </a:lnTo>
                  <a:lnTo>
                    <a:pt x="0" y="365848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6" name="Google Shape;606;p19"/>
          <p:cNvSpPr txBox="1"/>
          <p:nvPr/>
        </p:nvSpPr>
        <p:spPr>
          <a:xfrm>
            <a:off x="233172" y="1468031"/>
            <a:ext cx="1591310" cy="366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0" lvl="0" marL="0" marR="889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Légal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7" name="Google Shape;607;p19"/>
          <p:cNvGrpSpPr/>
          <p:nvPr/>
        </p:nvGrpSpPr>
        <p:grpSpPr>
          <a:xfrm>
            <a:off x="201168" y="2724911"/>
            <a:ext cx="4018788" cy="818388"/>
            <a:chOff x="201168" y="2724911"/>
            <a:chExt cx="4018788" cy="818388"/>
          </a:xfrm>
        </p:grpSpPr>
        <p:pic>
          <p:nvPicPr>
            <p:cNvPr id="608" name="Google Shape;608;p19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201168" y="2724911"/>
              <a:ext cx="4018788" cy="818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19"/>
            <p:cNvSpPr/>
            <p:nvPr/>
          </p:nvSpPr>
          <p:spPr>
            <a:xfrm>
              <a:off x="1805940" y="2801873"/>
              <a:ext cx="2247900" cy="338455"/>
            </a:xfrm>
            <a:custGeom>
              <a:rect b="b" l="l" r="r" t="t"/>
              <a:pathLst>
                <a:path extrusionOk="0" h="338455" w="2247900">
                  <a:moveTo>
                    <a:pt x="1120775" y="331977"/>
                  </a:moveTo>
                  <a:lnTo>
                    <a:pt x="0" y="331977"/>
                  </a:lnTo>
                  <a:lnTo>
                    <a:pt x="0" y="338327"/>
                  </a:lnTo>
                  <a:lnTo>
                    <a:pt x="1127125" y="338327"/>
                  </a:lnTo>
                  <a:lnTo>
                    <a:pt x="1127125" y="335152"/>
                  </a:lnTo>
                  <a:lnTo>
                    <a:pt x="1120775" y="335152"/>
                  </a:lnTo>
                  <a:lnTo>
                    <a:pt x="1120775" y="331977"/>
                  </a:lnTo>
                  <a:close/>
                </a:path>
                <a:path extrusionOk="0" h="338455" w="2247900">
                  <a:moveTo>
                    <a:pt x="2194983" y="34925"/>
                  </a:moveTo>
                  <a:lnTo>
                    <a:pt x="1120775" y="34925"/>
                  </a:lnTo>
                  <a:lnTo>
                    <a:pt x="1120775" y="335152"/>
                  </a:lnTo>
                  <a:lnTo>
                    <a:pt x="1123950" y="331977"/>
                  </a:lnTo>
                  <a:lnTo>
                    <a:pt x="1127125" y="331977"/>
                  </a:lnTo>
                  <a:lnTo>
                    <a:pt x="1127125" y="41275"/>
                  </a:lnTo>
                  <a:lnTo>
                    <a:pt x="1123950" y="41275"/>
                  </a:lnTo>
                  <a:lnTo>
                    <a:pt x="1127125" y="38100"/>
                  </a:lnTo>
                  <a:lnTo>
                    <a:pt x="2197100" y="38100"/>
                  </a:lnTo>
                  <a:lnTo>
                    <a:pt x="2194983" y="34925"/>
                  </a:lnTo>
                  <a:close/>
                </a:path>
                <a:path extrusionOk="0" h="338455" w="2247900">
                  <a:moveTo>
                    <a:pt x="1127125" y="331977"/>
                  </a:moveTo>
                  <a:lnTo>
                    <a:pt x="1123950" y="331977"/>
                  </a:lnTo>
                  <a:lnTo>
                    <a:pt x="1120775" y="335152"/>
                  </a:lnTo>
                  <a:lnTo>
                    <a:pt x="1127125" y="335152"/>
                  </a:lnTo>
                  <a:lnTo>
                    <a:pt x="1127125" y="331977"/>
                  </a:lnTo>
                  <a:close/>
                </a:path>
                <a:path extrusionOk="0" h="338455" w="2247900">
                  <a:moveTo>
                    <a:pt x="2197100" y="38100"/>
                  </a:moveTo>
                  <a:lnTo>
                    <a:pt x="2171700" y="76200"/>
                  </a:lnTo>
                  <a:lnTo>
                    <a:pt x="2241550" y="41275"/>
                  </a:lnTo>
                  <a:lnTo>
                    <a:pt x="2197100" y="41275"/>
                  </a:lnTo>
                  <a:lnTo>
                    <a:pt x="2197100" y="38100"/>
                  </a:lnTo>
                  <a:close/>
                </a:path>
                <a:path extrusionOk="0" h="338455" w="2247900">
                  <a:moveTo>
                    <a:pt x="1127125" y="38100"/>
                  </a:moveTo>
                  <a:lnTo>
                    <a:pt x="1123950" y="41275"/>
                  </a:lnTo>
                  <a:lnTo>
                    <a:pt x="1127125" y="41275"/>
                  </a:lnTo>
                  <a:lnTo>
                    <a:pt x="1127125" y="38100"/>
                  </a:lnTo>
                  <a:close/>
                </a:path>
                <a:path extrusionOk="0" h="338455" w="2247900">
                  <a:moveTo>
                    <a:pt x="2197100" y="38100"/>
                  </a:moveTo>
                  <a:lnTo>
                    <a:pt x="1127125" y="38100"/>
                  </a:lnTo>
                  <a:lnTo>
                    <a:pt x="1127125" y="41275"/>
                  </a:lnTo>
                  <a:lnTo>
                    <a:pt x="2194983" y="41275"/>
                  </a:lnTo>
                  <a:lnTo>
                    <a:pt x="2197100" y="38100"/>
                  </a:lnTo>
                  <a:close/>
                </a:path>
                <a:path extrusionOk="0" h="338455" w="2247900">
                  <a:moveTo>
                    <a:pt x="2241550" y="34925"/>
                  </a:moveTo>
                  <a:lnTo>
                    <a:pt x="2197100" y="34925"/>
                  </a:lnTo>
                  <a:lnTo>
                    <a:pt x="2197100" y="41275"/>
                  </a:lnTo>
                  <a:lnTo>
                    <a:pt x="2241550" y="41275"/>
                  </a:lnTo>
                  <a:lnTo>
                    <a:pt x="2247900" y="38100"/>
                  </a:lnTo>
                  <a:lnTo>
                    <a:pt x="2241550" y="34925"/>
                  </a:lnTo>
                  <a:close/>
                </a:path>
                <a:path extrusionOk="0" h="338455" w="2247900">
                  <a:moveTo>
                    <a:pt x="2171700" y="0"/>
                  </a:moveTo>
                  <a:lnTo>
                    <a:pt x="2197100" y="38100"/>
                  </a:lnTo>
                  <a:lnTo>
                    <a:pt x="2197100" y="34925"/>
                  </a:lnTo>
                  <a:lnTo>
                    <a:pt x="2241550" y="34925"/>
                  </a:lnTo>
                  <a:lnTo>
                    <a:pt x="2171700" y="0"/>
                  </a:lnTo>
                  <a:close/>
                </a:path>
              </a:pathLst>
            </a:custGeom>
            <a:solidFill>
              <a:srgbClr val="00AFE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0" name="Google Shape;610;p19"/>
          <p:cNvSpPr txBox="1"/>
          <p:nvPr/>
        </p:nvSpPr>
        <p:spPr>
          <a:xfrm>
            <a:off x="242315" y="3004604"/>
            <a:ext cx="1765300" cy="366395"/>
          </a:xfrm>
          <a:prstGeom prst="rect">
            <a:avLst/>
          </a:prstGeom>
          <a:solidFill>
            <a:srgbClr val="00AFE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4750">
            <a:spAutoFit/>
          </a:bodyPr>
          <a:lstStyle/>
          <a:p>
            <a:pPr indent="0" lvl="0" marL="3670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Ecologique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1" name="Google Shape;611;p19"/>
          <p:cNvGrpSpPr/>
          <p:nvPr/>
        </p:nvGrpSpPr>
        <p:grpSpPr>
          <a:xfrm>
            <a:off x="210311" y="4754879"/>
            <a:ext cx="3982212" cy="608076"/>
            <a:chOff x="210311" y="4754879"/>
            <a:chExt cx="3982212" cy="608076"/>
          </a:xfrm>
        </p:grpSpPr>
        <p:pic>
          <p:nvPicPr>
            <p:cNvPr id="612" name="Google Shape;612;p19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210311" y="4754879"/>
              <a:ext cx="3982212" cy="6080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19"/>
            <p:cNvSpPr/>
            <p:nvPr/>
          </p:nvSpPr>
          <p:spPr>
            <a:xfrm>
              <a:off x="1842516" y="4812283"/>
              <a:ext cx="2184400" cy="253365"/>
            </a:xfrm>
            <a:custGeom>
              <a:rect b="b" l="l" r="r" t="t"/>
              <a:pathLst>
                <a:path extrusionOk="0" h="253364" w="2184400">
                  <a:moveTo>
                    <a:pt x="2133346" y="214884"/>
                  </a:moveTo>
                  <a:lnTo>
                    <a:pt x="2107946" y="252984"/>
                  </a:lnTo>
                  <a:lnTo>
                    <a:pt x="2177679" y="218059"/>
                  </a:lnTo>
                  <a:lnTo>
                    <a:pt x="2133346" y="218059"/>
                  </a:lnTo>
                  <a:lnTo>
                    <a:pt x="2133346" y="214884"/>
                  </a:lnTo>
                  <a:close/>
                </a:path>
                <a:path extrusionOk="0" h="253364" w="2184400">
                  <a:moveTo>
                    <a:pt x="1088897" y="3175"/>
                  </a:moveTo>
                  <a:lnTo>
                    <a:pt x="1088897" y="218059"/>
                  </a:lnTo>
                  <a:lnTo>
                    <a:pt x="2131229" y="218059"/>
                  </a:lnTo>
                  <a:lnTo>
                    <a:pt x="2133346" y="214884"/>
                  </a:lnTo>
                  <a:lnTo>
                    <a:pt x="1095247" y="214884"/>
                  </a:lnTo>
                  <a:lnTo>
                    <a:pt x="1092072" y="211709"/>
                  </a:lnTo>
                  <a:lnTo>
                    <a:pt x="1095247" y="211709"/>
                  </a:lnTo>
                  <a:lnTo>
                    <a:pt x="1095247" y="6350"/>
                  </a:lnTo>
                  <a:lnTo>
                    <a:pt x="1092072" y="6350"/>
                  </a:lnTo>
                  <a:lnTo>
                    <a:pt x="1088897" y="3175"/>
                  </a:lnTo>
                  <a:close/>
                </a:path>
                <a:path extrusionOk="0" h="253364" w="2184400">
                  <a:moveTo>
                    <a:pt x="2177679" y="211709"/>
                  </a:moveTo>
                  <a:lnTo>
                    <a:pt x="2133346" y="211709"/>
                  </a:lnTo>
                  <a:lnTo>
                    <a:pt x="2133346" y="218059"/>
                  </a:lnTo>
                  <a:lnTo>
                    <a:pt x="2177679" y="218059"/>
                  </a:lnTo>
                  <a:lnTo>
                    <a:pt x="2184019" y="214884"/>
                  </a:lnTo>
                  <a:lnTo>
                    <a:pt x="2177679" y="211709"/>
                  </a:lnTo>
                  <a:close/>
                </a:path>
                <a:path extrusionOk="0" h="253364" w="2184400">
                  <a:moveTo>
                    <a:pt x="1095247" y="211709"/>
                  </a:moveTo>
                  <a:lnTo>
                    <a:pt x="1092072" y="211709"/>
                  </a:lnTo>
                  <a:lnTo>
                    <a:pt x="1095247" y="214884"/>
                  </a:lnTo>
                  <a:lnTo>
                    <a:pt x="1095247" y="211709"/>
                  </a:lnTo>
                  <a:close/>
                </a:path>
                <a:path extrusionOk="0" h="253364" w="2184400">
                  <a:moveTo>
                    <a:pt x="2131229" y="211709"/>
                  </a:moveTo>
                  <a:lnTo>
                    <a:pt x="1095247" y="211709"/>
                  </a:lnTo>
                  <a:lnTo>
                    <a:pt x="1095247" y="214884"/>
                  </a:lnTo>
                  <a:lnTo>
                    <a:pt x="2133346" y="214884"/>
                  </a:lnTo>
                  <a:lnTo>
                    <a:pt x="2131229" y="211709"/>
                  </a:lnTo>
                  <a:close/>
                </a:path>
                <a:path extrusionOk="0" h="253364" w="2184400">
                  <a:moveTo>
                    <a:pt x="2107946" y="176784"/>
                  </a:moveTo>
                  <a:lnTo>
                    <a:pt x="2133346" y="214884"/>
                  </a:lnTo>
                  <a:lnTo>
                    <a:pt x="2133346" y="211709"/>
                  </a:lnTo>
                  <a:lnTo>
                    <a:pt x="2177679" y="211709"/>
                  </a:lnTo>
                  <a:lnTo>
                    <a:pt x="2107946" y="176784"/>
                  </a:lnTo>
                  <a:close/>
                </a:path>
                <a:path extrusionOk="0" h="253364" w="2184400">
                  <a:moveTo>
                    <a:pt x="1095247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1088897" y="6350"/>
                  </a:lnTo>
                  <a:lnTo>
                    <a:pt x="1088897" y="3175"/>
                  </a:lnTo>
                  <a:lnTo>
                    <a:pt x="1095247" y="3175"/>
                  </a:lnTo>
                  <a:lnTo>
                    <a:pt x="1095247" y="0"/>
                  </a:lnTo>
                  <a:close/>
                </a:path>
                <a:path extrusionOk="0" h="253364" w="2184400">
                  <a:moveTo>
                    <a:pt x="1095247" y="3175"/>
                  </a:moveTo>
                  <a:lnTo>
                    <a:pt x="1088897" y="3175"/>
                  </a:lnTo>
                  <a:lnTo>
                    <a:pt x="1092072" y="6350"/>
                  </a:lnTo>
                  <a:lnTo>
                    <a:pt x="1095247" y="6350"/>
                  </a:lnTo>
                  <a:lnTo>
                    <a:pt x="1095247" y="3175"/>
                  </a:lnTo>
                  <a:close/>
                </a:path>
              </a:pathLst>
            </a:custGeom>
            <a:solidFill>
              <a:srgbClr val="6FAC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4" name="Google Shape;614;p19"/>
          <p:cNvSpPr txBox="1"/>
          <p:nvPr/>
        </p:nvSpPr>
        <p:spPr>
          <a:xfrm>
            <a:off x="251459" y="4824641"/>
            <a:ext cx="2231390" cy="366395"/>
          </a:xfrm>
          <a:prstGeom prst="rect">
            <a:avLst/>
          </a:prstGeom>
          <a:solidFill>
            <a:srgbClr val="6FAC4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6650">
            <a:spAutoFit/>
          </a:bodyPr>
          <a:lstStyle/>
          <a:p>
            <a:pPr indent="0" lvl="0" marL="43560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Technologique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5" name="Google Shape;615;p19"/>
          <p:cNvGrpSpPr/>
          <p:nvPr/>
        </p:nvGrpSpPr>
        <p:grpSpPr>
          <a:xfrm>
            <a:off x="7955280" y="1408175"/>
            <a:ext cx="3150107" cy="1549908"/>
            <a:chOff x="7955280" y="1408175"/>
            <a:chExt cx="3150107" cy="1549908"/>
          </a:xfrm>
        </p:grpSpPr>
        <p:pic>
          <p:nvPicPr>
            <p:cNvPr id="616" name="Google Shape;616;p19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7955280" y="1408175"/>
              <a:ext cx="3150107" cy="15499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19"/>
            <p:cNvSpPr/>
            <p:nvPr/>
          </p:nvSpPr>
          <p:spPr>
            <a:xfrm>
              <a:off x="8124444" y="1464817"/>
              <a:ext cx="2944495" cy="1363980"/>
            </a:xfrm>
            <a:custGeom>
              <a:rect b="b" l="l" r="r" t="t"/>
              <a:pathLst>
                <a:path extrusionOk="0" h="1363980" w="2944495">
                  <a:moveTo>
                    <a:pt x="2944368" y="3213"/>
                  </a:moveTo>
                  <a:lnTo>
                    <a:pt x="1366901" y="3213"/>
                  </a:lnTo>
                  <a:lnTo>
                    <a:pt x="1366901" y="0"/>
                  </a:lnTo>
                  <a:lnTo>
                    <a:pt x="680212" y="0"/>
                  </a:lnTo>
                  <a:lnTo>
                    <a:pt x="680212" y="1322578"/>
                  </a:lnTo>
                  <a:lnTo>
                    <a:pt x="52908" y="1322578"/>
                  </a:lnTo>
                  <a:lnTo>
                    <a:pt x="76200" y="1287653"/>
                  </a:lnTo>
                  <a:lnTo>
                    <a:pt x="0" y="1325753"/>
                  </a:lnTo>
                  <a:lnTo>
                    <a:pt x="76200" y="1363853"/>
                  </a:lnTo>
                  <a:lnTo>
                    <a:pt x="52908" y="1328928"/>
                  </a:lnTo>
                  <a:lnTo>
                    <a:pt x="686562" y="1328928"/>
                  </a:lnTo>
                  <a:lnTo>
                    <a:pt x="686562" y="1325753"/>
                  </a:lnTo>
                  <a:lnTo>
                    <a:pt x="686562" y="1322578"/>
                  </a:lnTo>
                  <a:lnTo>
                    <a:pt x="686562" y="6350"/>
                  </a:lnTo>
                  <a:lnTo>
                    <a:pt x="1353312" y="6350"/>
                  </a:lnTo>
                  <a:lnTo>
                    <a:pt x="1353312" y="369062"/>
                  </a:lnTo>
                  <a:lnTo>
                    <a:pt x="2944368" y="369062"/>
                  </a:lnTo>
                  <a:lnTo>
                    <a:pt x="2944368" y="3213"/>
                  </a:lnTo>
                  <a:close/>
                </a:path>
              </a:pathLst>
            </a:custGeom>
            <a:solidFill>
              <a:srgbClr val="A4A4A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8" name="Google Shape;618;p19"/>
          <p:cNvSpPr txBox="1"/>
          <p:nvPr/>
        </p:nvSpPr>
        <p:spPr>
          <a:xfrm>
            <a:off x="9477756" y="1468031"/>
            <a:ext cx="1591310" cy="366395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0" lvl="0" marL="3721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Politique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9" name="Google Shape;619;p19"/>
          <p:cNvGrpSpPr/>
          <p:nvPr/>
        </p:nvGrpSpPr>
        <p:grpSpPr>
          <a:xfrm>
            <a:off x="6025896" y="4956047"/>
            <a:ext cx="5143500" cy="1668779"/>
            <a:chOff x="6025896" y="4956047"/>
            <a:chExt cx="5143500" cy="1668779"/>
          </a:xfrm>
        </p:grpSpPr>
        <p:pic>
          <p:nvPicPr>
            <p:cNvPr id="620" name="Google Shape;620;p19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6025896" y="4956047"/>
              <a:ext cx="5143500" cy="16687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1" name="Google Shape;621;p19"/>
            <p:cNvSpPr/>
            <p:nvPr/>
          </p:nvSpPr>
          <p:spPr>
            <a:xfrm>
              <a:off x="6195060" y="5086730"/>
              <a:ext cx="3166110" cy="1409700"/>
            </a:xfrm>
            <a:custGeom>
              <a:rect b="b" l="l" r="r" t="t"/>
              <a:pathLst>
                <a:path extrusionOk="0" h="1409700" w="3166109">
                  <a:moveTo>
                    <a:pt x="76200" y="1333449"/>
                  </a:moveTo>
                  <a:lnTo>
                    <a:pt x="0" y="1371549"/>
                  </a:lnTo>
                  <a:lnTo>
                    <a:pt x="76200" y="1409649"/>
                  </a:lnTo>
                  <a:lnTo>
                    <a:pt x="52916" y="1374724"/>
                  </a:lnTo>
                  <a:lnTo>
                    <a:pt x="50800" y="1374724"/>
                  </a:lnTo>
                  <a:lnTo>
                    <a:pt x="50800" y="1368374"/>
                  </a:lnTo>
                  <a:lnTo>
                    <a:pt x="52916" y="1368374"/>
                  </a:lnTo>
                  <a:lnTo>
                    <a:pt x="76200" y="1333449"/>
                  </a:lnTo>
                  <a:close/>
                </a:path>
                <a:path extrusionOk="0" h="1409700" w="3166109">
                  <a:moveTo>
                    <a:pt x="50800" y="1371549"/>
                  </a:moveTo>
                  <a:lnTo>
                    <a:pt x="50800" y="1374724"/>
                  </a:lnTo>
                  <a:lnTo>
                    <a:pt x="52916" y="1374724"/>
                  </a:lnTo>
                  <a:lnTo>
                    <a:pt x="50800" y="1371549"/>
                  </a:lnTo>
                  <a:close/>
                </a:path>
                <a:path extrusionOk="0" h="1409700" w="3166109">
                  <a:moveTo>
                    <a:pt x="2439416" y="1368374"/>
                  </a:moveTo>
                  <a:lnTo>
                    <a:pt x="52916" y="1368374"/>
                  </a:lnTo>
                  <a:lnTo>
                    <a:pt x="50800" y="1371549"/>
                  </a:lnTo>
                  <a:lnTo>
                    <a:pt x="52916" y="1374724"/>
                  </a:lnTo>
                  <a:lnTo>
                    <a:pt x="2445766" y="1374724"/>
                  </a:lnTo>
                  <a:lnTo>
                    <a:pt x="2445766" y="1371549"/>
                  </a:lnTo>
                  <a:lnTo>
                    <a:pt x="2439416" y="1371549"/>
                  </a:lnTo>
                  <a:lnTo>
                    <a:pt x="2439416" y="1368374"/>
                  </a:lnTo>
                  <a:close/>
                </a:path>
                <a:path extrusionOk="0" h="1409700" w="3166109">
                  <a:moveTo>
                    <a:pt x="52916" y="1368374"/>
                  </a:moveTo>
                  <a:lnTo>
                    <a:pt x="50800" y="1368374"/>
                  </a:lnTo>
                  <a:lnTo>
                    <a:pt x="50800" y="1371549"/>
                  </a:lnTo>
                  <a:lnTo>
                    <a:pt x="52916" y="1368374"/>
                  </a:lnTo>
                  <a:close/>
                </a:path>
                <a:path extrusionOk="0" h="1409700" w="3166109">
                  <a:moveTo>
                    <a:pt x="3165729" y="0"/>
                  </a:moveTo>
                  <a:lnTo>
                    <a:pt x="2439416" y="0"/>
                  </a:lnTo>
                  <a:lnTo>
                    <a:pt x="2439416" y="1371549"/>
                  </a:lnTo>
                  <a:lnTo>
                    <a:pt x="2442591" y="1368374"/>
                  </a:lnTo>
                  <a:lnTo>
                    <a:pt x="2445766" y="1368374"/>
                  </a:lnTo>
                  <a:lnTo>
                    <a:pt x="2445766" y="6350"/>
                  </a:lnTo>
                  <a:lnTo>
                    <a:pt x="2442591" y="6350"/>
                  </a:lnTo>
                  <a:lnTo>
                    <a:pt x="2445766" y="3175"/>
                  </a:lnTo>
                  <a:lnTo>
                    <a:pt x="3165729" y="3175"/>
                  </a:lnTo>
                  <a:lnTo>
                    <a:pt x="3165729" y="0"/>
                  </a:lnTo>
                  <a:close/>
                </a:path>
                <a:path extrusionOk="0" h="1409700" w="3166109">
                  <a:moveTo>
                    <a:pt x="2445766" y="1368374"/>
                  </a:moveTo>
                  <a:lnTo>
                    <a:pt x="2442591" y="1368374"/>
                  </a:lnTo>
                  <a:lnTo>
                    <a:pt x="2439416" y="1371549"/>
                  </a:lnTo>
                  <a:lnTo>
                    <a:pt x="2445766" y="1371549"/>
                  </a:lnTo>
                  <a:lnTo>
                    <a:pt x="2445766" y="1368374"/>
                  </a:lnTo>
                  <a:close/>
                </a:path>
                <a:path extrusionOk="0" h="1409700" w="3166109">
                  <a:moveTo>
                    <a:pt x="2445766" y="3175"/>
                  </a:moveTo>
                  <a:lnTo>
                    <a:pt x="2442591" y="6350"/>
                  </a:lnTo>
                  <a:lnTo>
                    <a:pt x="2445766" y="6350"/>
                  </a:lnTo>
                  <a:lnTo>
                    <a:pt x="2445766" y="3175"/>
                  </a:lnTo>
                  <a:close/>
                </a:path>
                <a:path extrusionOk="0" h="1409700" w="3166109">
                  <a:moveTo>
                    <a:pt x="3165729" y="3175"/>
                  </a:moveTo>
                  <a:lnTo>
                    <a:pt x="2445766" y="3175"/>
                  </a:lnTo>
                  <a:lnTo>
                    <a:pt x="2445766" y="6350"/>
                  </a:lnTo>
                  <a:lnTo>
                    <a:pt x="3165729" y="6350"/>
                  </a:lnTo>
                  <a:lnTo>
                    <a:pt x="3165729" y="3175"/>
                  </a:lnTo>
                  <a:close/>
                </a:path>
              </a:pathLst>
            </a:custGeom>
            <a:solidFill>
              <a:srgbClr val="2E559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2" name="Google Shape;622;p19"/>
          <p:cNvSpPr txBox="1"/>
          <p:nvPr/>
        </p:nvSpPr>
        <p:spPr>
          <a:xfrm>
            <a:off x="9550907" y="5016792"/>
            <a:ext cx="1582420" cy="375285"/>
          </a:xfrm>
          <a:prstGeom prst="rect">
            <a:avLst/>
          </a:prstGeom>
          <a:solidFill>
            <a:srgbClr val="2E559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447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Socio-culturel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3" name="Google Shape;623;p19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8219822" y="2603753"/>
            <a:ext cx="3515867" cy="1860804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19"/>
          <p:cNvSpPr txBox="1"/>
          <p:nvPr/>
        </p:nvSpPr>
        <p:spPr>
          <a:xfrm>
            <a:off x="9532619" y="3141764"/>
            <a:ext cx="1801495" cy="37528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9200">
            <a:spAutoFit/>
          </a:bodyPr>
          <a:lstStyle/>
          <a:p>
            <a:pPr indent="0" lvl="0" marL="3225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Economique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5" name="Google Shape;625;p19"/>
          <p:cNvGrpSpPr/>
          <p:nvPr/>
        </p:nvGrpSpPr>
        <p:grpSpPr>
          <a:xfrm>
            <a:off x="7985759" y="3132582"/>
            <a:ext cx="3256408" cy="1787321"/>
            <a:chOff x="7985759" y="3132582"/>
            <a:chExt cx="3256408" cy="1787321"/>
          </a:xfrm>
        </p:grpSpPr>
        <p:sp>
          <p:nvSpPr>
            <p:cNvPr id="626" name="Google Shape;626;p19"/>
            <p:cNvSpPr/>
            <p:nvPr/>
          </p:nvSpPr>
          <p:spPr>
            <a:xfrm>
              <a:off x="7985759" y="3132582"/>
              <a:ext cx="1547495" cy="1644650"/>
            </a:xfrm>
            <a:custGeom>
              <a:rect b="b" l="l" r="r" t="t"/>
              <a:pathLst>
                <a:path extrusionOk="0" h="1644650" w="1547495">
                  <a:moveTo>
                    <a:pt x="0" y="1567941"/>
                  </a:moveTo>
                  <a:lnTo>
                    <a:pt x="38100" y="1644141"/>
                  </a:lnTo>
                  <a:lnTo>
                    <a:pt x="63500" y="1593341"/>
                  </a:lnTo>
                  <a:lnTo>
                    <a:pt x="34925" y="1593341"/>
                  </a:lnTo>
                  <a:lnTo>
                    <a:pt x="34925" y="1591225"/>
                  </a:lnTo>
                  <a:lnTo>
                    <a:pt x="0" y="1567941"/>
                  </a:lnTo>
                  <a:close/>
                </a:path>
                <a:path extrusionOk="0" h="1644650" w="1547495">
                  <a:moveTo>
                    <a:pt x="34925" y="1591225"/>
                  </a:moveTo>
                  <a:lnTo>
                    <a:pt x="34925" y="1593341"/>
                  </a:lnTo>
                  <a:lnTo>
                    <a:pt x="38100" y="1593341"/>
                  </a:lnTo>
                  <a:lnTo>
                    <a:pt x="34925" y="1591225"/>
                  </a:lnTo>
                  <a:close/>
                </a:path>
                <a:path extrusionOk="0" h="1644650" w="1547495">
                  <a:moveTo>
                    <a:pt x="1540891" y="350773"/>
                  </a:moveTo>
                  <a:lnTo>
                    <a:pt x="34925" y="350773"/>
                  </a:lnTo>
                  <a:lnTo>
                    <a:pt x="34925" y="1591225"/>
                  </a:lnTo>
                  <a:lnTo>
                    <a:pt x="38100" y="1593341"/>
                  </a:lnTo>
                  <a:lnTo>
                    <a:pt x="41275" y="1591225"/>
                  </a:lnTo>
                  <a:lnTo>
                    <a:pt x="41275" y="357123"/>
                  </a:lnTo>
                  <a:lnTo>
                    <a:pt x="38100" y="357123"/>
                  </a:lnTo>
                  <a:lnTo>
                    <a:pt x="41275" y="353948"/>
                  </a:lnTo>
                  <a:lnTo>
                    <a:pt x="1540891" y="353948"/>
                  </a:lnTo>
                  <a:lnTo>
                    <a:pt x="1540891" y="350773"/>
                  </a:lnTo>
                  <a:close/>
                </a:path>
                <a:path extrusionOk="0" h="1644650" w="1547495">
                  <a:moveTo>
                    <a:pt x="41275" y="1591225"/>
                  </a:moveTo>
                  <a:lnTo>
                    <a:pt x="38100" y="1593341"/>
                  </a:lnTo>
                  <a:lnTo>
                    <a:pt x="41275" y="1593341"/>
                  </a:lnTo>
                  <a:lnTo>
                    <a:pt x="41275" y="1591225"/>
                  </a:lnTo>
                  <a:close/>
                </a:path>
                <a:path extrusionOk="0" h="1644650" w="1547495">
                  <a:moveTo>
                    <a:pt x="76200" y="1567941"/>
                  </a:moveTo>
                  <a:lnTo>
                    <a:pt x="41275" y="1591225"/>
                  </a:lnTo>
                  <a:lnTo>
                    <a:pt x="41275" y="1593341"/>
                  </a:lnTo>
                  <a:lnTo>
                    <a:pt x="63500" y="1593341"/>
                  </a:lnTo>
                  <a:lnTo>
                    <a:pt x="76200" y="1567941"/>
                  </a:lnTo>
                  <a:close/>
                </a:path>
                <a:path extrusionOk="0" h="1644650" w="1547495">
                  <a:moveTo>
                    <a:pt x="41275" y="353948"/>
                  </a:moveTo>
                  <a:lnTo>
                    <a:pt x="38100" y="357123"/>
                  </a:lnTo>
                  <a:lnTo>
                    <a:pt x="41275" y="357123"/>
                  </a:lnTo>
                  <a:lnTo>
                    <a:pt x="41275" y="353948"/>
                  </a:lnTo>
                  <a:close/>
                </a:path>
                <a:path extrusionOk="0" h="1644650" w="1547495">
                  <a:moveTo>
                    <a:pt x="1547241" y="350773"/>
                  </a:moveTo>
                  <a:lnTo>
                    <a:pt x="1544066" y="350773"/>
                  </a:lnTo>
                  <a:lnTo>
                    <a:pt x="1540891" y="353948"/>
                  </a:lnTo>
                  <a:lnTo>
                    <a:pt x="41275" y="353948"/>
                  </a:lnTo>
                  <a:lnTo>
                    <a:pt x="41275" y="357123"/>
                  </a:lnTo>
                  <a:lnTo>
                    <a:pt x="1547241" y="357123"/>
                  </a:lnTo>
                  <a:lnTo>
                    <a:pt x="1547241" y="350773"/>
                  </a:lnTo>
                  <a:close/>
                </a:path>
                <a:path extrusionOk="0" h="1644650" w="1547495">
                  <a:moveTo>
                    <a:pt x="1547241" y="0"/>
                  </a:moveTo>
                  <a:lnTo>
                    <a:pt x="1540891" y="0"/>
                  </a:lnTo>
                  <a:lnTo>
                    <a:pt x="1540891" y="353948"/>
                  </a:lnTo>
                  <a:lnTo>
                    <a:pt x="1544066" y="350773"/>
                  </a:lnTo>
                  <a:lnTo>
                    <a:pt x="1547241" y="350773"/>
                  </a:lnTo>
                  <a:lnTo>
                    <a:pt x="15472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19"/>
            <p:cNvSpPr/>
            <p:nvPr/>
          </p:nvSpPr>
          <p:spPr>
            <a:xfrm>
              <a:off x="9796907" y="4087291"/>
              <a:ext cx="1445260" cy="549275"/>
            </a:xfrm>
            <a:custGeom>
              <a:rect b="b" l="l" r="r" t="t"/>
              <a:pathLst>
                <a:path extrusionOk="0" h="549275" w="1445259">
                  <a:moveTo>
                    <a:pt x="1444752" y="274320"/>
                  </a:moveTo>
                  <a:lnTo>
                    <a:pt x="1362456" y="274320"/>
                  </a:lnTo>
                  <a:lnTo>
                    <a:pt x="1362456" y="0"/>
                  </a:lnTo>
                  <a:lnTo>
                    <a:pt x="658368" y="0"/>
                  </a:lnTo>
                  <a:lnTo>
                    <a:pt x="603504" y="0"/>
                  </a:lnTo>
                  <a:lnTo>
                    <a:pt x="0" y="0"/>
                  </a:lnTo>
                  <a:lnTo>
                    <a:pt x="0" y="274320"/>
                  </a:lnTo>
                  <a:lnTo>
                    <a:pt x="0" y="283540"/>
                  </a:lnTo>
                  <a:lnTo>
                    <a:pt x="0" y="548767"/>
                  </a:lnTo>
                  <a:lnTo>
                    <a:pt x="1444752" y="548767"/>
                  </a:lnTo>
                  <a:lnTo>
                    <a:pt x="1444752" y="2743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19"/>
            <p:cNvSpPr/>
            <p:nvPr/>
          </p:nvSpPr>
          <p:spPr>
            <a:xfrm>
              <a:off x="9796907" y="4636058"/>
              <a:ext cx="1216660" cy="283845"/>
            </a:xfrm>
            <a:custGeom>
              <a:rect b="b" l="l" r="r" t="t"/>
              <a:pathLst>
                <a:path extrusionOk="0" h="283845" w="1216659">
                  <a:moveTo>
                    <a:pt x="1216152" y="0"/>
                  </a:moveTo>
                  <a:lnTo>
                    <a:pt x="658368" y="0"/>
                  </a:lnTo>
                  <a:lnTo>
                    <a:pt x="603504" y="0"/>
                  </a:lnTo>
                  <a:lnTo>
                    <a:pt x="0" y="0"/>
                  </a:lnTo>
                  <a:lnTo>
                    <a:pt x="0" y="283540"/>
                  </a:lnTo>
                  <a:lnTo>
                    <a:pt x="603504" y="283540"/>
                  </a:lnTo>
                  <a:lnTo>
                    <a:pt x="658368" y="283540"/>
                  </a:lnTo>
                  <a:lnTo>
                    <a:pt x="1216152" y="283540"/>
                  </a:lnTo>
                  <a:lnTo>
                    <a:pt x="12161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9" name="Google Shape;629;p19"/>
          <p:cNvSpPr txBox="1"/>
          <p:nvPr/>
        </p:nvSpPr>
        <p:spPr>
          <a:xfrm>
            <a:off x="9322689" y="5595721"/>
            <a:ext cx="1383665" cy="850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83515" lvl="0" marL="1955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Education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3515" lvl="0" marL="19558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Styles de vie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3515" lvl="0" marL="19558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Santé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9"/>
          <p:cNvSpPr txBox="1"/>
          <p:nvPr/>
        </p:nvSpPr>
        <p:spPr>
          <a:xfrm>
            <a:off x="9608693" y="3521265"/>
            <a:ext cx="216408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38125" lvl="0" marL="2501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Taux de Croissance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9"/>
          <p:cNvSpPr txBox="1"/>
          <p:nvPr/>
        </p:nvSpPr>
        <p:spPr>
          <a:xfrm>
            <a:off x="9608693" y="3796220"/>
            <a:ext cx="185293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82880" lvl="0" marL="1955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Pouvoir d ’achat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9"/>
          <p:cNvSpPr txBox="1"/>
          <p:nvPr/>
        </p:nvSpPr>
        <p:spPr>
          <a:xfrm>
            <a:off x="9608693" y="4070921"/>
            <a:ext cx="1642110" cy="30035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82880" lvl="0" marL="1955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Taux d’intérêt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9"/>
          <p:cNvSpPr txBox="1"/>
          <p:nvPr/>
        </p:nvSpPr>
        <p:spPr>
          <a:xfrm>
            <a:off x="9608693" y="4345495"/>
            <a:ext cx="1823720" cy="30035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82880" lvl="0" marL="1955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1" lang="fr-FR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Taux d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chan</a:t>
            </a:r>
            <a:r>
              <a:rPr b="1" lang="fr-FR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9"/>
          <p:cNvSpPr txBox="1"/>
          <p:nvPr/>
        </p:nvSpPr>
        <p:spPr>
          <a:xfrm>
            <a:off x="9608693" y="4620450"/>
            <a:ext cx="161290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82880" lvl="0" marL="1955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Taux d’impot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5" name="Google Shape;635;p19"/>
          <p:cNvGrpSpPr/>
          <p:nvPr/>
        </p:nvGrpSpPr>
        <p:grpSpPr>
          <a:xfrm>
            <a:off x="9326118" y="2383205"/>
            <a:ext cx="2002789" cy="558165"/>
            <a:chOff x="9326118" y="2383205"/>
            <a:chExt cx="2002789" cy="558165"/>
          </a:xfrm>
        </p:grpSpPr>
        <p:sp>
          <p:nvSpPr>
            <p:cNvPr id="636" name="Google Shape;636;p19"/>
            <p:cNvSpPr/>
            <p:nvPr/>
          </p:nvSpPr>
          <p:spPr>
            <a:xfrm>
              <a:off x="9326118" y="2383205"/>
              <a:ext cx="2002789" cy="283845"/>
            </a:xfrm>
            <a:custGeom>
              <a:rect b="b" l="l" r="r" t="t"/>
              <a:pathLst>
                <a:path extrusionOk="0" h="283844" w="2002790">
                  <a:moveTo>
                    <a:pt x="2002536" y="0"/>
                  </a:moveTo>
                  <a:lnTo>
                    <a:pt x="1929384" y="0"/>
                  </a:lnTo>
                  <a:lnTo>
                    <a:pt x="0" y="0"/>
                  </a:lnTo>
                  <a:lnTo>
                    <a:pt x="0" y="274320"/>
                  </a:lnTo>
                  <a:lnTo>
                    <a:pt x="0" y="283540"/>
                  </a:lnTo>
                  <a:lnTo>
                    <a:pt x="896112" y="283540"/>
                  </a:lnTo>
                  <a:lnTo>
                    <a:pt x="896112" y="274320"/>
                  </a:lnTo>
                  <a:lnTo>
                    <a:pt x="1929384" y="274320"/>
                  </a:lnTo>
                  <a:lnTo>
                    <a:pt x="1929384" y="283540"/>
                  </a:lnTo>
                  <a:lnTo>
                    <a:pt x="2002536" y="283540"/>
                  </a:lnTo>
                  <a:lnTo>
                    <a:pt x="20025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19"/>
            <p:cNvSpPr/>
            <p:nvPr/>
          </p:nvSpPr>
          <p:spPr>
            <a:xfrm>
              <a:off x="9326118" y="2657525"/>
              <a:ext cx="1655445" cy="283845"/>
            </a:xfrm>
            <a:custGeom>
              <a:rect b="b" l="l" r="r" t="t"/>
              <a:pathLst>
                <a:path extrusionOk="0" h="283844" w="1655445">
                  <a:moveTo>
                    <a:pt x="1655064" y="0"/>
                  </a:moveTo>
                  <a:lnTo>
                    <a:pt x="896112" y="0"/>
                  </a:lnTo>
                  <a:lnTo>
                    <a:pt x="0" y="0"/>
                  </a:lnTo>
                  <a:lnTo>
                    <a:pt x="0" y="283540"/>
                  </a:lnTo>
                  <a:lnTo>
                    <a:pt x="896112" y="283540"/>
                  </a:lnTo>
                  <a:lnTo>
                    <a:pt x="1655064" y="283540"/>
                  </a:lnTo>
                  <a:lnTo>
                    <a:pt x="1655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8" name="Google Shape;638;p19"/>
          <p:cNvSpPr txBox="1"/>
          <p:nvPr/>
        </p:nvSpPr>
        <p:spPr>
          <a:xfrm>
            <a:off x="9010268" y="1915453"/>
            <a:ext cx="20085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83515" lvl="0" marL="1955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Stabilité politique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9"/>
          <p:cNvSpPr txBox="1"/>
          <p:nvPr/>
        </p:nvSpPr>
        <p:spPr>
          <a:xfrm>
            <a:off x="8997693" y="2390203"/>
            <a:ext cx="1994329" cy="289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5750" lvl="0" marL="2927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Politique fiscale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9"/>
          <p:cNvSpPr/>
          <p:nvPr/>
        </p:nvSpPr>
        <p:spPr>
          <a:xfrm>
            <a:off x="377050" y="5339117"/>
            <a:ext cx="2633980" cy="832485"/>
          </a:xfrm>
          <a:custGeom>
            <a:rect b="b" l="l" r="r" t="t"/>
            <a:pathLst>
              <a:path extrusionOk="0" h="832485" w="2633980">
                <a:moveTo>
                  <a:pt x="2633472" y="0"/>
                </a:moveTo>
                <a:lnTo>
                  <a:pt x="182880" y="0"/>
                </a:lnTo>
                <a:lnTo>
                  <a:pt x="182880" y="274396"/>
                </a:lnTo>
                <a:lnTo>
                  <a:pt x="109728" y="274396"/>
                </a:lnTo>
                <a:lnTo>
                  <a:pt x="54864" y="274396"/>
                </a:lnTo>
                <a:lnTo>
                  <a:pt x="0" y="274396"/>
                </a:lnTo>
                <a:lnTo>
                  <a:pt x="0" y="548767"/>
                </a:lnTo>
                <a:lnTo>
                  <a:pt x="0" y="557923"/>
                </a:lnTo>
                <a:lnTo>
                  <a:pt x="0" y="832307"/>
                </a:lnTo>
                <a:lnTo>
                  <a:pt x="1271016" y="832307"/>
                </a:lnTo>
                <a:lnTo>
                  <a:pt x="1271016" y="557923"/>
                </a:lnTo>
                <a:lnTo>
                  <a:pt x="2423160" y="557923"/>
                </a:lnTo>
                <a:lnTo>
                  <a:pt x="2423160" y="283540"/>
                </a:lnTo>
                <a:lnTo>
                  <a:pt x="2633472" y="283540"/>
                </a:lnTo>
                <a:lnTo>
                  <a:pt x="263347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9"/>
          <p:cNvSpPr txBox="1"/>
          <p:nvPr/>
        </p:nvSpPr>
        <p:spPr>
          <a:xfrm>
            <a:off x="364730" y="5323966"/>
            <a:ext cx="3550041" cy="5802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182880" lvl="0" marL="1955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Découverte, R&amp;D,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9558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aides à l’innovation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9"/>
          <p:cNvSpPr txBox="1"/>
          <p:nvPr/>
        </p:nvSpPr>
        <p:spPr>
          <a:xfrm>
            <a:off x="351395" y="5864826"/>
            <a:ext cx="3747655" cy="579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9845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Transfert de technologies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9"/>
          <p:cNvSpPr txBox="1"/>
          <p:nvPr/>
        </p:nvSpPr>
        <p:spPr>
          <a:xfrm>
            <a:off x="555167" y="3377247"/>
            <a:ext cx="1925320" cy="1124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07949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Normes  environnementales,  Recyclage, Energie  renouvlelable….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9"/>
          <p:cNvSpPr txBox="1"/>
          <p:nvPr/>
        </p:nvSpPr>
        <p:spPr>
          <a:xfrm>
            <a:off x="459955" y="1862391"/>
            <a:ext cx="2771140" cy="856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07949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Réglementation ,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7949" lvl="0" marL="12700" marR="508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propriété  intellectuelle, droit du travail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9"/>
          <p:cNvSpPr txBox="1"/>
          <p:nvPr>
            <p:ph type="title"/>
          </p:nvPr>
        </p:nvSpPr>
        <p:spPr>
          <a:xfrm>
            <a:off x="2402839" y="199199"/>
            <a:ext cx="6174740" cy="387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350"/>
              <a:t>PESTEL:Outil d’analyse du Macro environnement</a:t>
            </a:r>
            <a:endParaRPr sz="2350"/>
          </a:p>
        </p:txBody>
      </p:sp>
      <p:pic>
        <p:nvPicPr>
          <p:cNvPr id="646" name="Google Shape;646;p19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8329497" y="-403293"/>
            <a:ext cx="3685031" cy="2149348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19"/>
          <p:cNvSpPr/>
          <p:nvPr/>
        </p:nvSpPr>
        <p:spPr>
          <a:xfrm>
            <a:off x="1630680" y="118871"/>
            <a:ext cx="372109" cy="512445"/>
          </a:xfrm>
          <a:custGeom>
            <a:rect b="b" l="l" r="r" t="t"/>
            <a:pathLst>
              <a:path extrusionOk="0" h="512445" w="448310">
                <a:moveTo>
                  <a:pt x="0" y="0"/>
                </a:moveTo>
                <a:lnTo>
                  <a:pt x="0" y="512190"/>
                </a:lnTo>
                <a:lnTo>
                  <a:pt x="448056" y="256158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9"/>
          <p:cNvSpPr txBox="1"/>
          <p:nvPr/>
        </p:nvSpPr>
        <p:spPr>
          <a:xfrm>
            <a:off x="290845" y="6448177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Investissements dans la technologie</a:t>
            </a:r>
            <a:endParaRPr/>
          </a:p>
        </p:txBody>
      </p:sp>
      <p:sp>
        <p:nvSpPr>
          <p:cNvPr id="649" name="Google Shape;649;p19"/>
          <p:cNvSpPr txBox="1"/>
          <p:nvPr/>
        </p:nvSpPr>
        <p:spPr>
          <a:xfrm>
            <a:off x="10837750" y="62937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9927" y="905382"/>
            <a:ext cx="7808976" cy="2304923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21"/>
          <p:cNvSpPr txBox="1"/>
          <p:nvPr/>
        </p:nvSpPr>
        <p:spPr>
          <a:xfrm>
            <a:off x="11091291" y="6435712"/>
            <a:ext cx="1905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1"/>
          <p:cNvSpPr txBox="1"/>
          <p:nvPr/>
        </p:nvSpPr>
        <p:spPr>
          <a:xfrm>
            <a:off x="1002601" y="3538346"/>
            <a:ext cx="10172700" cy="18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065" marR="5080" rtl="0" algn="ctr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outil d'</a:t>
            </a:r>
            <a:r>
              <a:rPr b="1" lang="fr-FR" sz="2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analyse </a:t>
            </a:r>
            <a:r>
              <a:rPr lang="fr-FR" sz="2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stratégique qui permet à l’entrepreneur d'identifier </a:t>
            </a:r>
            <a:r>
              <a:rPr b="1" lang="fr-FR" sz="2350">
                <a:solidFill>
                  <a:srgbClr val="4471C4"/>
                </a:solidFill>
                <a:latin typeface="Calibri"/>
                <a:ea typeface="Calibri"/>
                <a:cs typeface="Calibri"/>
                <a:sym typeface="Calibri"/>
              </a:rPr>
              <a:t>les facteurs  externes </a:t>
            </a:r>
            <a:r>
              <a:rPr lang="fr-FR" sz="2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 peuvent avoir un impact, positif ou négatif, sur son </a:t>
            </a:r>
            <a:r>
              <a:rPr b="1" lang="fr-FR" sz="2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entreprise via  des </a:t>
            </a:r>
            <a:r>
              <a:rPr b="1" lang="fr-FR" sz="2350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opportunités </a:t>
            </a:r>
            <a:r>
              <a:rPr lang="fr-FR" sz="2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 des </a:t>
            </a:r>
            <a:r>
              <a:rPr b="1" lang="fr-FR" sz="2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menaces</a:t>
            </a:r>
            <a:r>
              <a:rPr lang="fr-FR" sz="2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87020" marR="203834" rtl="0" algn="ctr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 fournit un point de vue global sur l'environnement général de l’</a:t>
            </a:r>
            <a:r>
              <a:rPr b="1" lang="fr-FR" sz="2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entreprise et  qu’il soit national et/ou international</a:t>
            </a:r>
            <a:r>
              <a:rPr lang="fr-FR" sz="2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7" name="Google Shape;65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752" y="3439033"/>
            <a:ext cx="466344" cy="503046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21"/>
          <p:cNvSpPr txBox="1"/>
          <p:nvPr/>
        </p:nvSpPr>
        <p:spPr>
          <a:xfrm>
            <a:off x="10837750" y="62937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2"/>
          <p:cNvSpPr txBox="1"/>
          <p:nvPr>
            <p:ph idx="1" type="body"/>
          </p:nvPr>
        </p:nvSpPr>
        <p:spPr>
          <a:xfrm>
            <a:off x="2798168" y="3915962"/>
            <a:ext cx="1297112" cy="640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33">
                <a:solidFill>
                  <a:schemeClr val="lt1"/>
                </a:solidFill>
              </a:rPr>
              <a:t>ETAPE 1</a:t>
            </a:r>
            <a:endParaRPr sz="2133">
              <a:solidFill>
                <a:schemeClr val="lt1"/>
              </a:solidFill>
            </a:endParaRPr>
          </a:p>
        </p:txBody>
      </p:sp>
      <p:sp>
        <p:nvSpPr>
          <p:cNvPr id="665" name="Google Shape;665;p22"/>
          <p:cNvSpPr txBox="1"/>
          <p:nvPr>
            <p:ph idx="2" type="body"/>
          </p:nvPr>
        </p:nvSpPr>
        <p:spPr>
          <a:xfrm>
            <a:off x="4611730" y="3915963"/>
            <a:ext cx="1297112" cy="640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33">
                <a:solidFill>
                  <a:schemeClr val="lt1"/>
                </a:solidFill>
              </a:rPr>
              <a:t>ETAPE 2</a:t>
            </a:r>
            <a:endParaRPr sz="2133">
              <a:solidFill>
                <a:schemeClr val="lt1"/>
              </a:solidFill>
            </a:endParaRPr>
          </a:p>
        </p:txBody>
      </p:sp>
      <p:sp>
        <p:nvSpPr>
          <p:cNvPr id="666" name="Google Shape;666;p22"/>
          <p:cNvSpPr txBox="1"/>
          <p:nvPr>
            <p:ph idx="3" type="body"/>
          </p:nvPr>
        </p:nvSpPr>
        <p:spPr>
          <a:xfrm>
            <a:off x="1975890" y="2096962"/>
            <a:ext cx="2949980" cy="10304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33">
                <a:solidFill>
                  <a:schemeClr val="accent2"/>
                </a:solidFill>
              </a:rPr>
              <a:t>Identification des variables </a:t>
            </a:r>
            <a:r>
              <a:rPr lang="fr-FR" sz="1333"/>
              <a:t>générales (recherche d’informations, intelligence économique)</a:t>
            </a:r>
            <a:endParaRPr sz="1333"/>
          </a:p>
        </p:txBody>
      </p:sp>
      <p:sp>
        <p:nvSpPr>
          <p:cNvPr id="667" name="Google Shape;667;p22"/>
          <p:cNvSpPr txBox="1"/>
          <p:nvPr>
            <p:ph idx="4" type="body"/>
          </p:nvPr>
        </p:nvSpPr>
        <p:spPr>
          <a:xfrm>
            <a:off x="3858762" y="5386200"/>
            <a:ext cx="2800206" cy="1073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33">
                <a:solidFill>
                  <a:srgbClr val="FF0000"/>
                </a:solidFill>
              </a:rPr>
              <a:t>Classification des variables</a:t>
            </a:r>
            <a:r>
              <a:rPr lang="fr-FR" sz="1333"/>
              <a:t>(dans les différentes dimensions du modèle PESTEL)</a:t>
            </a:r>
            <a:endParaRPr sz="1333"/>
          </a:p>
        </p:txBody>
      </p:sp>
      <p:sp>
        <p:nvSpPr>
          <p:cNvPr id="668" name="Google Shape;668;p22"/>
          <p:cNvSpPr txBox="1"/>
          <p:nvPr>
            <p:ph idx="5" type="body"/>
          </p:nvPr>
        </p:nvSpPr>
        <p:spPr>
          <a:xfrm>
            <a:off x="6426715" y="3915962"/>
            <a:ext cx="1297112" cy="640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33">
                <a:solidFill>
                  <a:schemeClr val="lt1"/>
                </a:solidFill>
              </a:rPr>
              <a:t>ETAPE 3</a:t>
            </a:r>
            <a:endParaRPr sz="2133">
              <a:solidFill>
                <a:schemeClr val="lt1"/>
              </a:solidFill>
            </a:endParaRPr>
          </a:p>
        </p:txBody>
      </p:sp>
      <p:sp>
        <p:nvSpPr>
          <p:cNvPr id="669" name="Google Shape;669;p22"/>
          <p:cNvSpPr txBox="1"/>
          <p:nvPr>
            <p:ph idx="6" type="body"/>
          </p:nvPr>
        </p:nvSpPr>
        <p:spPr>
          <a:xfrm>
            <a:off x="8240277" y="3915963"/>
            <a:ext cx="1297112" cy="640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33">
                <a:solidFill>
                  <a:schemeClr val="lt1"/>
                </a:solidFill>
              </a:rPr>
              <a:t>ETAPE 4</a:t>
            </a:r>
            <a:endParaRPr sz="2133">
              <a:solidFill>
                <a:schemeClr val="lt1"/>
              </a:solidFill>
            </a:endParaRPr>
          </a:p>
        </p:txBody>
      </p:sp>
      <p:sp>
        <p:nvSpPr>
          <p:cNvPr id="670" name="Google Shape;670;p22"/>
          <p:cNvSpPr txBox="1"/>
          <p:nvPr>
            <p:ph idx="7" type="body"/>
          </p:nvPr>
        </p:nvSpPr>
        <p:spPr>
          <a:xfrm>
            <a:off x="5673746" y="2096962"/>
            <a:ext cx="2800206" cy="10304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33">
                <a:solidFill>
                  <a:srgbClr val="00B050"/>
                </a:solidFill>
              </a:rPr>
              <a:t>Analyse et évaluation des variables </a:t>
            </a:r>
            <a:r>
              <a:rPr lang="fr-FR" sz="1333"/>
              <a:t>Identification des menaces et opportunités</a:t>
            </a:r>
            <a:endParaRPr sz="1333"/>
          </a:p>
        </p:txBody>
      </p:sp>
      <p:sp>
        <p:nvSpPr>
          <p:cNvPr id="671" name="Google Shape;671;p22"/>
          <p:cNvSpPr txBox="1"/>
          <p:nvPr>
            <p:ph idx="8" type="body"/>
          </p:nvPr>
        </p:nvSpPr>
        <p:spPr>
          <a:xfrm>
            <a:off x="7487309" y="5386200"/>
            <a:ext cx="2800206" cy="1073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33">
                <a:solidFill>
                  <a:srgbClr val="FFC000"/>
                </a:solidFill>
              </a:rPr>
              <a:t>Surveillance des variables </a:t>
            </a:r>
            <a:r>
              <a:rPr lang="fr-FR" sz="1333"/>
              <a:t>(construction de scenarios, prospective)</a:t>
            </a:r>
            <a:endParaRPr sz="1333"/>
          </a:p>
        </p:txBody>
      </p:sp>
      <p:sp>
        <p:nvSpPr>
          <p:cNvPr id="672" name="Google Shape;672;p22"/>
          <p:cNvSpPr txBox="1"/>
          <p:nvPr/>
        </p:nvSpPr>
        <p:spPr>
          <a:xfrm>
            <a:off x="10837750" y="62937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21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_tcDNxfJDiYq_I8wJn4XIqg.jpeg" id="678" name="Google Shape;678;p23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0" l="29503" r="29503" t="0"/>
          <a:stretch/>
        </p:blipFill>
        <p:spPr>
          <a:xfrm>
            <a:off x="3175698" y="1781087"/>
            <a:ext cx="2476850" cy="2280352"/>
          </a:xfrm>
          <a:prstGeom prst="rect">
            <a:avLst/>
          </a:prstGeom>
          <a:solidFill>
            <a:srgbClr val="F2DADA"/>
          </a:solidFill>
          <a:ln>
            <a:noFill/>
          </a:ln>
        </p:spPr>
      </p:pic>
      <p:pic>
        <p:nvPicPr>
          <p:cNvPr descr="cheque-numerique-lancer-son-activite-ligne-F.jpg" id="679" name="Google Shape;679;p23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18856" r="18856" t="0"/>
          <a:stretch/>
        </p:blipFill>
        <p:spPr>
          <a:xfrm>
            <a:off x="1295400" y="1788014"/>
            <a:ext cx="1742261" cy="1604041"/>
          </a:xfrm>
          <a:prstGeom prst="rect">
            <a:avLst/>
          </a:prstGeom>
          <a:solidFill>
            <a:srgbClr val="DAE5F1"/>
          </a:solidFill>
          <a:ln>
            <a:noFill/>
          </a:ln>
        </p:spPr>
      </p:pic>
      <p:pic>
        <p:nvPicPr>
          <p:cNvPr descr="globe-804939_1920 (2).png" id="680" name="Google Shape;680;p23"/>
          <p:cNvPicPr preferRelativeResize="0"/>
          <p:nvPr>
            <p:ph idx="5" type="pic"/>
          </p:nvPr>
        </p:nvPicPr>
        <p:blipFill rotWithShape="1">
          <a:blip r:embed="rId5">
            <a:alphaModFix/>
          </a:blip>
          <a:srcRect b="4150" l="0" r="0" t="4151"/>
          <a:stretch/>
        </p:blipFill>
        <p:spPr>
          <a:xfrm>
            <a:off x="1064455" y="3567458"/>
            <a:ext cx="2486375" cy="2280352"/>
          </a:xfrm>
          <a:prstGeom prst="rect">
            <a:avLst/>
          </a:prstGeom>
          <a:solidFill>
            <a:srgbClr val="EAF1DD"/>
          </a:solidFill>
          <a:ln>
            <a:noFill/>
          </a:ln>
        </p:spPr>
      </p:pic>
      <p:sp>
        <p:nvSpPr>
          <p:cNvPr id="681" name="Google Shape;681;p23"/>
          <p:cNvSpPr txBox="1"/>
          <p:nvPr>
            <p:ph idx="7" type="body"/>
          </p:nvPr>
        </p:nvSpPr>
        <p:spPr>
          <a:xfrm>
            <a:off x="1702497" y="3956746"/>
            <a:ext cx="1876425" cy="1842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r>
              <a:t/>
            </a:r>
            <a:endParaRPr/>
          </a:p>
        </p:txBody>
      </p:sp>
      <p:grpSp>
        <p:nvGrpSpPr>
          <p:cNvPr id="682" name="Google Shape;682;p23"/>
          <p:cNvGrpSpPr/>
          <p:nvPr/>
        </p:nvGrpSpPr>
        <p:grpSpPr>
          <a:xfrm>
            <a:off x="6096000" y="3048000"/>
            <a:ext cx="5072066" cy="1387797"/>
            <a:chOff x="6414487" y="1849045"/>
            <a:chExt cx="4988526" cy="925494"/>
          </a:xfrm>
        </p:grpSpPr>
        <p:sp>
          <p:nvSpPr>
            <p:cNvPr id="683" name="Google Shape;683;p23"/>
            <p:cNvSpPr txBox="1"/>
            <p:nvPr/>
          </p:nvSpPr>
          <p:spPr>
            <a:xfrm>
              <a:off x="6414487" y="1849045"/>
              <a:ext cx="2226673" cy="389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7365D"/>
                </a:buClr>
                <a:buSzPts val="3200"/>
                <a:buFont typeface="Candara"/>
                <a:buNone/>
              </a:pPr>
              <a:r>
                <a:rPr b="1" lang="fr-FR" sz="3200">
                  <a:solidFill>
                    <a:srgbClr val="17365D"/>
                  </a:solidFill>
                  <a:latin typeface="Candara"/>
                  <a:ea typeface="Candara"/>
                  <a:cs typeface="Candara"/>
                  <a:sym typeface="Candara"/>
                </a:rPr>
                <a:t>Activité :</a:t>
              </a:r>
              <a:endParaRPr b="1" sz="3200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684" name="Google Shape;684;p23"/>
            <p:cNvSpPr txBox="1"/>
            <p:nvPr/>
          </p:nvSpPr>
          <p:spPr>
            <a:xfrm>
              <a:off x="6414490" y="2343514"/>
              <a:ext cx="4988523" cy="43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7365D"/>
                </a:buClr>
                <a:buSzPts val="3600"/>
                <a:buFont typeface="Candara"/>
                <a:buNone/>
              </a:pPr>
              <a:r>
                <a:rPr b="1" lang="fr-FR" sz="3600">
                  <a:solidFill>
                    <a:srgbClr val="17365D"/>
                  </a:solidFill>
                  <a:latin typeface="Candara"/>
                  <a:ea typeface="Candara"/>
                  <a:cs typeface="Candara"/>
                  <a:sym typeface="Candara"/>
                </a:rPr>
                <a:t>PESTEL   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5" name="Google Shape;685;p23"/>
          <p:cNvSpPr txBox="1"/>
          <p:nvPr/>
        </p:nvSpPr>
        <p:spPr>
          <a:xfrm>
            <a:off x="10837750" y="62937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0" name="Google Shape;690;p24"/>
          <p:cNvGrpSpPr/>
          <p:nvPr/>
        </p:nvGrpSpPr>
        <p:grpSpPr>
          <a:xfrm>
            <a:off x="1037272" y="1339341"/>
            <a:ext cx="1922145" cy="1931670"/>
            <a:chOff x="1037272" y="1339341"/>
            <a:chExt cx="1922145" cy="1931670"/>
          </a:xfrm>
        </p:grpSpPr>
        <p:pic>
          <p:nvPicPr>
            <p:cNvPr id="691" name="Google Shape;69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51560" y="1353692"/>
              <a:ext cx="1892807" cy="19023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2" name="Google Shape;692;p24"/>
            <p:cNvSpPr/>
            <p:nvPr/>
          </p:nvSpPr>
          <p:spPr>
            <a:xfrm>
              <a:off x="1037272" y="1339341"/>
              <a:ext cx="1922145" cy="1931670"/>
            </a:xfrm>
            <a:custGeom>
              <a:rect b="b" l="l" r="r" t="t"/>
              <a:pathLst>
                <a:path extrusionOk="0" h="1931670" w="1922145">
                  <a:moveTo>
                    <a:pt x="960945" y="0"/>
                  </a:moveTo>
                  <a:lnTo>
                    <a:pt x="1010475" y="1270"/>
                  </a:lnTo>
                  <a:lnTo>
                    <a:pt x="1059497" y="4825"/>
                  </a:lnTo>
                  <a:lnTo>
                    <a:pt x="1154747" y="19685"/>
                  </a:lnTo>
                  <a:lnTo>
                    <a:pt x="1246568" y="43561"/>
                  </a:lnTo>
                  <a:lnTo>
                    <a:pt x="1334833" y="75692"/>
                  </a:lnTo>
                  <a:lnTo>
                    <a:pt x="1419034" y="116459"/>
                  </a:lnTo>
                  <a:lnTo>
                    <a:pt x="1497901" y="165227"/>
                  </a:lnTo>
                  <a:lnTo>
                    <a:pt x="1572069" y="220725"/>
                  </a:lnTo>
                  <a:lnTo>
                    <a:pt x="1640141" y="282829"/>
                  </a:lnTo>
                  <a:lnTo>
                    <a:pt x="1702117" y="351663"/>
                  </a:lnTo>
                  <a:lnTo>
                    <a:pt x="1757743" y="425831"/>
                  </a:lnTo>
                  <a:lnTo>
                    <a:pt x="1805622" y="505587"/>
                  </a:lnTo>
                  <a:lnTo>
                    <a:pt x="1845881" y="589788"/>
                  </a:lnTo>
                  <a:lnTo>
                    <a:pt x="1878520" y="678434"/>
                  </a:lnTo>
                  <a:lnTo>
                    <a:pt x="1901888" y="771144"/>
                  </a:lnTo>
                  <a:lnTo>
                    <a:pt x="1916366" y="866775"/>
                  </a:lnTo>
                  <a:lnTo>
                    <a:pt x="1920430" y="915670"/>
                  </a:lnTo>
                  <a:lnTo>
                    <a:pt x="1921573" y="965581"/>
                  </a:lnTo>
                  <a:lnTo>
                    <a:pt x="1920430" y="1015111"/>
                  </a:lnTo>
                  <a:lnTo>
                    <a:pt x="1916747" y="1064387"/>
                  </a:lnTo>
                  <a:lnTo>
                    <a:pt x="1902269" y="1160145"/>
                  </a:lnTo>
                  <a:lnTo>
                    <a:pt x="1878520" y="1252855"/>
                  </a:lnTo>
                  <a:lnTo>
                    <a:pt x="1846262" y="1341501"/>
                  </a:lnTo>
                  <a:lnTo>
                    <a:pt x="1805622" y="1426083"/>
                  </a:lnTo>
                  <a:lnTo>
                    <a:pt x="1757743" y="1505458"/>
                  </a:lnTo>
                  <a:lnTo>
                    <a:pt x="1702117" y="1579880"/>
                  </a:lnTo>
                  <a:lnTo>
                    <a:pt x="1640141" y="1648460"/>
                  </a:lnTo>
                  <a:lnTo>
                    <a:pt x="1572069" y="1710817"/>
                  </a:lnTo>
                  <a:lnTo>
                    <a:pt x="1497901" y="1766443"/>
                  </a:lnTo>
                  <a:lnTo>
                    <a:pt x="1419034" y="1814830"/>
                  </a:lnTo>
                  <a:lnTo>
                    <a:pt x="1334833" y="1855470"/>
                  </a:lnTo>
                  <a:lnTo>
                    <a:pt x="1246568" y="1887728"/>
                  </a:lnTo>
                  <a:lnTo>
                    <a:pt x="1154366" y="1911477"/>
                  </a:lnTo>
                  <a:lnTo>
                    <a:pt x="1059497" y="1926336"/>
                  </a:lnTo>
                  <a:lnTo>
                    <a:pt x="1010094" y="1930019"/>
                  </a:lnTo>
                  <a:lnTo>
                    <a:pt x="960945" y="1931162"/>
                  </a:lnTo>
                  <a:lnTo>
                    <a:pt x="911542" y="1930019"/>
                  </a:lnTo>
                  <a:lnTo>
                    <a:pt x="862520" y="1926336"/>
                  </a:lnTo>
                  <a:lnTo>
                    <a:pt x="767270" y="1911477"/>
                  </a:lnTo>
                  <a:lnTo>
                    <a:pt x="675068" y="1887728"/>
                  </a:lnTo>
                  <a:lnTo>
                    <a:pt x="586803" y="1855470"/>
                  </a:lnTo>
                  <a:lnTo>
                    <a:pt x="502983" y="1814830"/>
                  </a:lnTo>
                  <a:lnTo>
                    <a:pt x="423735" y="1766443"/>
                  </a:lnTo>
                  <a:lnTo>
                    <a:pt x="349567" y="1710817"/>
                  </a:lnTo>
                  <a:lnTo>
                    <a:pt x="281495" y="1648460"/>
                  </a:lnTo>
                  <a:lnTo>
                    <a:pt x="219481" y="1579880"/>
                  </a:lnTo>
                  <a:lnTo>
                    <a:pt x="163906" y="1505458"/>
                  </a:lnTo>
                  <a:lnTo>
                    <a:pt x="115976" y="1426083"/>
                  </a:lnTo>
                  <a:lnTo>
                    <a:pt x="75298" y="1341501"/>
                  </a:lnTo>
                  <a:lnTo>
                    <a:pt x="43078" y="1252855"/>
                  </a:lnTo>
                  <a:lnTo>
                    <a:pt x="19316" y="1160145"/>
                  </a:lnTo>
                  <a:lnTo>
                    <a:pt x="4838" y="1064387"/>
                  </a:lnTo>
                  <a:lnTo>
                    <a:pt x="1206" y="1015111"/>
                  </a:lnTo>
                  <a:lnTo>
                    <a:pt x="0" y="965581"/>
                  </a:lnTo>
                  <a:lnTo>
                    <a:pt x="1206" y="916051"/>
                  </a:lnTo>
                  <a:lnTo>
                    <a:pt x="4838" y="866775"/>
                  </a:lnTo>
                  <a:lnTo>
                    <a:pt x="19316" y="771017"/>
                  </a:lnTo>
                  <a:lnTo>
                    <a:pt x="43078" y="678815"/>
                  </a:lnTo>
                  <a:lnTo>
                    <a:pt x="75298" y="589788"/>
                  </a:lnTo>
                  <a:lnTo>
                    <a:pt x="115976" y="505587"/>
                  </a:lnTo>
                  <a:lnTo>
                    <a:pt x="163906" y="425831"/>
                  </a:lnTo>
                  <a:lnTo>
                    <a:pt x="219481" y="351663"/>
                  </a:lnTo>
                  <a:lnTo>
                    <a:pt x="281495" y="282829"/>
                  </a:lnTo>
                  <a:lnTo>
                    <a:pt x="349567" y="220725"/>
                  </a:lnTo>
                  <a:lnTo>
                    <a:pt x="423608" y="165227"/>
                  </a:lnTo>
                  <a:lnTo>
                    <a:pt x="502983" y="116459"/>
                  </a:lnTo>
                  <a:lnTo>
                    <a:pt x="586803" y="75692"/>
                  </a:lnTo>
                  <a:lnTo>
                    <a:pt x="675068" y="43561"/>
                  </a:lnTo>
                  <a:lnTo>
                    <a:pt x="767270" y="19685"/>
                  </a:lnTo>
                  <a:lnTo>
                    <a:pt x="862520" y="4825"/>
                  </a:lnTo>
                  <a:lnTo>
                    <a:pt x="911542" y="1270"/>
                  </a:lnTo>
                  <a:lnTo>
                    <a:pt x="960945" y="0"/>
                  </a:lnTo>
                  <a:close/>
                </a:path>
              </a:pathLst>
            </a:custGeom>
            <a:noFill/>
            <a:ln cap="flat" cmpd="sng" w="28575">
              <a:solidFill>
                <a:srgbClr val="FF2B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3" name="Google Shape;693;p24"/>
          <p:cNvGrpSpPr/>
          <p:nvPr/>
        </p:nvGrpSpPr>
        <p:grpSpPr>
          <a:xfrm>
            <a:off x="3698113" y="2775330"/>
            <a:ext cx="1922145" cy="1922145"/>
            <a:chOff x="3698113" y="2775330"/>
            <a:chExt cx="1922145" cy="1922145"/>
          </a:xfrm>
        </p:grpSpPr>
        <p:pic>
          <p:nvPicPr>
            <p:cNvPr id="694" name="Google Shape;69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12464" y="2789554"/>
              <a:ext cx="1892808" cy="18933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5" name="Google Shape;695;p24"/>
            <p:cNvSpPr/>
            <p:nvPr/>
          </p:nvSpPr>
          <p:spPr>
            <a:xfrm>
              <a:off x="3698113" y="2775330"/>
              <a:ext cx="1922145" cy="1922145"/>
            </a:xfrm>
            <a:custGeom>
              <a:rect b="b" l="l" r="r" t="t"/>
              <a:pathLst>
                <a:path extrusionOk="0" h="1922145" w="1922145">
                  <a:moveTo>
                    <a:pt x="961009" y="0"/>
                  </a:moveTo>
                  <a:lnTo>
                    <a:pt x="1010538" y="1143"/>
                  </a:lnTo>
                  <a:lnTo>
                    <a:pt x="1059434" y="4826"/>
                  </a:lnTo>
                  <a:lnTo>
                    <a:pt x="1154811" y="19304"/>
                  </a:lnTo>
                  <a:lnTo>
                    <a:pt x="1246632" y="43053"/>
                  </a:lnTo>
                  <a:lnTo>
                    <a:pt x="1334897" y="75311"/>
                  </a:lnTo>
                  <a:lnTo>
                    <a:pt x="1418971" y="116078"/>
                  </a:lnTo>
                  <a:lnTo>
                    <a:pt x="1497964" y="163957"/>
                  </a:lnTo>
                  <a:lnTo>
                    <a:pt x="1572133" y="219583"/>
                  </a:lnTo>
                  <a:lnTo>
                    <a:pt x="1640077" y="281559"/>
                  </a:lnTo>
                  <a:lnTo>
                    <a:pt x="1702181" y="349631"/>
                  </a:lnTo>
                  <a:lnTo>
                    <a:pt x="1757679" y="423799"/>
                  </a:lnTo>
                  <a:lnTo>
                    <a:pt x="1805686" y="503174"/>
                  </a:lnTo>
                  <a:lnTo>
                    <a:pt x="1845945" y="586994"/>
                  </a:lnTo>
                  <a:lnTo>
                    <a:pt x="1878584" y="675259"/>
                  </a:lnTo>
                  <a:lnTo>
                    <a:pt x="1901952" y="767461"/>
                  </a:lnTo>
                  <a:lnTo>
                    <a:pt x="1916429" y="862711"/>
                  </a:lnTo>
                  <a:lnTo>
                    <a:pt x="1920494" y="911606"/>
                  </a:lnTo>
                  <a:lnTo>
                    <a:pt x="1921637" y="961263"/>
                  </a:lnTo>
                  <a:lnTo>
                    <a:pt x="1920494" y="1010793"/>
                  </a:lnTo>
                  <a:lnTo>
                    <a:pt x="1916811" y="1059688"/>
                  </a:lnTo>
                  <a:lnTo>
                    <a:pt x="1902333" y="1154938"/>
                  </a:lnTo>
                  <a:lnTo>
                    <a:pt x="1878584" y="1246886"/>
                  </a:lnTo>
                  <a:lnTo>
                    <a:pt x="1846326" y="1335151"/>
                  </a:lnTo>
                  <a:lnTo>
                    <a:pt x="1805686" y="1419352"/>
                  </a:lnTo>
                  <a:lnTo>
                    <a:pt x="1757679" y="1498219"/>
                  </a:lnTo>
                  <a:lnTo>
                    <a:pt x="1702181" y="1572387"/>
                  </a:lnTo>
                  <a:lnTo>
                    <a:pt x="1640077" y="1640459"/>
                  </a:lnTo>
                  <a:lnTo>
                    <a:pt x="1572133" y="1702562"/>
                  </a:lnTo>
                  <a:lnTo>
                    <a:pt x="1497964" y="1758061"/>
                  </a:lnTo>
                  <a:lnTo>
                    <a:pt x="1418971" y="1806067"/>
                  </a:lnTo>
                  <a:lnTo>
                    <a:pt x="1334897" y="1846326"/>
                  </a:lnTo>
                  <a:lnTo>
                    <a:pt x="1246632" y="1878965"/>
                  </a:lnTo>
                  <a:lnTo>
                    <a:pt x="1154302" y="1902333"/>
                  </a:lnTo>
                  <a:lnTo>
                    <a:pt x="1059561" y="1916811"/>
                  </a:lnTo>
                  <a:lnTo>
                    <a:pt x="1010285" y="1920875"/>
                  </a:lnTo>
                  <a:lnTo>
                    <a:pt x="961009" y="1922018"/>
                  </a:lnTo>
                  <a:lnTo>
                    <a:pt x="911606" y="1920875"/>
                  </a:lnTo>
                  <a:lnTo>
                    <a:pt x="862584" y="1917192"/>
                  </a:lnTo>
                  <a:lnTo>
                    <a:pt x="767334" y="1902714"/>
                  </a:lnTo>
                  <a:lnTo>
                    <a:pt x="675132" y="1878965"/>
                  </a:lnTo>
                  <a:lnTo>
                    <a:pt x="586866" y="1846707"/>
                  </a:lnTo>
                  <a:lnTo>
                    <a:pt x="503047" y="1806067"/>
                  </a:lnTo>
                  <a:lnTo>
                    <a:pt x="423799" y="1758061"/>
                  </a:lnTo>
                  <a:lnTo>
                    <a:pt x="349631" y="1702562"/>
                  </a:lnTo>
                  <a:lnTo>
                    <a:pt x="281559" y="1640459"/>
                  </a:lnTo>
                  <a:lnTo>
                    <a:pt x="219583" y="1572387"/>
                  </a:lnTo>
                  <a:lnTo>
                    <a:pt x="163957" y="1498219"/>
                  </a:lnTo>
                  <a:lnTo>
                    <a:pt x="116077" y="1419352"/>
                  </a:lnTo>
                  <a:lnTo>
                    <a:pt x="75437" y="1335151"/>
                  </a:lnTo>
                  <a:lnTo>
                    <a:pt x="43179" y="1246886"/>
                  </a:lnTo>
                  <a:lnTo>
                    <a:pt x="19431" y="1154557"/>
                  </a:lnTo>
                  <a:lnTo>
                    <a:pt x="4952" y="1059688"/>
                  </a:lnTo>
                  <a:lnTo>
                    <a:pt x="1270" y="1010412"/>
                  </a:lnTo>
                  <a:lnTo>
                    <a:pt x="0" y="960882"/>
                  </a:lnTo>
                  <a:lnTo>
                    <a:pt x="1270" y="911733"/>
                  </a:lnTo>
                  <a:lnTo>
                    <a:pt x="4952" y="862838"/>
                  </a:lnTo>
                  <a:lnTo>
                    <a:pt x="19431" y="767461"/>
                  </a:lnTo>
                  <a:lnTo>
                    <a:pt x="43179" y="675259"/>
                  </a:lnTo>
                  <a:lnTo>
                    <a:pt x="75437" y="586994"/>
                  </a:lnTo>
                  <a:lnTo>
                    <a:pt x="116077" y="503174"/>
                  </a:lnTo>
                  <a:lnTo>
                    <a:pt x="163957" y="423799"/>
                  </a:lnTo>
                  <a:lnTo>
                    <a:pt x="219583" y="349631"/>
                  </a:lnTo>
                  <a:lnTo>
                    <a:pt x="281559" y="281559"/>
                  </a:lnTo>
                  <a:lnTo>
                    <a:pt x="349631" y="219583"/>
                  </a:lnTo>
                  <a:lnTo>
                    <a:pt x="423799" y="163957"/>
                  </a:lnTo>
                  <a:lnTo>
                    <a:pt x="503047" y="116078"/>
                  </a:lnTo>
                  <a:lnTo>
                    <a:pt x="586866" y="75311"/>
                  </a:lnTo>
                  <a:lnTo>
                    <a:pt x="675132" y="43053"/>
                  </a:lnTo>
                  <a:lnTo>
                    <a:pt x="767334" y="19304"/>
                  </a:lnTo>
                  <a:lnTo>
                    <a:pt x="862584" y="4826"/>
                  </a:lnTo>
                  <a:lnTo>
                    <a:pt x="911606" y="1143"/>
                  </a:lnTo>
                  <a:lnTo>
                    <a:pt x="961009" y="0"/>
                  </a:lnTo>
                  <a:close/>
                </a:path>
              </a:pathLst>
            </a:custGeom>
            <a:noFill/>
            <a:ln cap="flat" cmpd="sng" w="28575">
              <a:solidFill>
                <a:srgbClr val="85C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6" name="Google Shape;696;p24"/>
          <p:cNvGrpSpPr/>
          <p:nvPr/>
        </p:nvGrpSpPr>
        <p:grpSpPr>
          <a:xfrm>
            <a:off x="6084696" y="982599"/>
            <a:ext cx="1922145" cy="1931670"/>
            <a:chOff x="6084696" y="982599"/>
            <a:chExt cx="1922145" cy="1931670"/>
          </a:xfrm>
        </p:grpSpPr>
        <p:pic>
          <p:nvPicPr>
            <p:cNvPr id="697" name="Google Shape;697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99047" y="996950"/>
              <a:ext cx="1892807" cy="19024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8" name="Google Shape;698;p24"/>
            <p:cNvSpPr/>
            <p:nvPr/>
          </p:nvSpPr>
          <p:spPr>
            <a:xfrm>
              <a:off x="6084696" y="982599"/>
              <a:ext cx="1922145" cy="1931670"/>
            </a:xfrm>
            <a:custGeom>
              <a:rect b="b" l="l" r="r" t="t"/>
              <a:pathLst>
                <a:path extrusionOk="0" h="1931670" w="1922145">
                  <a:moveTo>
                    <a:pt x="961008" y="0"/>
                  </a:moveTo>
                  <a:lnTo>
                    <a:pt x="1010538" y="1270"/>
                  </a:lnTo>
                  <a:lnTo>
                    <a:pt x="1059560" y="4952"/>
                  </a:lnTo>
                  <a:lnTo>
                    <a:pt x="1154810" y="19812"/>
                  </a:lnTo>
                  <a:lnTo>
                    <a:pt x="1246631" y="43561"/>
                  </a:lnTo>
                  <a:lnTo>
                    <a:pt x="1334897" y="75818"/>
                  </a:lnTo>
                  <a:lnTo>
                    <a:pt x="1419098" y="116459"/>
                  </a:lnTo>
                  <a:lnTo>
                    <a:pt x="1497964" y="165226"/>
                  </a:lnTo>
                  <a:lnTo>
                    <a:pt x="1572132" y="220852"/>
                  </a:lnTo>
                  <a:lnTo>
                    <a:pt x="1640204" y="282828"/>
                  </a:lnTo>
                  <a:lnTo>
                    <a:pt x="1702180" y="351789"/>
                  </a:lnTo>
                  <a:lnTo>
                    <a:pt x="1757806" y="425830"/>
                  </a:lnTo>
                  <a:lnTo>
                    <a:pt x="1805685" y="505587"/>
                  </a:lnTo>
                  <a:lnTo>
                    <a:pt x="1845945" y="589788"/>
                  </a:lnTo>
                  <a:lnTo>
                    <a:pt x="1878583" y="678434"/>
                  </a:lnTo>
                  <a:lnTo>
                    <a:pt x="1901952" y="771143"/>
                  </a:lnTo>
                  <a:lnTo>
                    <a:pt x="1916429" y="866775"/>
                  </a:lnTo>
                  <a:lnTo>
                    <a:pt x="1920494" y="915670"/>
                  </a:lnTo>
                  <a:lnTo>
                    <a:pt x="1921636" y="965708"/>
                  </a:lnTo>
                  <a:lnTo>
                    <a:pt x="1920494" y="1015111"/>
                  </a:lnTo>
                  <a:lnTo>
                    <a:pt x="1916810" y="1064514"/>
                  </a:lnTo>
                  <a:lnTo>
                    <a:pt x="1902332" y="1160145"/>
                  </a:lnTo>
                  <a:lnTo>
                    <a:pt x="1878583" y="1252854"/>
                  </a:lnTo>
                  <a:lnTo>
                    <a:pt x="1846326" y="1341501"/>
                  </a:lnTo>
                  <a:lnTo>
                    <a:pt x="1805685" y="1426083"/>
                  </a:lnTo>
                  <a:lnTo>
                    <a:pt x="1757806" y="1505458"/>
                  </a:lnTo>
                  <a:lnTo>
                    <a:pt x="1702180" y="1580006"/>
                  </a:lnTo>
                  <a:lnTo>
                    <a:pt x="1640204" y="1648460"/>
                  </a:lnTo>
                  <a:lnTo>
                    <a:pt x="1572132" y="1710816"/>
                  </a:lnTo>
                  <a:lnTo>
                    <a:pt x="1497964" y="1766442"/>
                  </a:lnTo>
                  <a:lnTo>
                    <a:pt x="1419098" y="1814829"/>
                  </a:lnTo>
                  <a:lnTo>
                    <a:pt x="1334897" y="1855470"/>
                  </a:lnTo>
                  <a:lnTo>
                    <a:pt x="1246631" y="1887727"/>
                  </a:lnTo>
                  <a:lnTo>
                    <a:pt x="1154429" y="1911477"/>
                  </a:lnTo>
                  <a:lnTo>
                    <a:pt x="1059560" y="1926463"/>
                  </a:lnTo>
                  <a:lnTo>
                    <a:pt x="1010157" y="1930018"/>
                  </a:lnTo>
                  <a:lnTo>
                    <a:pt x="961008" y="1931289"/>
                  </a:lnTo>
                  <a:lnTo>
                    <a:pt x="911605" y="1930018"/>
                  </a:lnTo>
                  <a:lnTo>
                    <a:pt x="862583" y="1926463"/>
                  </a:lnTo>
                  <a:lnTo>
                    <a:pt x="767333" y="1911477"/>
                  </a:lnTo>
                  <a:lnTo>
                    <a:pt x="675131" y="1887727"/>
                  </a:lnTo>
                  <a:lnTo>
                    <a:pt x="586867" y="1855470"/>
                  </a:lnTo>
                  <a:lnTo>
                    <a:pt x="503047" y="1814829"/>
                  </a:lnTo>
                  <a:lnTo>
                    <a:pt x="423799" y="1766442"/>
                  </a:lnTo>
                  <a:lnTo>
                    <a:pt x="349630" y="1710816"/>
                  </a:lnTo>
                  <a:lnTo>
                    <a:pt x="281558" y="1648460"/>
                  </a:lnTo>
                  <a:lnTo>
                    <a:pt x="219582" y="1580006"/>
                  </a:lnTo>
                  <a:lnTo>
                    <a:pt x="163956" y="1505458"/>
                  </a:lnTo>
                  <a:lnTo>
                    <a:pt x="116077" y="1426083"/>
                  </a:lnTo>
                  <a:lnTo>
                    <a:pt x="75311" y="1341501"/>
                  </a:lnTo>
                  <a:lnTo>
                    <a:pt x="43179" y="1252854"/>
                  </a:lnTo>
                  <a:lnTo>
                    <a:pt x="19430" y="1160145"/>
                  </a:lnTo>
                  <a:lnTo>
                    <a:pt x="4952" y="1064514"/>
                  </a:lnTo>
                  <a:lnTo>
                    <a:pt x="1269" y="1015111"/>
                  </a:lnTo>
                  <a:lnTo>
                    <a:pt x="0" y="965580"/>
                  </a:lnTo>
                  <a:lnTo>
                    <a:pt x="1269" y="916177"/>
                  </a:lnTo>
                  <a:lnTo>
                    <a:pt x="4952" y="866775"/>
                  </a:lnTo>
                  <a:lnTo>
                    <a:pt x="19430" y="771143"/>
                  </a:lnTo>
                  <a:lnTo>
                    <a:pt x="43179" y="678814"/>
                  </a:lnTo>
                  <a:lnTo>
                    <a:pt x="75311" y="589788"/>
                  </a:lnTo>
                  <a:lnTo>
                    <a:pt x="116077" y="505587"/>
                  </a:lnTo>
                  <a:lnTo>
                    <a:pt x="163956" y="425830"/>
                  </a:lnTo>
                  <a:lnTo>
                    <a:pt x="219582" y="351789"/>
                  </a:lnTo>
                  <a:lnTo>
                    <a:pt x="281558" y="282828"/>
                  </a:lnTo>
                  <a:lnTo>
                    <a:pt x="349630" y="220852"/>
                  </a:lnTo>
                  <a:lnTo>
                    <a:pt x="423672" y="165226"/>
                  </a:lnTo>
                  <a:lnTo>
                    <a:pt x="503047" y="116459"/>
                  </a:lnTo>
                  <a:lnTo>
                    <a:pt x="586867" y="75818"/>
                  </a:lnTo>
                  <a:lnTo>
                    <a:pt x="675131" y="43561"/>
                  </a:lnTo>
                  <a:lnTo>
                    <a:pt x="767333" y="19812"/>
                  </a:lnTo>
                  <a:lnTo>
                    <a:pt x="862583" y="4952"/>
                  </a:lnTo>
                  <a:lnTo>
                    <a:pt x="911605" y="1270"/>
                  </a:lnTo>
                  <a:lnTo>
                    <a:pt x="961008" y="0"/>
                  </a:lnTo>
                  <a:close/>
                </a:path>
              </a:pathLst>
            </a:custGeom>
            <a:noFill/>
            <a:ln cap="flat" cmpd="sng" w="28575">
              <a:solidFill>
                <a:srgbClr val="3DB8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9" name="Google Shape;699;p24"/>
          <p:cNvGrpSpPr/>
          <p:nvPr/>
        </p:nvGrpSpPr>
        <p:grpSpPr>
          <a:xfrm>
            <a:off x="7278623" y="-51759"/>
            <a:ext cx="4910328" cy="4414265"/>
            <a:chOff x="7278623" y="0"/>
            <a:chExt cx="4910328" cy="4414265"/>
          </a:xfrm>
        </p:grpSpPr>
        <p:pic>
          <p:nvPicPr>
            <p:cNvPr id="700" name="Google Shape;70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336023" y="2496947"/>
              <a:ext cx="1892807" cy="19024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1" name="Google Shape;701;p24"/>
            <p:cNvSpPr/>
            <p:nvPr/>
          </p:nvSpPr>
          <p:spPr>
            <a:xfrm>
              <a:off x="9321672" y="2482595"/>
              <a:ext cx="1922145" cy="1931670"/>
            </a:xfrm>
            <a:custGeom>
              <a:rect b="b" l="l" r="r" t="t"/>
              <a:pathLst>
                <a:path extrusionOk="0" h="1931670" w="1922145">
                  <a:moveTo>
                    <a:pt x="961008" y="0"/>
                  </a:moveTo>
                  <a:lnTo>
                    <a:pt x="1010538" y="1269"/>
                  </a:lnTo>
                  <a:lnTo>
                    <a:pt x="1059560" y="4952"/>
                  </a:lnTo>
                  <a:lnTo>
                    <a:pt x="1154810" y="19812"/>
                  </a:lnTo>
                  <a:lnTo>
                    <a:pt x="1246631" y="43561"/>
                  </a:lnTo>
                  <a:lnTo>
                    <a:pt x="1334897" y="75818"/>
                  </a:lnTo>
                  <a:lnTo>
                    <a:pt x="1419098" y="116458"/>
                  </a:lnTo>
                  <a:lnTo>
                    <a:pt x="1497965" y="165226"/>
                  </a:lnTo>
                  <a:lnTo>
                    <a:pt x="1572132" y="220852"/>
                  </a:lnTo>
                  <a:lnTo>
                    <a:pt x="1640204" y="282828"/>
                  </a:lnTo>
                  <a:lnTo>
                    <a:pt x="1702180" y="351789"/>
                  </a:lnTo>
                  <a:lnTo>
                    <a:pt x="1757806" y="425830"/>
                  </a:lnTo>
                  <a:lnTo>
                    <a:pt x="1805685" y="505587"/>
                  </a:lnTo>
                  <a:lnTo>
                    <a:pt x="1845945" y="589788"/>
                  </a:lnTo>
                  <a:lnTo>
                    <a:pt x="1878583" y="678433"/>
                  </a:lnTo>
                  <a:lnTo>
                    <a:pt x="1901952" y="771143"/>
                  </a:lnTo>
                  <a:lnTo>
                    <a:pt x="1916429" y="866775"/>
                  </a:lnTo>
                  <a:lnTo>
                    <a:pt x="1920494" y="915669"/>
                  </a:lnTo>
                  <a:lnTo>
                    <a:pt x="1921636" y="965707"/>
                  </a:lnTo>
                  <a:lnTo>
                    <a:pt x="1920494" y="1015111"/>
                  </a:lnTo>
                  <a:lnTo>
                    <a:pt x="1916810" y="1064514"/>
                  </a:lnTo>
                  <a:lnTo>
                    <a:pt x="1902332" y="1160145"/>
                  </a:lnTo>
                  <a:lnTo>
                    <a:pt x="1878583" y="1252854"/>
                  </a:lnTo>
                  <a:lnTo>
                    <a:pt x="1846326" y="1341501"/>
                  </a:lnTo>
                  <a:lnTo>
                    <a:pt x="1805685" y="1426083"/>
                  </a:lnTo>
                  <a:lnTo>
                    <a:pt x="1757806" y="1505458"/>
                  </a:lnTo>
                  <a:lnTo>
                    <a:pt x="1702180" y="1580006"/>
                  </a:lnTo>
                  <a:lnTo>
                    <a:pt x="1640204" y="1648459"/>
                  </a:lnTo>
                  <a:lnTo>
                    <a:pt x="1572132" y="1710816"/>
                  </a:lnTo>
                  <a:lnTo>
                    <a:pt x="1497965" y="1766442"/>
                  </a:lnTo>
                  <a:lnTo>
                    <a:pt x="1419098" y="1814829"/>
                  </a:lnTo>
                  <a:lnTo>
                    <a:pt x="1334897" y="1855470"/>
                  </a:lnTo>
                  <a:lnTo>
                    <a:pt x="1246631" y="1887727"/>
                  </a:lnTo>
                  <a:lnTo>
                    <a:pt x="1154429" y="1911477"/>
                  </a:lnTo>
                  <a:lnTo>
                    <a:pt x="1059560" y="1926462"/>
                  </a:lnTo>
                  <a:lnTo>
                    <a:pt x="1010157" y="1930018"/>
                  </a:lnTo>
                  <a:lnTo>
                    <a:pt x="961008" y="1931289"/>
                  </a:lnTo>
                  <a:lnTo>
                    <a:pt x="911605" y="1930018"/>
                  </a:lnTo>
                  <a:lnTo>
                    <a:pt x="862583" y="1926462"/>
                  </a:lnTo>
                  <a:lnTo>
                    <a:pt x="767333" y="1911477"/>
                  </a:lnTo>
                  <a:lnTo>
                    <a:pt x="675131" y="1887727"/>
                  </a:lnTo>
                  <a:lnTo>
                    <a:pt x="586867" y="1855470"/>
                  </a:lnTo>
                  <a:lnTo>
                    <a:pt x="503047" y="1814829"/>
                  </a:lnTo>
                  <a:lnTo>
                    <a:pt x="423799" y="1766442"/>
                  </a:lnTo>
                  <a:lnTo>
                    <a:pt x="349630" y="1710816"/>
                  </a:lnTo>
                  <a:lnTo>
                    <a:pt x="281558" y="1648459"/>
                  </a:lnTo>
                  <a:lnTo>
                    <a:pt x="219582" y="1580006"/>
                  </a:lnTo>
                  <a:lnTo>
                    <a:pt x="163956" y="1505458"/>
                  </a:lnTo>
                  <a:lnTo>
                    <a:pt x="116077" y="1426083"/>
                  </a:lnTo>
                  <a:lnTo>
                    <a:pt x="75310" y="1341501"/>
                  </a:lnTo>
                  <a:lnTo>
                    <a:pt x="43179" y="1252854"/>
                  </a:lnTo>
                  <a:lnTo>
                    <a:pt x="19430" y="1160145"/>
                  </a:lnTo>
                  <a:lnTo>
                    <a:pt x="4952" y="1064514"/>
                  </a:lnTo>
                  <a:lnTo>
                    <a:pt x="1270" y="1015111"/>
                  </a:lnTo>
                  <a:lnTo>
                    <a:pt x="0" y="965580"/>
                  </a:lnTo>
                  <a:lnTo>
                    <a:pt x="1270" y="916177"/>
                  </a:lnTo>
                  <a:lnTo>
                    <a:pt x="4952" y="866775"/>
                  </a:lnTo>
                  <a:lnTo>
                    <a:pt x="19430" y="771143"/>
                  </a:lnTo>
                  <a:lnTo>
                    <a:pt x="43179" y="678814"/>
                  </a:lnTo>
                  <a:lnTo>
                    <a:pt x="75310" y="589788"/>
                  </a:lnTo>
                  <a:lnTo>
                    <a:pt x="116077" y="505587"/>
                  </a:lnTo>
                  <a:lnTo>
                    <a:pt x="163956" y="425830"/>
                  </a:lnTo>
                  <a:lnTo>
                    <a:pt x="219582" y="351789"/>
                  </a:lnTo>
                  <a:lnTo>
                    <a:pt x="281558" y="282828"/>
                  </a:lnTo>
                  <a:lnTo>
                    <a:pt x="349630" y="220852"/>
                  </a:lnTo>
                  <a:lnTo>
                    <a:pt x="423672" y="165226"/>
                  </a:lnTo>
                  <a:lnTo>
                    <a:pt x="503047" y="116458"/>
                  </a:lnTo>
                  <a:lnTo>
                    <a:pt x="586867" y="75818"/>
                  </a:lnTo>
                  <a:lnTo>
                    <a:pt x="675131" y="43561"/>
                  </a:lnTo>
                  <a:lnTo>
                    <a:pt x="767333" y="19812"/>
                  </a:lnTo>
                  <a:lnTo>
                    <a:pt x="862583" y="4952"/>
                  </a:lnTo>
                  <a:lnTo>
                    <a:pt x="911605" y="1269"/>
                  </a:lnTo>
                  <a:lnTo>
                    <a:pt x="961008" y="0"/>
                  </a:lnTo>
                  <a:close/>
                </a:path>
              </a:pathLst>
            </a:custGeom>
            <a:noFill/>
            <a:ln cap="flat" cmpd="sng" w="28575">
              <a:solidFill>
                <a:srgbClr val="FFA8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02" name="Google Shape;702;p2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378439" y="2076221"/>
              <a:ext cx="914145" cy="9143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3" name="Google Shape;703;p24"/>
            <p:cNvSpPr/>
            <p:nvPr/>
          </p:nvSpPr>
          <p:spPr>
            <a:xfrm>
              <a:off x="10378439" y="2076195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457200"/>
                  </a:moveTo>
                  <a:lnTo>
                    <a:pt x="2359" y="410458"/>
                  </a:lnTo>
                  <a:lnTo>
                    <a:pt x="9284" y="365066"/>
                  </a:lnTo>
                  <a:lnTo>
                    <a:pt x="20545" y="321253"/>
                  </a:lnTo>
                  <a:lnTo>
                    <a:pt x="35913" y="279249"/>
                  </a:lnTo>
                  <a:lnTo>
                    <a:pt x="55157" y="239283"/>
                  </a:lnTo>
                  <a:lnTo>
                    <a:pt x="78049" y="201587"/>
                  </a:lnTo>
                  <a:lnTo>
                    <a:pt x="104359" y="166390"/>
                  </a:lnTo>
                  <a:lnTo>
                    <a:pt x="133857" y="133921"/>
                  </a:lnTo>
                  <a:lnTo>
                    <a:pt x="166314" y="104411"/>
                  </a:lnTo>
                  <a:lnTo>
                    <a:pt x="201500" y="78090"/>
                  </a:lnTo>
                  <a:lnTo>
                    <a:pt x="239186" y="55187"/>
                  </a:lnTo>
                  <a:lnTo>
                    <a:pt x="279142" y="35933"/>
                  </a:lnTo>
                  <a:lnTo>
                    <a:pt x="321138" y="20557"/>
                  </a:lnTo>
                  <a:lnTo>
                    <a:pt x="364944" y="9289"/>
                  </a:lnTo>
                  <a:lnTo>
                    <a:pt x="410333" y="2360"/>
                  </a:lnTo>
                  <a:lnTo>
                    <a:pt x="457073" y="0"/>
                  </a:lnTo>
                  <a:lnTo>
                    <a:pt x="503812" y="2360"/>
                  </a:lnTo>
                  <a:lnTo>
                    <a:pt x="549201" y="9289"/>
                  </a:lnTo>
                  <a:lnTo>
                    <a:pt x="593007" y="20557"/>
                  </a:lnTo>
                  <a:lnTo>
                    <a:pt x="635003" y="35933"/>
                  </a:lnTo>
                  <a:lnTo>
                    <a:pt x="674959" y="55187"/>
                  </a:lnTo>
                  <a:lnTo>
                    <a:pt x="712645" y="78090"/>
                  </a:lnTo>
                  <a:lnTo>
                    <a:pt x="747831" y="104411"/>
                  </a:lnTo>
                  <a:lnTo>
                    <a:pt x="780288" y="133921"/>
                  </a:lnTo>
                  <a:lnTo>
                    <a:pt x="809786" y="166390"/>
                  </a:lnTo>
                  <a:lnTo>
                    <a:pt x="836096" y="201587"/>
                  </a:lnTo>
                  <a:lnTo>
                    <a:pt x="858988" y="239283"/>
                  </a:lnTo>
                  <a:lnTo>
                    <a:pt x="878232" y="279249"/>
                  </a:lnTo>
                  <a:lnTo>
                    <a:pt x="893600" y="321253"/>
                  </a:lnTo>
                  <a:lnTo>
                    <a:pt x="904861" y="365066"/>
                  </a:lnTo>
                  <a:lnTo>
                    <a:pt x="911786" y="410458"/>
                  </a:lnTo>
                  <a:lnTo>
                    <a:pt x="914145" y="457200"/>
                  </a:lnTo>
                  <a:lnTo>
                    <a:pt x="911786" y="503941"/>
                  </a:lnTo>
                  <a:lnTo>
                    <a:pt x="904861" y="549333"/>
                  </a:lnTo>
                  <a:lnTo>
                    <a:pt x="893600" y="593146"/>
                  </a:lnTo>
                  <a:lnTo>
                    <a:pt x="878232" y="635150"/>
                  </a:lnTo>
                  <a:lnTo>
                    <a:pt x="858988" y="675116"/>
                  </a:lnTo>
                  <a:lnTo>
                    <a:pt x="836096" y="712812"/>
                  </a:lnTo>
                  <a:lnTo>
                    <a:pt x="809786" y="748009"/>
                  </a:lnTo>
                  <a:lnTo>
                    <a:pt x="780288" y="780478"/>
                  </a:lnTo>
                  <a:lnTo>
                    <a:pt x="747831" y="809988"/>
                  </a:lnTo>
                  <a:lnTo>
                    <a:pt x="712645" y="836309"/>
                  </a:lnTo>
                  <a:lnTo>
                    <a:pt x="674959" y="859212"/>
                  </a:lnTo>
                  <a:lnTo>
                    <a:pt x="635003" y="878466"/>
                  </a:lnTo>
                  <a:lnTo>
                    <a:pt x="593007" y="893842"/>
                  </a:lnTo>
                  <a:lnTo>
                    <a:pt x="549201" y="905110"/>
                  </a:lnTo>
                  <a:lnTo>
                    <a:pt x="503812" y="912039"/>
                  </a:lnTo>
                  <a:lnTo>
                    <a:pt x="457073" y="914400"/>
                  </a:lnTo>
                  <a:lnTo>
                    <a:pt x="410333" y="912039"/>
                  </a:lnTo>
                  <a:lnTo>
                    <a:pt x="364944" y="905110"/>
                  </a:lnTo>
                  <a:lnTo>
                    <a:pt x="321138" y="893842"/>
                  </a:lnTo>
                  <a:lnTo>
                    <a:pt x="279142" y="878466"/>
                  </a:lnTo>
                  <a:lnTo>
                    <a:pt x="239186" y="859212"/>
                  </a:lnTo>
                  <a:lnTo>
                    <a:pt x="201500" y="836309"/>
                  </a:lnTo>
                  <a:lnTo>
                    <a:pt x="166314" y="809988"/>
                  </a:lnTo>
                  <a:lnTo>
                    <a:pt x="133857" y="780478"/>
                  </a:lnTo>
                  <a:lnTo>
                    <a:pt x="104359" y="748009"/>
                  </a:lnTo>
                  <a:lnTo>
                    <a:pt x="78049" y="712812"/>
                  </a:lnTo>
                  <a:lnTo>
                    <a:pt x="55157" y="675116"/>
                  </a:lnTo>
                  <a:lnTo>
                    <a:pt x="35913" y="635150"/>
                  </a:lnTo>
                  <a:lnTo>
                    <a:pt x="20545" y="593146"/>
                  </a:lnTo>
                  <a:lnTo>
                    <a:pt x="9284" y="549333"/>
                  </a:lnTo>
                  <a:lnTo>
                    <a:pt x="2359" y="503941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04" name="Google Shape;704;p2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525511" y="859789"/>
              <a:ext cx="914146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5" name="Google Shape;705;p24"/>
            <p:cNvSpPr/>
            <p:nvPr/>
          </p:nvSpPr>
          <p:spPr>
            <a:xfrm>
              <a:off x="7525511" y="859789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457200"/>
                  </a:moveTo>
                  <a:lnTo>
                    <a:pt x="2359" y="410437"/>
                  </a:lnTo>
                  <a:lnTo>
                    <a:pt x="9284" y="365029"/>
                  </a:lnTo>
                  <a:lnTo>
                    <a:pt x="20545" y="321206"/>
                  </a:lnTo>
                  <a:lnTo>
                    <a:pt x="35913" y="279195"/>
                  </a:lnTo>
                  <a:lnTo>
                    <a:pt x="55157" y="239227"/>
                  </a:lnTo>
                  <a:lnTo>
                    <a:pt x="78049" y="201531"/>
                  </a:lnTo>
                  <a:lnTo>
                    <a:pt x="104359" y="166337"/>
                  </a:lnTo>
                  <a:lnTo>
                    <a:pt x="133857" y="133873"/>
                  </a:lnTo>
                  <a:lnTo>
                    <a:pt x="166314" y="104370"/>
                  </a:lnTo>
                  <a:lnTo>
                    <a:pt x="201500" y="78056"/>
                  </a:lnTo>
                  <a:lnTo>
                    <a:pt x="239186" y="55161"/>
                  </a:lnTo>
                  <a:lnTo>
                    <a:pt x="279142" y="35915"/>
                  </a:lnTo>
                  <a:lnTo>
                    <a:pt x="321138" y="20546"/>
                  </a:lnTo>
                  <a:lnTo>
                    <a:pt x="364944" y="9284"/>
                  </a:lnTo>
                  <a:lnTo>
                    <a:pt x="410333" y="2359"/>
                  </a:lnTo>
                  <a:lnTo>
                    <a:pt x="457073" y="0"/>
                  </a:lnTo>
                  <a:lnTo>
                    <a:pt x="503812" y="2359"/>
                  </a:lnTo>
                  <a:lnTo>
                    <a:pt x="549201" y="9284"/>
                  </a:lnTo>
                  <a:lnTo>
                    <a:pt x="593007" y="20546"/>
                  </a:lnTo>
                  <a:lnTo>
                    <a:pt x="635003" y="35915"/>
                  </a:lnTo>
                  <a:lnTo>
                    <a:pt x="674959" y="55161"/>
                  </a:lnTo>
                  <a:lnTo>
                    <a:pt x="712645" y="78056"/>
                  </a:lnTo>
                  <a:lnTo>
                    <a:pt x="747831" y="104370"/>
                  </a:lnTo>
                  <a:lnTo>
                    <a:pt x="780288" y="133873"/>
                  </a:lnTo>
                  <a:lnTo>
                    <a:pt x="809786" y="166337"/>
                  </a:lnTo>
                  <a:lnTo>
                    <a:pt x="836096" y="201531"/>
                  </a:lnTo>
                  <a:lnTo>
                    <a:pt x="858988" y="239227"/>
                  </a:lnTo>
                  <a:lnTo>
                    <a:pt x="878232" y="279195"/>
                  </a:lnTo>
                  <a:lnTo>
                    <a:pt x="893600" y="321206"/>
                  </a:lnTo>
                  <a:lnTo>
                    <a:pt x="904861" y="365029"/>
                  </a:lnTo>
                  <a:lnTo>
                    <a:pt x="911786" y="410437"/>
                  </a:lnTo>
                  <a:lnTo>
                    <a:pt x="914146" y="457200"/>
                  </a:lnTo>
                  <a:lnTo>
                    <a:pt x="911786" y="503941"/>
                  </a:lnTo>
                  <a:lnTo>
                    <a:pt x="904861" y="549333"/>
                  </a:lnTo>
                  <a:lnTo>
                    <a:pt x="893600" y="593146"/>
                  </a:lnTo>
                  <a:lnTo>
                    <a:pt x="878232" y="635150"/>
                  </a:lnTo>
                  <a:lnTo>
                    <a:pt x="858988" y="675116"/>
                  </a:lnTo>
                  <a:lnTo>
                    <a:pt x="836096" y="712812"/>
                  </a:lnTo>
                  <a:lnTo>
                    <a:pt x="809786" y="748009"/>
                  </a:lnTo>
                  <a:lnTo>
                    <a:pt x="780288" y="780478"/>
                  </a:lnTo>
                  <a:lnTo>
                    <a:pt x="747831" y="809988"/>
                  </a:lnTo>
                  <a:lnTo>
                    <a:pt x="712645" y="836309"/>
                  </a:lnTo>
                  <a:lnTo>
                    <a:pt x="674959" y="859212"/>
                  </a:lnTo>
                  <a:lnTo>
                    <a:pt x="635003" y="878466"/>
                  </a:lnTo>
                  <a:lnTo>
                    <a:pt x="593007" y="893842"/>
                  </a:lnTo>
                  <a:lnTo>
                    <a:pt x="549201" y="905110"/>
                  </a:lnTo>
                  <a:lnTo>
                    <a:pt x="503812" y="912039"/>
                  </a:lnTo>
                  <a:lnTo>
                    <a:pt x="457073" y="914400"/>
                  </a:lnTo>
                  <a:lnTo>
                    <a:pt x="410333" y="912039"/>
                  </a:lnTo>
                  <a:lnTo>
                    <a:pt x="364944" y="905110"/>
                  </a:lnTo>
                  <a:lnTo>
                    <a:pt x="321138" y="893842"/>
                  </a:lnTo>
                  <a:lnTo>
                    <a:pt x="279142" y="878466"/>
                  </a:lnTo>
                  <a:lnTo>
                    <a:pt x="239186" y="859212"/>
                  </a:lnTo>
                  <a:lnTo>
                    <a:pt x="201500" y="836309"/>
                  </a:lnTo>
                  <a:lnTo>
                    <a:pt x="166314" y="809988"/>
                  </a:lnTo>
                  <a:lnTo>
                    <a:pt x="133857" y="780478"/>
                  </a:lnTo>
                  <a:lnTo>
                    <a:pt x="104359" y="748009"/>
                  </a:lnTo>
                  <a:lnTo>
                    <a:pt x="78049" y="712812"/>
                  </a:lnTo>
                  <a:lnTo>
                    <a:pt x="55157" y="675116"/>
                  </a:lnTo>
                  <a:lnTo>
                    <a:pt x="35913" y="635150"/>
                  </a:lnTo>
                  <a:lnTo>
                    <a:pt x="20545" y="593146"/>
                  </a:lnTo>
                  <a:lnTo>
                    <a:pt x="9284" y="549333"/>
                  </a:lnTo>
                  <a:lnTo>
                    <a:pt x="2359" y="503941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cap="flat" cmpd="sng" w="190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06" name="Google Shape;706;p2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278623" y="0"/>
              <a:ext cx="4910328" cy="21493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7" name="Google Shape;707;p24"/>
          <p:cNvSpPr txBox="1"/>
          <p:nvPr/>
        </p:nvSpPr>
        <p:spPr>
          <a:xfrm>
            <a:off x="1176655" y="3617785"/>
            <a:ext cx="1941830" cy="8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065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Répartissez vous  en  équipes de 5 à 6  étudiants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8" name="Google Shape;708;p24"/>
          <p:cNvGrpSpPr/>
          <p:nvPr/>
        </p:nvGrpSpPr>
        <p:grpSpPr>
          <a:xfrm>
            <a:off x="2377439" y="1070102"/>
            <a:ext cx="914400" cy="914400"/>
            <a:chOff x="2377439" y="1070102"/>
            <a:chExt cx="914400" cy="914400"/>
          </a:xfrm>
        </p:grpSpPr>
        <p:pic>
          <p:nvPicPr>
            <p:cNvPr id="709" name="Google Shape;709;p2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377439" y="1070127"/>
              <a:ext cx="914146" cy="9143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0" name="Google Shape;710;p24"/>
            <p:cNvSpPr/>
            <p:nvPr/>
          </p:nvSpPr>
          <p:spPr>
            <a:xfrm>
              <a:off x="2377439" y="1070102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457200"/>
                  </a:moveTo>
                  <a:lnTo>
                    <a:pt x="2359" y="410458"/>
                  </a:lnTo>
                  <a:lnTo>
                    <a:pt x="9284" y="365066"/>
                  </a:lnTo>
                  <a:lnTo>
                    <a:pt x="20545" y="321253"/>
                  </a:lnTo>
                  <a:lnTo>
                    <a:pt x="35913" y="279249"/>
                  </a:lnTo>
                  <a:lnTo>
                    <a:pt x="55157" y="239283"/>
                  </a:lnTo>
                  <a:lnTo>
                    <a:pt x="78049" y="201587"/>
                  </a:lnTo>
                  <a:lnTo>
                    <a:pt x="104359" y="166390"/>
                  </a:lnTo>
                  <a:lnTo>
                    <a:pt x="133857" y="133921"/>
                  </a:lnTo>
                  <a:lnTo>
                    <a:pt x="166314" y="104411"/>
                  </a:lnTo>
                  <a:lnTo>
                    <a:pt x="201500" y="78090"/>
                  </a:lnTo>
                  <a:lnTo>
                    <a:pt x="239186" y="55187"/>
                  </a:lnTo>
                  <a:lnTo>
                    <a:pt x="279142" y="35933"/>
                  </a:lnTo>
                  <a:lnTo>
                    <a:pt x="321138" y="20557"/>
                  </a:lnTo>
                  <a:lnTo>
                    <a:pt x="364944" y="9289"/>
                  </a:lnTo>
                  <a:lnTo>
                    <a:pt x="410333" y="2360"/>
                  </a:lnTo>
                  <a:lnTo>
                    <a:pt x="457073" y="0"/>
                  </a:lnTo>
                  <a:lnTo>
                    <a:pt x="503812" y="2360"/>
                  </a:lnTo>
                  <a:lnTo>
                    <a:pt x="549201" y="9289"/>
                  </a:lnTo>
                  <a:lnTo>
                    <a:pt x="593007" y="20557"/>
                  </a:lnTo>
                  <a:lnTo>
                    <a:pt x="635003" y="35933"/>
                  </a:lnTo>
                  <a:lnTo>
                    <a:pt x="674959" y="55187"/>
                  </a:lnTo>
                  <a:lnTo>
                    <a:pt x="712645" y="78090"/>
                  </a:lnTo>
                  <a:lnTo>
                    <a:pt x="747831" y="104411"/>
                  </a:lnTo>
                  <a:lnTo>
                    <a:pt x="780288" y="133921"/>
                  </a:lnTo>
                  <a:lnTo>
                    <a:pt x="809786" y="166390"/>
                  </a:lnTo>
                  <a:lnTo>
                    <a:pt x="836096" y="201587"/>
                  </a:lnTo>
                  <a:lnTo>
                    <a:pt x="858988" y="239283"/>
                  </a:lnTo>
                  <a:lnTo>
                    <a:pt x="878232" y="279249"/>
                  </a:lnTo>
                  <a:lnTo>
                    <a:pt x="893600" y="321253"/>
                  </a:lnTo>
                  <a:lnTo>
                    <a:pt x="904861" y="365066"/>
                  </a:lnTo>
                  <a:lnTo>
                    <a:pt x="911786" y="410458"/>
                  </a:lnTo>
                  <a:lnTo>
                    <a:pt x="914146" y="457200"/>
                  </a:lnTo>
                  <a:lnTo>
                    <a:pt x="911786" y="503941"/>
                  </a:lnTo>
                  <a:lnTo>
                    <a:pt x="904861" y="549333"/>
                  </a:lnTo>
                  <a:lnTo>
                    <a:pt x="893600" y="593146"/>
                  </a:lnTo>
                  <a:lnTo>
                    <a:pt x="878232" y="635150"/>
                  </a:lnTo>
                  <a:lnTo>
                    <a:pt x="858988" y="675116"/>
                  </a:lnTo>
                  <a:lnTo>
                    <a:pt x="836096" y="712812"/>
                  </a:lnTo>
                  <a:lnTo>
                    <a:pt x="809786" y="748009"/>
                  </a:lnTo>
                  <a:lnTo>
                    <a:pt x="780288" y="780478"/>
                  </a:lnTo>
                  <a:lnTo>
                    <a:pt x="747831" y="809988"/>
                  </a:lnTo>
                  <a:lnTo>
                    <a:pt x="712645" y="836309"/>
                  </a:lnTo>
                  <a:lnTo>
                    <a:pt x="674959" y="859212"/>
                  </a:lnTo>
                  <a:lnTo>
                    <a:pt x="635003" y="878466"/>
                  </a:lnTo>
                  <a:lnTo>
                    <a:pt x="593007" y="893842"/>
                  </a:lnTo>
                  <a:lnTo>
                    <a:pt x="549201" y="905110"/>
                  </a:lnTo>
                  <a:lnTo>
                    <a:pt x="503812" y="912039"/>
                  </a:lnTo>
                  <a:lnTo>
                    <a:pt x="457073" y="914400"/>
                  </a:lnTo>
                  <a:lnTo>
                    <a:pt x="410333" y="912039"/>
                  </a:lnTo>
                  <a:lnTo>
                    <a:pt x="364944" y="905110"/>
                  </a:lnTo>
                  <a:lnTo>
                    <a:pt x="321138" y="893842"/>
                  </a:lnTo>
                  <a:lnTo>
                    <a:pt x="279142" y="878466"/>
                  </a:lnTo>
                  <a:lnTo>
                    <a:pt x="239186" y="859212"/>
                  </a:lnTo>
                  <a:lnTo>
                    <a:pt x="201500" y="836309"/>
                  </a:lnTo>
                  <a:lnTo>
                    <a:pt x="166314" y="809988"/>
                  </a:lnTo>
                  <a:lnTo>
                    <a:pt x="133858" y="780478"/>
                  </a:lnTo>
                  <a:lnTo>
                    <a:pt x="104359" y="748009"/>
                  </a:lnTo>
                  <a:lnTo>
                    <a:pt x="78049" y="712812"/>
                  </a:lnTo>
                  <a:lnTo>
                    <a:pt x="55157" y="675116"/>
                  </a:lnTo>
                  <a:lnTo>
                    <a:pt x="35913" y="635150"/>
                  </a:lnTo>
                  <a:lnTo>
                    <a:pt x="20545" y="593146"/>
                  </a:lnTo>
                  <a:lnTo>
                    <a:pt x="9284" y="549333"/>
                  </a:lnTo>
                  <a:lnTo>
                    <a:pt x="2359" y="503941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cap="flat" cmpd="sng" w="190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1" name="Google Shape;711;p24"/>
          <p:cNvSpPr txBox="1"/>
          <p:nvPr/>
        </p:nvSpPr>
        <p:spPr>
          <a:xfrm>
            <a:off x="4085716" y="5114607"/>
            <a:ext cx="1370330" cy="57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15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Vous disposez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de 10 minutes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2" name="Google Shape;712;p24"/>
          <p:cNvGrpSpPr/>
          <p:nvPr/>
        </p:nvGrpSpPr>
        <p:grpSpPr>
          <a:xfrm>
            <a:off x="4471415" y="2286533"/>
            <a:ext cx="923925" cy="915137"/>
            <a:chOff x="4471415" y="2286533"/>
            <a:chExt cx="923925" cy="915137"/>
          </a:xfrm>
        </p:grpSpPr>
        <p:pic>
          <p:nvPicPr>
            <p:cNvPr id="713" name="Google Shape;713;p2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471415" y="2286533"/>
              <a:ext cx="923543" cy="914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4" name="Google Shape;714;p24"/>
            <p:cNvSpPr/>
            <p:nvPr/>
          </p:nvSpPr>
          <p:spPr>
            <a:xfrm>
              <a:off x="4471415" y="2286635"/>
              <a:ext cx="923925" cy="915035"/>
            </a:xfrm>
            <a:custGeom>
              <a:rect b="b" l="l" r="r" t="t"/>
              <a:pathLst>
                <a:path extrusionOk="0" h="915035" w="923925">
                  <a:moveTo>
                    <a:pt x="0" y="457200"/>
                  </a:moveTo>
                  <a:lnTo>
                    <a:pt x="2384" y="410458"/>
                  </a:lnTo>
                  <a:lnTo>
                    <a:pt x="9382" y="365066"/>
                  </a:lnTo>
                  <a:lnTo>
                    <a:pt x="20761" y="321253"/>
                  </a:lnTo>
                  <a:lnTo>
                    <a:pt x="36290" y="279249"/>
                  </a:lnTo>
                  <a:lnTo>
                    <a:pt x="55736" y="239283"/>
                  </a:lnTo>
                  <a:lnTo>
                    <a:pt x="78866" y="201587"/>
                  </a:lnTo>
                  <a:lnTo>
                    <a:pt x="105450" y="166390"/>
                  </a:lnTo>
                  <a:lnTo>
                    <a:pt x="135254" y="133921"/>
                  </a:lnTo>
                  <a:lnTo>
                    <a:pt x="168047" y="104411"/>
                  </a:lnTo>
                  <a:lnTo>
                    <a:pt x="203596" y="78090"/>
                  </a:lnTo>
                  <a:lnTo>
                    <a:pt x="241670" y="55187"/>
                  </a:lnTo>
                  <a:lnTo>
                    <a:pt x="282035" y="35933"/>
                  </a:lnTo>
                  <a:lnTo>
                    <a:pt x="324460" y="20557"/>
                  </a:lnTo>
                  <a:lnTo>
                    <a:pt x="368712" y="9289"/>
                  </a:lnTo>
                  <a:lnTo>
                    <a:pt x="414560" y="2360"/>
                  </a:lnTo>
                  <a:lnTo>
                    <a:pt x="461772" y="0"/>
                  </a:lnTo>
                  <a:lnTo>
                    <a:pt x="508983" y="2360"/>
                  </a:lnTo>
                  <a:lnTo>
                    <a:pt x="554831" y="9289"/>
                  </a:lnTo>
                  <a:lnTo>
                    <a:pt x="599083" y="20557"/>
                  </a:lnTo>
                  <a:lnTo>
                    <a:pt x="641508" y="35933"/>
                  </a:lnTo>
                  <a:lnTo>
                    <a:pt x="681873" y="55187"/>
                  </a:lnTo>
                  <a:lnTo>
                    <a:pt x="719947" y="78090"/>
                  </a:lnTo>
                  <a:lnTo>
                    <a:pt x="755496" y="104411"/>
                  </a:lnTo>
                  <a:lnTo>
                    <a:pt x="788289" y="133921"/>
                  </a:lnTo>
                  <a:lnTo>
                    <a:pt x="818093" y="166390"/>
                  </a:lnTo>
                  <a:lnTo>
                    <a:pt x="844677" y="201587"/>
                  </a:lnTo>
                  <a:lnTo>
                    <a:pt x="867807" y="239283"/>
                  </a:lnTo>
                  <a:lnTo>
                    <a:pt x="887253" y="279249"/>
                  </a:lnTo>
                  <a:lnTo>
                    <a:pt x="902782" y="321253"/>
                  </a:lnTo>
                  <a:lnTo>
                    <a:pt x="914161" y="365066"/>
                  </a:lnTo>
                  <a:lnTo>
                    <a:pt x="921159" y="410458"/>
                  </a:lnTo>
                  <a:lnTo>
                    <a:pt x="923544" y="457200"/>
                  </a:lnTo>
                  <a:lnTo>
                    <a:pt x="921159" y="503963"/>
                  </a:lnTo>
                  <a:lnTo>
                    <a:pt x="914161" y="549375"/>
                  </a:lnTo>
                  <a:lnTo>
                    <a:pt x="902782" y="593205"/>
                  </a:lnTo>
                  <a:lnTo>
                    <a:pt x="887253" y="635224"/>
                  </a:lnTo>
                  <a:lnTo>
                    <a:pt x="867807" y="675201"/>
                  </a:lnTo>
                  <a:lnTo>
                    <a:pt x="844677" y="712908"/>
                  </a:lnTo>
                  <a:lnTo>
                    <a:pt x="818093" y="748114"/>
                  </a:lnTo>
                  <a:lnTo>
                    <a:pt x="788289" y="780589"/>
                  </a:lnTo>
                  <a:lnTo>
                    <a:pt x="755496" y="810104"/>
                  </a:lnTo>
                  <a:lnTo>
                    <a:pt x="719947" y="836430"/>
                  </a:lnTo>
                  <a:lnTo>
                    <a:pt x="681873" y="859335"/>
                  </a:lnTo>
                  <a:lnTo>
                    <a:pt x="641508" y="878591"/>
                  </a:lnTo>
                  <a:lnTo>
                    <a:pt x="599083" y="893968"/>
                  </a:lnTo>
                  <a:lnTo>
                    <a:pt x="554831" y="905236"/>
                  </a:lnTo>
                  <a:lnTo>
                    <a:pt x="508983" y="912166"/>
                  </a:lnTo>
                  <a:lnTo>
                    <a:pt x="461772" y="914526"/>
                  </a:lnTo>
                  <a:lnTo>
                    <a:pt x="414560" y="912166"/>
                  </a:lnTo>
                  <a:lnTo>
                    <a:pt x="368712" y="905236"/>
                  </a:lnTo>
                  <a:lnTo>
                    <a:pt x="324460" y="893968"/>
                  </a:lnTo>
                  <a:lnTo>
                    <a:pt x="282035" y="878591"/>
                  </a:lnTo>
                  <a:lnTo>
                    <a:pt x="241670" y="859335"/>
                  </a:lnTo>
                  <a:lnTo>
                    <a:pt x="203596" y="836430"/>
                  </a:lnTo>
                  <a:lnTo>
                    <a:pt x="168047" y="810104"/>
                  </a:lnTo>
                  <a:lnTo>
                    <a:pt x="135254" y="780589"/>
                  </a:lnTo>
                  <a:lnTo>
                    <a:pt x="105450" y="748114"/>
                  </a:lnTo>
                  <a:lnTo>
                    <a:pt x="78866" y="712908"/>
                  </a:lnTo>
                  <a:lnTo>
                    <a:pt x="55736" y="675201"/>
                  </a:lnTo>
                  <a:lnTo>
                    <a:pt x="36290" y="635224"/>
                  </a:lnTo>
                  <a:lnTo>
                    <a:pt x="20761" y="593205"/>
                  </a:lnTo>
                  <a:lnTo>
                    <a:pt x="9382" y="549375"/>
                  </a:lnTo>
                  <a:lnTo>
                    <a:pt x="2384" y="503963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5" name="Google Shape;715;p24"/>
          <p:cNvSpPr txBox="1"/>
          <p:nvPr/>
        </p:nvSpPr>
        <p:spPr>
          <a:xfrm>
            <a:off x="5625373" y="3050963"/>
            <a:ext cx="3502512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45720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Dégagez les opportunités et les menaces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4"/>
          <p:cNvSpPr txBox="1"/>
          <p:nvPr/>
        </p:nvSpPr>
        <p:spPr>
          <a:xfrm>
            <a:off x="9399905" y="4697412"/>
            <a:ext cx="2247265" cy="8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Nommez un rapporteur  par équipe pour  répondre 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4"/>
          <p:cNvSpPr txBox="1"/>
          <p:nvPr>
            <p:ph type="title"/>
          </p:nvPr>
        </p:nvSpPr>
        <p:spPr>
          <a:xfrm>
            <a:off x="78739" y="714756"/>
            <a:ext cx="2924175" cy="509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150">
                <a:solidFill>
                  <a:srgbClr val="006F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régles du jeu :</a:t>
            </a:r>
            <a:endParaRPr sz="31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8" name="Google Shape;718;p24"/>
          <p:cNvSpPr txBox="1"/>
          <p:nvPr/>
        </p:nvSpPr>
        <p:spPr>
          <a:xfrm>
            <a:off x="10837750" y="62937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5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5"/>
          <p:cNvSpPr txBox="1"/>
          <p:nvPr>
            <p:ph type="title"/>
          </p:nvPr>
        </p:nvSpPr>
        <p:spPr>
          <a:xfrm>
            <a:off x="836676" y="557189"/>
            <a:ext cx="4899039" cy="33469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5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Jeu MEMOBOOST </a:t>
            </a:r>
            <a:endParaRPr/>
          </a:p>
        </p:txBody>
      </p:sp>
      <p:pic>
        <p:nvPicPr>
          <p:cNvPr descr="20200225_213005.jpg" id="725" name="Google Shape;725;p25"/>
          <p:cNvPicPr preferRelativeResize="0"/>
          <p:nvPr/>
        </p:nvPicPr>
        <p:blipFill rotWithShape="1">
          <a:blip r:embed="rId3">
            <a:alphaModFix/>
          </a:blip>
          <a:srcRect b="-2" l="9995" r="14104" t="0"/>
          <a:stretch/>
        </p:blipFill>
        <p:spPr>
          <a:xfrm>
            <a:off x="6095999" y="10"/>
            <a:ext cx="610565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25"/>
          <p:cNvSpPr txBox="1"/>
          <p:nvPr/>
        </p:nvSpPr>
        <p:spPr>
          <a:xfrm>
            <a:off x="10837750" y="62937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1" name="Google Shape;731;p26"/>
          <p:cNvGrpSpPr/>
          <p:nvPr/>
        </p:nvGrpSpPr>
        <p:grpSpPr>
          <a:xfrm>
            <a:off x="1037272" y="1339341"/>
            <a:ext cx="1922145" cy="1931670"/>
            <a:chOff x="1037272" y="1339341"/>
            <a:chExt cx="1922145" cy="1931670"/>
          </a:xfrm>
        </p:grpSpPr>
        <p:pic>
          <p:nvPicPr>
            <p:cNvPr id="732" name="Google Shape;732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51560" y="1353692"/>
              <a:ext cx="1892807" cy="19023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3" name="Google Shape;733;p26"/>
            <p:cNvSpPr/>
            <p:nvPr/>
          </p:nvSpPr>
          <p:spPr>
            <a:xfrm>
              <a:off x="1037272" y="1339341"/>
              <a:ext cx="1922145" cy="1931670"/>
            </a:xfrm>
            <a:custGeom>
              <a:rect b="b" l="l" r="r" t="t"/>
              <a:pathLst>
                <a:path extrusionOk="0" h="1931670" w="1922145">
                  <a:moveTo>
                    <a:pt x="960945" y="0"/>
                  </a:moveTo>
                  <a:lnTo>
                    <a:pt x="1010475" y="1270"/>
                  </a:lnTo>
                  <a:lnTo>
                    <a:pt x="1059497" y="4825"/>
                  </a:lnTo>
                  <a:lnTo>
                    <a:pt x="1154747" y="19685"/>
                  </a:lnTo>
                  <a:lnTo>
                    <a:pt x="1246568" y="43561"/>
                  </a:lnTo>
                  <a:lnTo>
                    <a:pt x="1334833" y="75692"/>
                  </a:lnTo>
                  <a:lnTo>
                    <a:pt x="1419034" y="116459"/>
                  </a:lnTo>
                  <a:lnTo>
                    <a:pt x="1497901" y="165227"/>
                  </a:lnTo>
                  <a:lnTo>
                    <a:pt x="1572069" y="220725"/>
                  </a:lnTo>
                  <a:lnTo>
                    <a:pt x="1640141" y="282829"/>
                  </a:lnTo>
                  <a:lnTo>
                    <a:pt x="1702117" y="351663"/>
                  </a:lnTo>
                  <a:lnTo>
                    <a:pt x="1757743" y="425831"/>
                  </a:lnTo>
                  <a:lnTo>
                    <a:pt x="1805622" y="505587"/>
                  </a:lnTo>
                  <a:lnTo>
                    <a:pt x="1845881" y="589788"/>
                  </a:lnTo>
                  <a:lnTo>
                    <a:pt x="1878520" y="678434"/>
                  </a:lnTo>
                  <a:lnTo>
                    <a:pt x="1901888" y="771144"/>
                  </a:lnTo>
                  <a:lnTo>
                    <a:pt x="1916366" y="866775"/>
                  </a:lnTo>
                  <a:lnTo>
                    <a:pt x="1920430" y="915670"/>
                  </a:lnTo>
                  <a:lnTo>
                    <a:pt x="1921573" y="965581"/>
                  </a:lnTo>
                  <a:lnTo>
                    <a:pt x="1920430" y="1015111"/>
                  </a:lnTo>
                  <a:lnTo>
                    <a:pt x="1916747" y="1064387"/>
                  </a:lnTo>
                  <a:lnTo>
                    <a:pt x="1902269" y="1160145"/>
                  </a:lnTo>
                  <a:lnTo>
                    <a:pt x="1878520" y="1252855"/>
                  </a:lnTo>
                  <a:lnTo>
                    <a:pt x="1846262" y="1341501"/>
                  </a:lnTo>
                  <a:lnTo>
                    <a:pt x="1805622" y="1426083"/>
                  </a:lnTo>
                  <a:lnTo>
                    <a:pt x="1757743" y="1505458"/>
                  </a:lnTo>
                  <a:lnTo>
                    <a:pt x="1702117" y="1579880"/>
                  </a:lnTo>
                  <a:lnTo>
                    <a:pt x="1640141" y="1648460"/>
                  </a:lnTo>
                  <a:lnTo>
                    <a:pt x="1572069" y="1710817"/>
                  </a:lnTo>
                  <a:lnTo>
                    <a:pt x="1497901" y="1766443"/>
                  </a:lnTo>
                  <a:lnTo>
                    <a:pt x="1419034" y="1814830"/>
                  </a:lnTo>
                  <a:lnTo>
                    <a:pt x="1334833" y="1855470"/>
                  </a:lnTo>
                  <a:lnTo>
                    <a:pt x="1246568" y="1887728"/>
                  </a:lnTo>
                  <a:lnTo>
                    <a:pt x="1154366" y="1911477"/>
                  </a:lnTo>
                  <a:lnTo>
                    <a:pt x="1059497" y="1926336"/>
                  </a:lnTo>
                  <a:lnTo>
                    <a:pt x="1010094" y="1930019"/>
                  </a:lnTo>
                  <a:lnTo>
                    <a:pt x="960945" y="1931162"/>
                  </a:lnTo>
                  <a:lnTo>
                    <a:pt x="911542" y="1930019"/>
                  </a:lnTo>
                  <a:lnTo>
                    <a:pt x="862520" y="1926336"/>
                  </a:lnTo>
                  <a:lnTo>
                    <a:pt x="767270" y="1911477"/>
                  </a:lnTo>
                  <a:lnTo>
                    <a:pt x="675068" y="1887728"/>
                  </a:lnTo>
                  <a:lnTo>
                    <a:pt x="586803" y="1855470"/>
                  </a:lnTo>
                  <a:lnTo>
                    <a:pt x="502983" y="1814830"/>
                  </a:lnTo>
                  <a:lnTo>
                    <a:pt x="423735" y="1766443"/>
                  </a:lnTo>
                  <a:lnTo>
                    <a:pt x="349567" y="1710817"/>
                  </a:lnTo>
                  <a:lnTo>
                    <a:pt x="281495" y="1648460"/>
                  </a:lnTo>
                  <a:lnTo>
                    <a:pt x="219481" y="1579880"/>
                  </a:lnTo>
                  <a:lnTo>
                    <a:pt x="163906" y="1505458"/>
                  </a:lnTo>
                  <a:lnTo>
                    <a:pt x="115976" y="1426083"/>
                  </a:lnTo>
                  <a:lnTo>
                    <a:pt x="75298" y="1341501"/>
                  </a:lnTo>
                  <a:lnTo>
                    <a:pt x="43078" y="1252855"/>
                  </a:lnTo>
                  <a:lnTo>
                    <a:pt x="19316" y="1160145"/>
                  </a:lnTo>
                  <a:lnTo>
                    <a:pt x="4838" y="1064387"/>
                  </a:lnTo>
                  <a:lnTo>
                    <a:pt x="1206" y="1015111"/>
                  </a:lnTo>
                  <a:lnTo>
                    <a:pt x="0" y="965581"/>
                  </a:lnTo>
                  <a:lnTo>
                    <a:pt x="1206" y="916051"/>
                  </a:lnTo>
                  <a:lnTo>
                    <a:pt x="4838" y="866775"/>
                  </a:lnTo>
                  <a:lnTo>
                    <a:pt x="19316" y="771017"/>
                  </a:lnTo>
                  <a:lnTo>
                    <a:pt x="43078" y="678815"/>
                  </a:lnTo>
                  <a:lnTo>
                    <a:pt x="75298" y="589788"/>
                  </a:lnTo>
                  <a:lnTo>
                    <a:pt x="115976" y="505587"/>
                  </a:lnTo>
                  <a:lnTo>
                    <a:pt x="163906" y="425831"/>
                  </a:lnTo>
                  <a:lnTo>
                    <a:pt x="219481" y="351663"/>
                  </a:lnTo>
                  <a:lnTo>
                    <a:pt x="281495" y="282829"/>
                  </a:lnTo>
                  <a:lnTo>
                    <a:pt x="349567" y="220725"/>
                  </a:lnTo>
                  <a:lnTo>
                    <a:pt x="423608" y="165227"/>
                  </a:lnTo>
                  <a:lnTo>
                    <a:pt x="502983" y="116459"/>
                  </a:lnTo>
                  <a:lnTo>
                    <a:pt x="586803" y="75692"/>
                  </a:lnTo>
                  <a:lnTo>
                    <a:pt x="675068" y="43561"/>
                  </a:lnTo>
                  <a:lnTo>
                    <a:pt x="767270" y="19685"/>
                  </a:lnTo>
                  <a:lnTo>
                    <a:pt x="862520" y="4825"/>
                  </a:lnTo>
                  <a:lnTo>
                    <a:pt x="911542" y="1270"/>
                  </a:lnTo>
                  <a:lnTo>
                    <a:pt x="960945" y="0"/>
                  </a:lnTo>
                  <a:close/>
                </a:path>
              </a:pathLst>
            </a:custGeom>
            <a:noFill/>
            <a:ln cap="flat" cmpd="sng" w="28575">
              <a:solidFill>
                <a:srgbClr val="FF2B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4" name="Google Shape;734;p26"/>
          <p:cNvGrpSpPr/>
          <p:nvPr/>
        </p:nvGrpSpPr>
        <p:grpSpPr>
          <a:xfrm>
            <a:off x="3698113" y="2775330"/>
            <a:ext cx="1922145" cy="1922145"/>
            <a:chOff x="3698113" y="2775330"/>
            <a:chExt cx="1922145" cy="1922145"/>
          </a:xfrm>
        </p:grpSpPr>
        <p:pic>
          <p:nvPicPr>
            <p:cNvPr id="735" name="Google Shape;735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12464" y="2789554"/>
              <a:ext cx="1892808" cy="18933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6" name="Google Shape;736;p26"/>
            <p:cNvSpPr/>
            <p:nvPr/>
          </p:nvSpPr>
          <p:spPr>
            <a:xfrm>
              <a:off x="3698113" y="2775330"/>
              <a:ext cx="1922145" cy="1922145"/>
            </a:xfrm>
            <a:custGeom>
              <a:rect b="b" l="l" r="r" t="t"/>
              <a:pathLst>
                <a:path extrusionOk="0" h="1922145" w="1922145">
                  <a:moveTo>
                    <a:pt x="961009" y="0"/>
                  </a:moveTo>
                  <a:lnTo>
                    <a:pt x="1010538" y="1143"/>
                  </a:lnTo>
                  <a:lnTo>
                    <a:pt x="1059434" y="4826"/>
                  </a:lnTo>
                  <a:lnTo>
                    <a:pt x="1154811" y="19304"/>
                  </a:lnTo>
                  <a:lnTo>
                    <a:pt x="1246632" y="43053"/>
                  </a:lnTo>
                  <a:lnTo>
                    <a:pt x="1334897" y="75311"/>
                  </a:lnTo>
                  <a:lnTo>
                    <a:pt x="1418971" y="116078"/>
                  </a:lnTo>
                  <a:lnTo>
                    <a:pt x="1497964" y="163957"/>
                  </a:lnTo>
                  <a:lnTo>
                    <a:pt x="1572133" y="219583"/>
                  </a:lnTo>
                  <a:lnTo>
                    <a:pt x="1640077" y="281559"/>
                  </a:lnTo>
                  <a:lnTo>
                    <a:pt x="1702181" y="349631"/>
                  </a:lnTo>
                  <a:lnTo>
                    <a:pt x="1757679" y="423799"/>
                  </a:lnTo>
                  <a:lnTo>
                    <a:pt x="1805686" y="503174"/>
                  </a:lnTo>
                  <a:lnTo>
                    <a:pt x="1845945" y="586994"/>
                  </a:lnTo>
                  <a:lnTo>
                    <a:pt x="1878584" y="675259"/>
                  </a:lnTo>
                  <a:lnTo>
                    <a:pt x="1901952" y="767461"/>
                  </a:lnTo>
                  <a:lnTo>
                    <a:pt x="1916429" y="862711"/>
                  </a:lnTo>
                  <a:lnTo>
                    <a:pt x="1920494" y="911606"/>
                  </a:lnTo>
                  <a:lnTo>
                    <a:pt x="1921637" y="961263"/>
                  </a:lnTo>
                  <a:lnTo>
                    <a:pt x="1920494" y="1010793"/>
                  </a:lnTo>
                  <a:lnTo>
                    <a:pt x="1916811" y="1059688"/>
                  </a:lnTo>
                  <a:lnTo>
                    <a:pt x="1902333" y="1154938"/>
                  </a:lnTo>
                  <a:lnTo>
                    <a:pt x="1878584" y="1246886"/>
                  </a:lnTo>
                  <a:lnTo>
                    <a:pt x="1846326" y="1335151"/>
                  </a:lnTo>
                  <a:lnTo>
                    <a:pt x="1805686" y="1419352"/>
                  </a:lnTo>
                  <a:lnTo>
                    <a:pt x="1757679" y="1498219"/>
                  </a:lnTo>
                  <a:lnTo>
                    <a:pt x="1702181" y="1572387"/>
                  </a:lnTo>
                  <a:lnTo>
                    <a:pt x="1640077" y="1640459"/>
                  </a:lnTo>
                  <a:lnTo>
                    <a:pt x="1572133" y="1702562"/>
                  </a:lnTo>
                  <a:lnTo>
                    <a:pt x="1497964" y="1758061"/>
                  </a:lnTo>
                  <a:lnTo>
                    <a:pt x="1418971" y="1806067"/>
                  </a:lnTo>
                  <a:lnTo>
                    <a:pt x="1334897" y="1846326"/>
                  </a:lnTo>
                  <a:lnTo>
                    <a:pt x="1246632" y="1878965"/>
                  </a:lnTo>
                  <a:lnTo>
                    <a:pt x="1154302" y="1902333"/>
                  </a:lnTo>
                  <a:lnTo>
                    <a:pt x="1059561" y="1916811"/>
                  </a:lnTo>
                  <a:lnTo>
                    <a:pt x="1010285" y="1920875"/>
                  </a:lnTo>
                  <a:lnTo>
                    <a:pt x="961009" y="1922018"/>
                  </a:lnTo>
                  <a:lnTo>
                    <a:pt x="911606" y="1920875"/>
                  </a:lnTo>
                  <a:lnTo>
                    <a:pt x="862584" y="1917192"/>
                  </a:lnTo>
                  <a:lnTo>
                    <a:pt x="767334" y="1902714"/>
                  </a:lnTo>
                  <a:lnTo>
                    <a:pt x="675132" y="1878965"/>
                  </a:lnTo>
                  <a:lnTo>
                    <a:pt x="586866" y="1846707"/>
                  </a:lnTo>
                  <a:lnTo>
                    <a:pt x="503047" y="1806067"/>
                  </a:lnTo>
                  <a:lnTo>
                    <a:pt x="423799" y="1758061"/>
                  </a:lnTo>
                  <a:lnTo>
                    <a:pt x="349631" y="1702562"/>
                  </a:lnTo>
                  <a:lnTo>
                    <a:pt x="281559" y="1640459"/>
                  </a:lnTo>
                  <a:lnTo>
                    <a:pt x="219583" y="1572387"/>
                  </a:lnTo>
                  <a:lnTo>
                    <a:pt x="163957" y="1498219"/>
                  </a:lnTo>
                  <a:lnTo>
                    <a:pt x="116077" y="1419352"/>
                  </a:lnTo>
                  <a:lnTo>
                    <a:pt x="75437" y="1335151"/>
                  </a:lnTo>
                  <a:lnTo>
                    <a:pt x="43179" y="1246886"/>
                  </a:lnTo>
                  <a:lnTo>
                    <a:pt x="19431" y="1154557"/>
                  </a:lnTo>
                  <a:lnTo>
                    <a:pt x="4952" y="1059688"/>
                  </a:lnTo>
                  <a:lnTo>
                    <a:pt x="1270" y="1010412"/>
                  </a:lnTo>
                  <a:lnTo>
                    <a:pt x="0" y="960882"/>
                  </a:lnTo>
                  <a:lnTo>
                    <a:pt x="1270" y="911733"/>
                  </a:lnTo>
                  <a:lnTo>
                    <a:pt x="4952" y="862838"/>
                  </a:lnTo>
                  <a:lnTo>
                    <a:pt x="19431" y="767461"/>
                  </a:lnTo>
                  <a:lnTo>
                    <a:pt x="43179" y="675259"/>
                  </a:lnTo>
                  <a:lnTo>
                    <a:pt x="75437" y="586994"/>
                  </a:lnTo>
                  <a:lnTo>
                    <a:pt x="116077" y="503174"/>
                  </a:lnTo>
                  <a:lnTo>
                    <a:pt x="163957" y="423799"/>
                  </a:lnTo>
                  <a:lnTo>
                    <a:pt x="219583" y="349631"/>
                  </a:lnTo>
                  <a:lnTo>
                    <a:pt x="281559" y="281559"/>
                  </a:lnTo>
                  <a:lnTo>
                    <a:pt x="349631" y="219583"/>
                  </a:lnTo>
                  <a:lnTo>
                    <a:pt x="423799" y="163957"/>
                  </a:lnTo>
                  <a:lnTo>
                    <a:pt x="503047" y="116078"/>
                  </a:lnTo>
                  <a:lnTo>
                    <a:pt x="586866" y="75311"/>
                  </a:lnTo>
                  <a:lnTo>
                    <a:pt x="675132" y="43053"/>
                  </a:lnTo>
                  <a:lnTo>
                    <a:pt x="767334" y="19304"/>
                  </a:lnTo>
                  <a:lnTo>
                    <a:pt x="862584" y="4826"/>
                  </a:lnTo>
                  <a:lnTo>
                    <a:pt x="911606" y="1143"/>
                  </a:lnTo>
                  <a:lnTo>
                    <a:pt x="961009" y="0"/>
                  </a:lnTo>
                  <a:close/>
                </a:path>
              </a:pathLst>
            </a:custGeom>
            <a:noFill/>
            <a:ln cap="flat" cmpd="sng" w="28575">
              <a:solidFill>
                <a:srgbClr val="85C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7" name="Google Shape;737;p26"/>
          <p:cNvGrpSpPr/>
          <p:nvPr/>
        </p:nvGrpSpPr>
        <p:grpSpPr>
          <a:xfrm>
            <a:off x="6084696" y="982599"/>
            <a:ext cx="1922145" cy="1931670"/>
            <a:chOff x="6084696" y="982599"/>
            <a:chExt cx="1922145" cy="1931670"/>
          </a:xfrm>
        </p:grpSpPr>
        <p:pic>
          <p:nvPicPr>
            <p:cNvPr id="738" name="Google Shape;738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99047" y="996950"/>
              <a:ext cx="1892807" cy="19024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9" name="Google Shape;739;p26"/>
            <p:cNvSpPr/>
            <p:nvPr/>
          </p:nvSpPr>
          <p:spPr>
            <a:xfrm>
              <a:off x="6084696" y="982599"/>
              <a:ext cx="1922145" cy="1931670"/>
            </a:xfrm>
            <a:custGeom>
              <a:rect b="b" l="l" r="r" t="t"/>
              <a:pathLst>
                <a:path extrusionOk="0" h="1931670" w="1922145">
                  <a:moveTo>
                    <a:pt x="961008" y="0"/>
                  </a:moveTo>
                  <a:lnTo>
                    <a:pt x="1010538" y="1270"/>
                  </a:lnTo>
                  <a:lnTo>
                    <a:pt x="1059560" y="4952"/>
                  </a:lnTo>
                  <a:lnTo>
                    <a:pt x="1154810" y="19812"/>
                  </a:lnTo>
                  <a:lnTo>
                    <a:pt x="1246631" y="43561"/>
                  </a:lnTo>
                  <a:lnTo>
                    <a:pt x="1334897" y="75818"/>
                  </a:lnTo>
                  <a:lnTo>
                    <a:pt x="1419098" y="116459"/>
                  </a:lnTo>
                  <a:lnTo>
                    <a:pt x="1497964" y="165226"/>
                  </a:lnTo>
                  <a:lnTo>
                    <a:pt x="1572132" y="220852"/>
                  </a:lnTo>
                  <a:lnTo>
                    <a:pt x="1640204" y="282828"/>
                  </a:lnTo>
                  <a:lnTo>
                    <a:pt x="1702180" y="351789"/>
                  </a:lnTo>
                  <a:lnTo>
                    <a:pt x="1757806" y="425830"/>
                  </a:lnTo>
                  <a:lnTo>
                    <a:pt x="1805685" y="505587"/>
                  </a:lnTo>
                  <a:lnTo>
                    <a:pt x="1845945" y="589788"/>
                  </a:lnTo>
                  <a:lnTo>
                    <a:pt x="1878583" y="678434"/>
                  </a:lnTo>
                  <a:lnTo>
                    <a:pt x="1901952" y="771143"/>
                  </a:lnTo>
                  <a:lnTo>
                    <a:pt x="1916429" y="866775"/>
                  </a:lnTo>
                  <a:lnTo>
                    <a:pt x="1920494" y="915670"/>
                  </a:lnTo>
                  <a:lnTo>
                    <a:pt x="1921636" y="965708"/>
                  </a:lnTo>
                  <a:lnTo>
                    <a:pt x="1920494" y="1015111"/>
                  </a:lnTo>
                  <a:lnTo>
                    <a:pt x="1916810" y="1064514"/>
                  </a:lnTo>
                  <a:lnTo>
                    <a:pt x="1902332" y="1160145"/>
                  </a:lnTo>
                  <a:lnTo>
                    <a:pt x="1878583" y="1252854"/>
                  </a:lnTo>
                  <a:lnTo>
                    <a:pt x="1846326" y="1341501"/>
                  </a:lnTo>
                  <a:lnTo>
                    <a:pt x="1805685" y="1426083"/>
                  </a:lnTo>
                  <a:lnTo>
                    <a:pt x="1757806" y="1505458"/>
                  </a:lnTo>
                  <a:lnTo>
                    <a:pt x="1702180" y="1580006"/>
                  </a:lnTo>
                  <a:lnTo>
                    <a:pt x="1640204" y="1648460"/>
                  </a:lnTo>
                  <a:lnTo>
                    <a:pt x="1572132" y="1710816"/>
                  </a:lnTo>
                  <a:lnTo>
                    <a:pt x="1497964" y="1766442"/>
                  </a:lnTo>
                  <a:lnTo>
                    <a:pt x="1419098" y="1814829"/>
                  </a:lnTo>
                  <a:lnTo>
                    <a:pt x="1334897" y="1855470"/>
                  </a:lnTo>
                  <a:lnTo>
                    <a:pt x="1246631" y="1887727"/>
                  </a:lnTo>
                  <a:lnTo>
                    <a:pt x="1154429" y="1911477"/>
                  </a:lnTo>
                  <a:lnTo>
                    <a:pt x="1059560" y="1926463"/>
                  </a:lnTo>
                  <a:lnTo>
                    <a:pt x="1010157" y="1930018"/>
                  </a:lnTo>
                  <a:lnTo>
                    <a:pt x="961008" y="1931289"/>
                  </a:lnTo>
                  <a:lnTo>
                    <a:pt x="911605" y="1930018"/>
                  </a:lnTo>
                  <a:lnTo>
                    <a:pt x="862583" y="1926463"/>
                  </a:lnTo>
                  <a:lnTo>
                    <a:pt x="767333" y="1911477"/>
                  </a:lnTo>
                  <a:lnTo>
                    <a:pt x="675131" y="1887727"/>
                  </a:lnTo>
                  <a:lnTo>
                    <a:pt x="586867" y="1855470"/>
                  </a:lnTo>
                  <a:lnTo>
                    <a:pt x="503047" y="1814829"/>
                  </a:lnTo>
                  <a:lnTo>
                    <a:pt x="423799" y="1766442"/>
                  </a:lnTo>
                  <a:lnTo>
                    <a:pt x="349630" y="1710816"/>
                  </a:lnTo>
                  <a:lnTo>
                    <a:pt x="281558" y="1648460"/>
                  </a:lnTo>
                  <a:lnTo>
                    <a:pt x="219582" y="1580006"/>
                  </a:lnTo>
                  <a:lnTo>
                    <a:pt x="163956" y="1505458"/>
                  </a:lnTo>
                  <a:lnTo>
                    <a:pt x="116077" y="1426083"/>
                  </a:lnTo>
                  <a:lnTo>
                    <a:pt x="75311" y="1341501"/>
                  </a:lnTo>
                  <a:lnTo>
                    <a:pt x="43179" y="1252854"/>
                  </a:lnTo>
                  <a:lnTo>
                    <a:pt x="19430" y="1160145"/>
                  </a:lnTo>
                  <a:lnTo>
                    <a:pt x="4952" y="1064514"/>
                  </a:lnTo>
                  <a:lnTo>
                    <a:pt x="1269" y="1015111"/>
                  </a:lnTo>
                  <a:lnTo>
                    <a:pt x="0" y="965580"/>
                  </a:lnTo>
                  <a:lnTo>
                    <a:pt x="1269" y="916177"/>
                  </a:lnTo>
                  <a:lnTo>
                    <a:pt x="4952" y="866775"/>
                  </a:lnTo>
                  <a:lnTo>
                    <a:pt x="19430" y="771143"/>
                  </a:lnTo>
                  <a:lnTo>
                    <a:pt x="43179" y="678814"/>
                  </a:lnTo>
                  <a:lnTo>
                    <a:pt x="75311" y="589788"/>
                  </a:lnTo>
                  <a:lnTo>
                    <a:pt x="116077" y="505587"/>
                  </a:lnTo>
                  <a:lnTo>
                    <a:pt x="163956" y="425830"/>
                  </a:lnTo>
                  <a:lnTo>
                    <a:pt x="219582" y="351789"/>
                  </a:lnTo>
                  <a:lnTo>
                    <a:pt x="281558" y="282828"/>
                  </a:lnTo>
                  <a:lnTo>
                    <a:pt x="349630" y="220852"/>
                  </a:lnTo>
                  <a:lnTo>
                    <a:pt x="423672" y="165226"/>
                  </a:lnTo>
                  <a:lnTo>
                    <a:pt x="503047" y="116459"/>
                  </a:lnTo>
                  <a:lnTo>
                    <a:pt x="586867" y="75818"/>
                  </a:lnTo>
                  <a:lnTo>
                    <a:pt x="675131" y="43561"/>
                  </a:lnTo>
                  <a:lnTo>
                    <a:pt x="767333" y="19812"/>
                  </a:lnTo>
                  <a:lnTo>
                    <a:pt x="862583" y="4952"/>
                  </a:lnTo>
                  <a:lnTo>
                    <a:pt x="911605" y="1270"/>
                  </a:lnTo>
                  <a:lnTo>
                    <a:pt x="961008" y="0"/>
                  </a:lnTo>
                  <a:close/>
                </a:path>
              </a:pathLst>
            </a:custGeom>
            <a:noFill/>
            <a:ln cap="flat" cmpd="sng" w="28575">
              <a:solidFill>
                <a:srgbClr val="3DB8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0" name="Google Shape;740;p26"/>
          <p:cNvGrpSpPr/>
          <p:nvPr/>
        </p:nvGrpSpPr>
        <p:grpSpPr>
          <a:xfrm>
            <a:off x="7278623" y="0"/>
            <a:ext cx="4910328" cy="4414265"/>
            <a:chOff x="7278623" y="0"/>
            <a:chExt cx="4910328" cy="4414265"/>
          </a:xfrm>
        </p:grpSpPr>
        <p:pic>
          <p:nvPicPr>
            <p:cNvPr id="741" name="Google Shape;74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336023" y="2496947"/>
              <a:ext cx="1892807" cy="19024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2" name="Google Shape;742;p26"/>
            <p:cNvSpPr/>
            <p:nvPr/>
          </p:nvSpPr>
          <p:spPr>
            <a:xfrm>
              <a:off x="9321672" y="2482595"/>
              <a:ext cx="1922145" cy="1931670"/>
            </a:xfrm>
            <a:custGeom>
              <a:rect b="b" l="l" r="r" t="t"/>
              <a:pathLst>
                <a:path extrusionOk="0" h="1931670" w="1922145">
                  <a:moveTo>
                    <a:pt x="961008" y="0"/>
                  </a:moveTo>
                  <a:lnTo>
                    <a:pt x="1010538" y="1269"/>
                  </a:lnTo>
                  <a:lnTo>
                    <a:pt x="1059560" y="4952"/>
                  </a:lnTo>
                  <a:lnTo>
                    <a:pt x="1154810" y="19812"/>
                  </a:lnTo>
                  <a:lnTo>
                    <a:pt x="1246631" y="43561"/>
                  </a:lnTo>
                  <a:lnTo>
                    <a:pt x="1334897" y="75818"/>
                  </a:lnTo>
                  <a:lnTo>
                    <a:pt x="1419098" y="116458"/>
                  </a:lnTo>
                  <a:lnTo>
                    <a:pt x="1497965" y="165226"/>
                  </a:lnTo>
                  <a:lnTo>
                    <a:pt x="1572132" y="220852"/>
                  </a:lnTo>
                  <a:lnTo>
                    <a:pt x="1640204" y="282828"/>
                  </a:lnTo>
                  <a:lnTo>
                    <a:pt x="1702180" y="351789"/>
                  </a:lnTo>
                  <a:lnTo>
                    <a:pt x="1757806" y="425830"/>
                  </a:lnTo>
                  <a:lnTo>
                    <a:pt x="1805685" y="505587"/>
                  </a:lnTo>
                  <a:lnTo>
                    <a:pt x="1845945" y="589788"/>
                  </a:lnTo>
                  <a:lnTo>
                    <a:pt x="1878583" y="678433"/>
                  </a:lnTo>
                  <a:lnTo>
                    <a:pt x="1901952" y="771143"/>
                  </a:lnTo>
                  <a:lnTo>
                    <a:pt x="1916429" y="866775"/>
                  </a:lnTo>
                  <a:lnTo>
                    <a:pt x="1920494" y="915669"/>
                  </a:lnTo>
                  <a:lnTo>
                    <a:pt x="1921636" y="965707"/>
                  </a:lnTo>
                  <a:lnTo>
                    <a:pt x="1920494" y="1015111"/>
                  </a:lnTo>
                  <a:lnTo>
                    <a:pt x="1916810" y="1064514"/>
                  </a:lnTo>
                  <a:lnTo>
                    <a:pt x="1902332" y="1160145"/>
                  </a:lnTo>
                  <a:lnTo>
                    <a:pt x="1878583" y="1252854"/>
                  </a:lnTo>
                  <a:lnTo>
                    <a:pt x="1846326" y="1341501"/>
                  </a:lnTo>
                  <a:lnTo>
                    <a:pt x="1805685" y="1426083"/>
                  </a:lnTo>
                  <a:lnTo>
                    <a:pt x="1757806" y="1505458"/>
                  </a:lnTo>
                  <a:lnTo>
                    <a:pt x="1702180" y="1580006"/>
                  </a:lnTo>
                  <a:lnTo>
                    <a:pt x="1640204" y="1648459"/>
                  </a:lnTo>
                  <a:lnTo>
                    <a:pt x="1572132" y="1710816"/>
                  </a:lnTo>
                  <a:lnTo>
                    <a:pt x="1497965" y="1766442"/>
                  </a:lnTo>
                  <a:lnTo>
                    <a:pt x="1419098" y="1814829"/>
                  </a:lnTo>
                  <a:lnTo>
                    <a:pt x="1334897" y="1855470"/>
                  </a:lnTo>
                  <a:lnTo>
                    <a:pt x="1246631" y="1887727"/>
                  </a:lnTo>
                  <a:lnTo>
                    <a:pt x="1154429" y="1911477"/>
                  </a:lnTo>
                  <a:lnTo>
                    <a:pt x="1059560" y="1926462"/>
                  </a:lnTo>
                  <a:lnTo>
                    <a:pt x="1010157" y="1930018"/>
                  </a:lnTo>
                  <a:lnTo>
                    <a:pt x="961008" y="1931289"/>
                  </a:lnTo>
                  <a:lnTo>
                    <a:pt x="911605" y="1930018"/>
                  </a:lnTo>
                  <a:lnTo>
                    <a:pt x="862583" y="1926462"/>
                  </a:lnTo>
                  <a:lnTo>
                    <a:pt x="767333" y="1911477"/>
                  </a:lnTo>
                  <a:lnTo>
                    <a:pt x="675131" y="1887727"/>
                  </a:lnTo>
                  <a:lnTo>
                    <a:pt x="586867" y="1855470"/>
                  </a:lnTo>
                  <a:lnTo>
                    <a:pt x="503047" y="1814829"/>
                  </a:lnTo>
                  <a:lnTo>
                    <a:pt x="423799" y="1766442"/>
                  </a:lnTo>
                  <a:lnTo>
                    <a:pt x="349630" y="1710816"/>
                  </a:lnTo>
                  <a:lnTo>
                    <a:pt x="281558" y="1648459"/>
                  </a:lnTo>
                  <a:lnTo>
                    <a:pt x="219582" y="1580006"/>
                  </a:lnTo>
                  <a:lnTo>
                    <a:pt x="163956" y="1505458"/>
                  </a:lnTo>
                  <a:lnTo>
                    <a:pt x="116077" y="1426083"/>
                  </a:lnTo>
                  <a:lnTo>
                    <a:pt x="75310" y="1341501"/>
                  </a:lnTo>
                  <a:lnTo>
                    <a:pt x="43179" y="1252854"/>
                  </a:lnTo>
                  <a:lnTo>
                    <a:pt x="19430" y="1160145"/>
                  </a:lnTo>
                  <a:lnTo>
                    <a:pt x="4952" y="1064514"/>
                  </a:lnTo>
                  <a:lnTo>
                    <a:pt x="1270" y="1015111"/>
                  </a:lnTo>
                  <a:lnTo>
                    <a:pt x="0" y="965580"/>
                  </a:lnTo>
                  <a:lnTo>
                    <a:pt x="1270" y="916177"/>
                  </a:lnTo>
                  <a:lnTo>
                    <a:pt x="4952" y="866775"/>
                  </a:lnTo>
                  <a:lnTo>
                    <a:pt x="19430" y="771143"/>
                  </a:lnTo>
                  <a:lnTo>
                    <a:pt x="43179" y="678814"/>
                  </a:lnTo>
                  <a:lnTo>
                    <a:pt x="75310" y="589788"/>
                  </a:lnTo>
                  <a:lnTo>
                    <a:pt x="116077" y="505587"/>
                  </a:lnTo>
                  <a:lnTo>
                    <a:pt x="163956" y="425830"/>
                  </a:lnTo>
                  <a:lnTo>
                    <a:pt x="219582" y="351789"/>
                  </a:lnTo>
                  <a:lnTo>
                    <a:pt x="281558" y="282828"/>
                  </a:lnTo>
                  <a:lnTo>
                    <a:pt x="349630" y="220852"/>
                  </a:lnTo>
                  <a:lnTo>
                    <a:pt x="423672" y="165226"/>
                  </a:lnTo>
                  <a:lnTo>
                    <a:pt x="503047" y="116458"/>
                  </a:lnTo>
                  <a:lnTo>
                    <a:pt x="586867" y="75818"/>
                  </a:lnTo>
                  <a:lnTo>
                    <a:pt x="675131" y="43561"/>
                  </a:lnTo>
                  <a:lnTo>
                    <a:pt x="767333" y="19812"/>
                  </a:lnTo>
                  <a:lnTo>
                    <a:pt x="862583" y="4952"/>
                  </a:lnTo>
                  <a:lnTo>
                    <a:pt x="911605" y="1269"/>
                  </a:lnTo>
                  <a:lnTo>
                    <a:pt x="961008" y="0"/>
                  </a:lnTo>
                  <a:close/>
                </a:path>
              </a:pathLst>
            </a:custGeom>
            <a:noFill/>
            <a:ln cap="flat" cmpd="sng" w="28575">
              <a:solidFill>
                <a:srgbClr val="FFA8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43" name="Google Shape;743;p2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378439" y="2076221"/>
              <a:ext cx="914145" cy="9143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4" name="Google Shape;744;p26"/>
            <p:cNvSpPr/>
            <p:nvPr/>
          </p:nvSpPr>
          <p:spPr>
            <a:xfrm>
              <a:off x="10378439" y="2076195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457200"/>
                  </a:moveTo>
                  <a:lnTo>
                    <a:pt x="2359" y="410458"/>
                  </a:lnTo>
                  <a:lnTo>
                    <a:pt x="9284" y="365066"/>
                  </a:lnTo>
                  <a:lnTo>
                    <a:pt x="20545" y="321253"/>
                  </a:lnTo>
                  <a:lnTo>
                    <a:pt x="35913" y="279249"/>
                  </a:lnTo>
                  <a:lnTo>
                    <a:pt x="55157" y="239283"/>
                  </a:lnTo>
                  <a:lnTo>
                    <a:pt x="78049" y="201587"/>
                  </a:lnTo>
                  <a:lnTo>
                    <a:pt x="104359" y="166390"/>
                  </a:lnTo>
                  <a:lnTo>
                    <a:pt x="133857" y="133921"/>
                  </a:lnTo>
                  <a:lnTo>
                    <a:pt x="166314" y="104411"/>
                  </a:lnTo>
                  <a:lnTo>
                    <a:pt x="201500" y="78090"/>
                  </a:lnTo>
                  <a:lnTo>
                    <a:pt x="239186" y="55187"/>
                  </a:lnTo>
                  <a:lnTo>
                    <a:pt x="279142" y="35933"/>
                  </a:lnTo>
                  <a:lnTo>
                    <a:pt x="321138" y="20557"/>
                  </a:lnTo>
                  <a:lnTo>
                    <a:pt x="364944" y="9289"/>
                  </a:lnTo>
                  <a:lnTo>
                    <a:pt x="410333" y="2360"/>
                  </a:lnTo>
                  <a:lnTo>
                    <a:pt x="457073" y="0"/>
                  </a:lnTo>
                  <a:lnTo>
                    <a:pt x="503812" y="2360"/>
                  </a:lnTo>
                  <a:lnTo>
                    <a:pt x="549201" y="9289"/>
                  </a:lnTo>
                  <a:lnTo>
                    <a:pt x="593007" y="20557"/>
                  </a:lnTo>
                  <a:lnTo>
                    <a:pt x="635003" y="35933"/>
                  </a:lnTo>
                  <a:lnTo>
                    <a:pt x="674959" y="55187"/>
                  </a:lnTo>
                  <a:lnTo>
                    <a:pt x="712645" y="78090"/>
                  </a:lnTo>
                  <a:lnTo>
                    <a:pt x="747831" y="104411"/>
                  </a:lnTo>
                  <a:lnTo>
                    <a:pt x="780288" y="133921"/>
                  </a:lnTo>
                  <a:lnTo>
                    <a:pt x="809786" y="166390"/>
                  </a:lnTo>
                  <a:lnTo>
                    <a:pt x="836096" y="201587"/>
                  </a:lnTo>
                  <a:lnTo>
                    <a:pt x="858988" y="239283"/>
                  </a:lnTo>
                  <a:lnTo>
                    <a:pt x="878232" y="279249"/>
                  </a:lnTo>
                  <a:lnTo>
                    <a:pt x="893600" y="321253"/>
                  </a:lnTo>
                  <a:lnTo>
                    <a:pt x="904861" y="365066"/>
                  </a:lnTo>
                  <a:lnTo>
                    <a:pt x="911786" y="410458"/>
                  </a:lnTo>
                  <a:lnTo>
                    <a:pt x="914145" y="457200"/>
                  </a:lnTo>
                  <a:lnTo>
                    <a:pt x="911786" y="503941"/>
                  </a:lnTo>
                  <a:lnTo>
                    <a:pt x="904861" y="549333"/>
                  </a:lnTo>
                  <a:lnTo>
                    <a:pt x="893600" y="593146"/>
                  </a:lnTo>
                  <a:lnTo>
                    <a:pt x="878232" y="635150"/>
                  </a:lnTo>
                  <a:lnTo>
                    <a:pt x="858988" y="675116"/>
                  </a:lnTo>
                  <a:lnTo>
                    <a:pt x="836096" y="712812"/>
                  </a:lnTo>
                  <a:lnTo>
                    <a:pt x="809786" y="748009"/>
                  </a:lnTo>
                  <a:lnTo>
                    <a:pt x="780288" y="780478"/>
                  </a:lnTo>
                  <a:lnTo>
                    <a:pt x="747831" y="809988"/>
                  </a:lnTo>
                  <a:lnTo>
                    <a:pt x="712645" y="836309"/>
                  </a:lnTo>
                  <a:lnTo>
                    <a:pt x="674959" y="859212"/>
                  </a:lnTo>
                  <a:lnTo>
                    <a:pt x="635003" y="878466"/>
                  </a:lnTo>
                  <a:lnTo>
                    <a:pt x="593007" y="893842"/>
                  </a:lnTo>
                  <a:lnTo>
                    <a:pt x="549201" y="905110"/>
                  </a:lnTo>
                  <a:lnTo>
                    <a:pt x="503812" y="912039"/>
                  </a:lnTo>
                  <a:lnTo>
                    <a:pt x="457073" y="914400"/>
                  </a:lnTo>
                  <a:lnTo>
                    <a:pt x="410333" y="912039"/>
                  </a:lnTo>
                  <a:lnTo>
                    <a:pt x="364944" y="905110"/>
                  </a:lnTo>
                  <a:lnTo>
                    <a:pt x="321138" y="893842"/>
                  </a:lnTo>
                  <a:lnTo>
                    <a:pt x="279142" y="878466"/>
                  </a:lnTo>
                  <a:lnTo>
                    <a:pt x="239186" y="859212"/>
                  </a:lnTo>
                  <a:lnTo>
                    <a:pt x="201500" y="836309"/>
                  </a:lnTo>
                  <a:lnTo>
                    <a:pt x="166314" y="809988"/>
                  </a:lnTo>
                  <a:lnTo>
                    <a:pt x="133857" y="780478"/>
                  </a:lnTo>
                  <a:lnTo>
                    <a:pt x="104359" y="748009"/>
                  </a:lnTo>
                  <a:lnTo>
                    <a:pt x="78049" y="712812"/>
                  </a:lnTo>
                  <a:lnTo>
                    <a:pt x="55157" y="675116"/>
                  </a:lnTo>
                  <a:lnTo>
                    <a:pt x="35913" y="635150"/>
                  </a:lnTo>
                  <a:lnTo>
                    <a:pt x="20545" y="593146"/>
                  </a:lnTo>
                  <a:lnTo>
                    <a:pt x="9284" y="549333"/>
                  </a:lnTo>
                  <a:lnTo>
                    <a:pt x="2359" y="503941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45" name="Google Shape;745;p2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525511" y="859789"/>
              <a:ext cx="914146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6" name="Google Shape;746;p26"/>
            <p:cNvSpPr/>
            <p:nvPr/>
          </p:nvSpPr>
          <p:spPr>
            <a:xfrm>
              <a:off x="7525511" y="859789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457200"/>
                  </a:moveTo>
                  <a:lnTo>
                    <a:pt x="2359" y="410437"/>
                  </a:lnTo>
                  <a:lnTo>
                    <a:pt x="9284" y="365029"/>
                  </a:lnTo>
                  <a:lnTo>
                    <a:pt x="20545" y="321206"/>
                  </a:lnTo>
                  <a:lnTo>
                    <a:pt x="35913" y="279195"/>
                  </a:lnTo>
                  <a:lnTo>
                    <a:pt x="55157" y="239227"/>
                  </a:lnTo>
                  <a:lnTo>
                    <a:pt x="78049" y="201531"/>
                  </a:lnTo>
                  <a:lnTo>
                    <a:pt x="104359" y="166337"/>
                  </a:lnTo>
                  <a:lnTo>
                    <a:pt x="133857" y="133873"/>
                  </a:lnTo>
                  <a:lnTo>
                    <a:pt x="166314" y="104370"/>
                  </a:lnTo>
                  <a:lnTo>
                    <a:pt x="201500" y="78056"/>
                  </a:lnTo>
                  <a:lnTo>
                    <a:pt x="239186" y="55161"/>
                  </a:lnTo>
                  <a:lnTo>
                    <a:pt x="279142" y="35915"/>
                  </a:lnTo>
                  <a:lnTo>
                    <a:pt x="321138" y="20546"/>
                  </a:lnTo>
                  <a:lnTo>
                    <a:pt x="364944" y="9284"/>
                  </a:lnTo>
                  <a:lnTo>
                    <a:pt x="410333" y="2359"/>
                  </a:lnTo>
                  <a:lnTo>
                    <a:pt x="457073" y="0"/>
                  </a:lnTo>
                  <a:lnTo>
                    <a:pt x="503812" y="2359"/>
                  </a:lnTo>
                  <a:lnTo>
                    <a:pt x="549201" y="9284"/>
                  </a:lnTo>
                  <a:lnTo>
                    <a:pt x="593007" y="20546"/>
                  </a:lnTo>
                  <a:lnTo>
                    <a:pt x="635003" y="35915"/>
                  </a:lnTo>
                  <a:lnTo>
                    <a:pt x="674959" y="55161"/>
                  </a:lnTo>
                  <a:lnTo>
                    <a:pt x="712645" y="78056"/>
                  </a:lnTo>
                  <a:lnTo>
                    <a:pt x="747831" y="104370"/>
                  </a:lnTo>
                  <a:lnTo>
                    <a:pt x="780288" y="133873"/>
                  </a:lnTo>
                  <a:lnTo>
                    <a:pt x="809786" y="166337"/>
                  </a:lnTo>
                  <a:lnTo>
                    <a:pt x="836096" y="201531"/>
                  </a:lnTo>
                  <a:lnTo>
                    <a:pt x="858988" y="239227"/>
                  </a:lnTo>
                  <a:lnTo>
                    <a:pt x="878232" y="279195"/>
                  </a:lnTo>
                  <a:lnTo>
                    <a:pt x="893600" y="321206"/>
                  </a:lnTo>
                  <a:lnTo>
                    <a:pt x="904861" y="365029"/>
                  </a:lnTo>
                  <a:lnTo>
                    <a:pt x="911786" y="410437"/>
                  </a:lnTo>
                  <a:lnTo>
                    <a:pt x="914146" y="457200"/>
                  </a:lnTo>
                  <a:lnTo>
                    <a:pt x="911786" y="503941"/>
                  </a:lnTo>
                  <a:lnTo>
                    <a:pt x="904861" y="549333"/>
                  </a:lnTo>
                  <a:lnTo>
                    <a:pt x="893600" y="593146"/>
                  </a:lnTo>
                  <a:lnTo>
                    <a:pt x="878232" y="635150"/>
                  </a:lnTo>
                  <a:lnTo>
                    <a:pt x="858988" y="675116"/>
                  </a:lnTo>
                  <a:lnTo>
                    <a:pt x="836096" y="712812"/>
                  </a:lnTo>
                  <a:lnTo>
                    <a:pt x="809786" y="748009"/>
                  </a:lnTo>
                  <a:lnTo>
                    <a:pt x="780288" y="780478"/>
                  </a:lnTo>
                  <a:lnTo>
                    <a:pt x="747831" y="809988"/>
                  </a:lnTo>
                  <a:lnTo>
                    <a:pt x="712645" y="836309"/>
                  </a:lnTo>
                  <a:lnTo>
                    <a:pt x="674959" y="859212"/>
                  </a:lnTo>
                  <a:lnTo>
                    <a:pt x="635003" y="878466"/>
                  </a:lnTo>
                  <a:lnTo>
                    <a:pt x="593007" y="893842"/>
                  </a:lnTo>
                  <a:lnTo>
                    <a:pt x="549201" y="905110"/>
                  </a:lnTo>
                  <a:lnTo>
                    <a:pt x="503812" y="912039"/>
                  </a:lnTo>
                  <a:lnTo>
                    <a:pt x="457073" y="914400"/>
                  </a:lnTo>
                  <a:lnTo>
                    <a:pt x="410333" y="912039"/>
                  </a:lnTo>
                  <a:lnTo>
                    <a:pt x="364944" y="905110"/>
                  </a:lnTo>
                  <a:lnTo>
                    <a:pt x="321138" y="893842"/>
                  </a:lnTo>
                  <a:lnTo>
                    <a:pt x="279142" y="878466"/>
                  </a:lnTo>
                  <a:lnTo>
                    <a:pt x="239186" y="859212"/>
                  </a:lnTo>
                  <a:lnTo>
                    <a:pt x="201500" y="836309"/>
                  </a:lnTo>
                  <a:lnTo>
                    <a:pt x="166314" y="809988"/>
                  </a:lnTo>
                  <a:lnTo>
                    <a:pt x="133857" y="780478"/>
                  </a:lnTo>
                  <a:lnTo>
                    <a:pt x="104359" y="748009"/>
                  </a:lnTo>
                  <a:lnTo>
                    <a:pt x="78049" y="712812"/>
                  </a:lnTo>
                  <a:lnTo>
                    <a:pt x="55157" y="675116"/>
                  </a:lnTo>
                  <a:lnTo>
                    <a:pt x="35913" y="635150"/>
                  </a:lnTo>
                  <a:lnTo>
                    <a:pt x="20545" y="593146"/>
                  </a:lnTo>
                  <a:lnTo>
                    <a:pt x="9284" y="549333"/>
                  </a:lnTo>
                  <a:lnTo>
                    <a:pt x="2359" y="503941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cap="flat" cmpd="sng" w="190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47" name="Google Shape;747;p2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278623" y="0"/>
              <a:ext cx="4910328" cy="21493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8" name="Google Shape;748;p26"/>
          <p:cNvSpPr txBox="1"/>
          <p:nvPr/>
        </p:nvSpPr>
        <p:spPr>
          <a:xfrm>
            <a:off x="1176655" y="3617785"/>
            <a:ext cx="1941830" cy="8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065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Répartissez vous  en  équipes de 5 à 6  étudiants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9" name="Google Shape;749;p26"/>
          <p:cNvGrpSpPr/>
          <p:nvPr/>
        </p:nvGrpSpPr>
        <p:grpSpPr>
          <a:xfrm>
            <a:off x="2377439" y="1070102"/>
            <a:ext cx="914400" cy="914400"/>
            <a:chOff x="2377439" y="1070102"/>
            <a:chExt cx="914400" cy="914400"/>
          </a:xfrm>
        </p:grpSpPr>
        <p:pic>
          <p:nvPicPr>
            <p:cNvPr id="750" name="Google Shape;750;p2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377439" y="1070127"/>
              <a:ext cx="914146" cy="9143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1" name="Google Shape;751;p26"/>
            <p:cNvSpPr/>
            <p:nvPr/>
          </p:nvSpPr>
          <p:spPr>
            <a:xfrm>
              <a:off x="2377439" y="1070102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457200"/>
                  </a:moveTo>
                  <a:lnTo>
                    <a:pt x="2359" y="410458"/>
                  </a:lnTo>
                  <a:lnTo>
                    <a:pt x="9284" y="365066"/>
                  </a:lnTo>
                  <a:lnTo>
                    <a:pt x="20545" y="321253"/>
                  </a:lnTo>
                  <a:lnTo>
                    <a:pt x="35913" y="279249"/>
                  </a:lnTo>
                  <a:lnTo>
                    <a:pt x="55157" y="239283"/>
                  </a:lnTo>
                  <a:lnTo>
                    <a:pt x="78049" y="201587"/>
                  </a:lnTo>
                  <a:lnTo>
                    <a:pt x="104359" y="166390"/>
                  </a:lnTo>
                  <a:lnTo>
                    <a:pt x="133857" y="133921"/>
                  </a:lnTo>
                  <a:lnTo>
                    <a:pt x="166314" y="104411"/>
                  </a:lnTo>
                  <a:lnTo>
                    <a:pt x="201500" y="78090"/>
                  </a:lnTo>
                  <a:lnTo>
                    <a:pt x="239186" y="55187"/>
                  </a:lnTo>
                  <a:lnTo>
                    <a:pt x="279142" y="35933"/>
                  </a:lnTo>
                  <a:lnTo>
                    <a:pt x="321138" y="20557"/>
                  </a:lnTo>
                  <a:lnTo>
                    <a:pt x="364944" y="9289"/>
                  </a:lnTo>
                  <a:lnTo>
                    <a:pt x="410333" y="2360"/>
                  </a:lnTo>
                  <a:lnTo>
                    <a:pt x="457073" y="0"/>
                  </a:lnTo>
                  <a:lnTo>
                    <a:pt x="503812" y="2360"/>
                  </a:lnTo>
                  <a:lnTo>
                    <a:pt x="549201" y="9289"/>
                  </a:lnTo>
                  <a:lnTo>
                    <a:pt x="593007" y="20557"/>
                  </a:lnTo>
                  <a:lnTo>
                    <a:pt x="635003" y="35933"/>
                  </a:lnTo>
                  <a:lnTo>
                    <a:pt x="674959" y="55187"/>
                  </a:lnTo>
                  <a:lnTo>
                    <a:pt x="712645" y="78090"/>
                  </a:lnTo>
                  <a:lnTo>
                    <a:pt x="747831" y="104411"/>
                  </a:lnTo>
                  <a:lnTo>
                    <a:pt x="780288" y="133921"/>
                  </a:lnTo>
                  <a:lnTo>
                    <a:pt x="809786" y="166390"/>
                  </a:lnTo>
                  <a:lnTo>
                    <a:pt x="836096" y="201587"/>
                  </a:lnTo>
                  <a:lnTo>
                    <a:pt x="858988" y="239283"/>
                  </a:lnTo>
                  <a:lnTo>
                    <a:pt x="878232" y="279249"/>
                  </a:lnTo>
                  <a:lnTo>
                    <a:pt x="893600" y="321253"/>
                  </a:lnTo>
                  <a:lnTo>
                    <a:pt x="904861" y="365066"/>
                  </a:lnTo>
                  <a:lnTo>
                    <a:pt x="911786" y="410458"/>
                  </a:lnTo>
                  <a:lnTo>
                    <a:pt x="914146" y="457200"/>
                  </a:lnTo>
                  <a:lnTo>
                    <a:pt x="911786" y="503941"/>
                  </a:lnTo>
                  <a:lnTo>
                    <a:pt x="904861" y="549333"/>
                  </a:lnTo>
                  <a:lnTo>
                    <a:pt x="893600" y="593146"/>
                  </a:lnTo>
                  <a:lnTo>
                    <a:pt x="878232" y="635150"/>
                  </a:lnTo>
                  <a:lnTo>
                    <a:pt x="858988" y="675116"/>
                  </a:lnTo>
                  <a:lnTo>
                    <a:pt x="836096" y="712812"/>
                  </a:lnTo>
                  <a:lnTo>
                    <a:pt x="809786" y="748009"/>
                  </a:lnTo>
                  <a:lnTo>
                    <a:pt x="780288" y="780478"/>
                  </a:lnTo>
                  <a:lnTo>
                    <a:pt x="747831" y="809988"/>
                  </a:lnTo>
                  <a:lnTo>
                    <a:pt x="712645" y="836309"/>
                  </a:lnTo>
                  <a:lnTo>
                    <a:pt x="674959" y="859212"/>
                  </a:lnTo>
                  <a:lnTo>
                    <a:pt x="635003" y="878466"/>
                  </a:lnTo>
                  <a:lnTo>
                    <a:pt x="593007" y="893842"/>
                  </a:lnTo>
                  <a:lnTo>
                    <a:pt x="549201" y="905110"/>
                  </a:lnTo>
                  <a:lnTo>
                    <a:pt x="503812" y="912039"/>
                  </a:lnTo>
                  <a:lnTo>
                    <a:pt x="457073" y="914400"/>
                  </a:lnTo>
                  <a:lnTo>
                    <a:pt x="410333" y="912039"/>
                  </a:lnTo>
                  <a:lnTo>
                    <a:pt x="364944" y="905110"/>
                  </a:lnTo>
                  <a:lnTo>
                    <a:pt x="321138" y="893842"/>
                  </a:lnTo>
                  <a:lnTo>
                    <a:pt x="279142" y="878466"/>
                  </a:lnTo>
                  <a:lnTo>
                    <a:pt x="239186" y="859212"/>
                  </a:lnTo>
                  <a:lnTo>
                    <a:pt x="201500" y="836309"/>
                  </a:lnTo>
                  <a:lnTo>
                    <a:pt x="166314" y="809988"/>
                  </a:lnTo>
                  <a:lnTo>
                    <a:pt x="133858" y="780478"/>
                  </a:lnTo>
                  <a:lnTo>
                    <a:pt x="104359" y="748009"/>
                  </a:lnTo>
                  <a:lnTo>
                    <a:pt x="78049" y="712812"/>
                  </a:lnTo>
                  <a:lnTo>
                    <a:pt x="55157" y="675116"/>
                  </a:lnTo>
                  <a:lnTo>
                    <a:pt x="35913" y="635150"/>
                  </a:lnTo>
                  <a:lnTo>
                    <a:pt x="20545" y="593146"/>
                  </a:lnTo>
                  <a:lnTo>
                    <a:pt x="9284" y="549333"/>
                  </a:lnTo>
                  <a:lnTo>
                    <a:pt x="2359" y="503941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cap="flat" cmpd="sng" w="190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2" name="Google Shape;752;p26"/>
          <p:cNvSpPr txBox="1"/>
          <p:nvPr/>
        </p:nvSpPr>
        <p:spPr>
          <a:xfrm>
            <a:off x="4085716" y="5114607"/>
            <a:ext cx="1370330" cy="57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15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Vous disposez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de 10 minutes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3" name="Google Shape;753;p26"/>
          <p:cNvGrpSpPr/>
          <p:nvPr/>
        </p:nvGrpSpPr>
        <p:grpSpPr>
          <a:xfrm>
            <a:off x="4471415" y="2286533"/>
            <a:ext cx="923925" cy="915137"/>
            <a:chOff x="4471415" y="2286533"/>
            <a:chExt cx="923925" cy="915137"/>
          </a:xfrm>
        </p:grpSpPr>
        <p:pic>
          <p:nvPicPr>
            <p:cNvPr id="754" name="Google Shape;754;p2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471415" y="2286533"/>
              <a:ext cx="923543" cy="914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5" name="Google Shape;755;p26"/>
            <p:cNvSpPr/>
            <p:nvPr/>
          </p:nvSpPr>
          <p:spPr>
            <a:xfrm>
              <a:off x="4471415" y="2286635"/>
              <a:ext cx="923925" cy="915035"/>
            </a:xfrm>
            <a:custGeom>
              <a:rect b="b" l="l" r="r" t="t"/>
              <a:pathLst>
                <a:path extrusionOk="0" h="915035" w="923925">
                  <a:moveTo>
                    <a:pt x="0" y="457200"/>
                  </a:moveTo>
                  <a:lnTo>
                    <a:pt x="2384" y="410458"/>
                  </a:lnTo>
                  <a:lnTo>
                    <a:pt x="9382" y="365066"/>
                  </a:lnTo>
                  <a:lnTo>
                    <a:pt x="20761" y="321253"/>
                  </a:lnTo>
                  <a:lnTo>
                    <a:pt x="36290" y="279249"/>
                  </a:lnTo>
                  <a:lnTo>
                    <a:pt x="55736" y="239283"/>
                  </a:lnTo>
                  <a:lnTo>
                    <a:pt x="78866" y="201587"/>
                  </a:lnTo>
                  <a:lnTo>
                    <a:pt x="105450" y="166390"/>
                  </a:lnTo>
                  <a:lnTo>
                    <a:pt x="135254" y="133921"/>
                  </a:lnTo>
                  <a:lnTo>
                    <a:pt x="168047" y="104411"/>
                  </a:lnTo>
                  <a:lnTo>
                    <a:pt x="203596" y="78090"/>
                  </a:lnTo>
                  <a:lnTo>
                    <a:pt x="241670" y="55187"/>
                  </a:lnTo>
                  <a:lnTo>
                    <a:pt x="282035" y="35933"/>
                  </a:lnTo>
                  <a:lnTo>
                    <a:pt x="324460" y="20557"/>
                  </a:lnTo>
                  <a:lnTo>
                    <a:pt x="368712" y="9289"/>
                  </a:lnTo>
                  <a:lnTo>
                    <a:pt x="414560" y="2360"/>
                  </a:lnTo>
                  <a:lnTo>
                    <a:pt x="461772" y="0"/>
                  </a:lnTo>
                  <a:lnTo>
                    <a:pt x="508983" y="2360"/>
                  </a:lnTo>
                  <a:lnTo>
                    <a:pt x="554831" y="9289"/>
                  </a:lnTo>
                  <a:lnTo>
                    <a:pt x="599083" y="20557"/>
                  </a:lnTo>
                  <a:lnTo>
                    <a:pt x="641508" y="35933"/>
                  </a:lnTo>
                  <a:lnTo>
                    <a:pt x="681873" y="55187"/>
                  </a:lnTo>
                  <a:lnTo>
                    <a:pt x="719947" y="78090"/>
                  </a:lnTo>
                  <a:lnTo>
                    <a:pt x="755496" y="104411"/>
                  </a:lnTo>
                  <a:lnTo>
                    <a:pt x="788289" y="133921"/>
                  </a:lnTo>
                  <a:lnTo>
                    <a:pt x="818093" y="166390"/>
                  </a:lnTo>
                  <a:lnTo>
                    <a:pt x="844677" y="201587"/>
                  </a:lnTo>
                  <a:lnTo>
                    <a:pt x="867807" y="239283"/>
                  </a:lnTo>
                  <a:lnTo>
                    <a:pt x="887253" y="279249"/>
                  </a:lnTo>
                  <a:lnTo>
                    <a:pt x="902782" y="321253"/>
                  </a:lnTo>
                  <a:lnTo>
                    <a:pt x="914161" y="365066"/>
                  </a:lnTo>
                  <a:lnTo>
                    <a:pt x="921159" y="410458"/>
                  </a:lnTo>
                  <a:lnTo>
                    <a:pt x="923544" y="457200"/>
                  </a:lnTo>
                  <a:lnTo>
                    <a:pt x="921159" y="503963"/>
                  </a:lnTo>
                  <a:lnTo>
                    <a:pt x="914161" y="549375"/>
                  </a:lnTo>
                  <a:lnTo>
                    <a:pt x="902782" y="593205"/>
                  </a:lnTo>
                  <a:lnTo>
                    <a:pt x="887253" y="635224"/>
                  </a:lnTo>
                  <a:lnTo>
                    <a:pt x="867807" y="675201"/>
                  </a:lnTo>
                  <a:lnTo>
                    <a:pt x="844677" y="712908"/>
                  </a:lnTo>
                  <a:lnTo>
                    <a:pt x="818093" y="748114"/>
                  </a:lnTo>
                  <a:lnTo>
                    <a:pt x="788289" y="780589"/>
                  </a:lnTo>
                  <a:lnTo>
                    <a:pt x="755496" y="810104"/>
                  </a:lnTo>
                  <a:lnTo>
                    <a:pt x="719947" y="836430"/>
                  </a:lnTo>
                  <a:lnTo>
                    <a:pt x="681873" y="859335"/>
                  </a:lnTo>
                  <a:lnTo>
                    <a:pt x="641508" y="878591"/>
                  </a:lnTo>
                  <a:lnTo>
                    <a:pt x="599083" y="893968"/>
                  </a:lnTo>
                  <a:lnTo>
                    <a:pt x="554831" y="905236"/>
                  </a:lnTo>
                  <a:lnTo>
                    <a:pt x="508983" y="912166"/>
                  </a:lnTo>
                  <a:lnTo>
                    <a:pt x="461772" y="914526"/>
                  </a:lnTo>
                  <a:lnTo>
                    <a:pt x="414560" y="912166"/>
                  </a:lnTo>
                  <a:lnTo>
                    <a:pt x="368712" y="905236"/>
                  </a:lnTo>
                  <a:lnTo>
                    <a:pt x="324460" y="893968"/>
                  </a:lnTo>
                  <a:lnTo>
                    <a:pt x="282035" y="878591"/>
                  </a:lnTo>
                  <a:lnTo>
                    <a:pt x="241670" y="859335"/>
                  </a:lnTo>
                  <a:lnTo>
                    <a:pt x="203596" y="836430"/>
                  </a:lnTo>
                  <a:lnTo>
                    <a:pt x="168047" y="810104"/>
                  </a:lnTo>
                  <a:lnTo>
                    <a:pt x="135254" y="780589"/>
                  </a:lnTo>
                  <a:lnTo>
                    <a:pt x="105450" y="748114"/>
                  </a:lnTo>
                  <a:lnTo>
                    <a:pt x="78866" y="712908"/>
                  </a:lnTo>
                  <a:lnTo>
                    <a:pt x="55736" y="675201"/>
                  </a:lnTo>
                  <a:lnTo>
                    <a:pt x="36290" y="635224"/>
                  </a:lnTo>
                  <a:lnTo>
                    <a:pt x="20761" y="593205"/>
                  </a:lnTo>
                  <a:lnTo>
                    <a:pt x="9382" y="549375"/>
                  </a:lnTo>
                  <a:lnTo>
                    <a:pt x="2384" y="503963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6" name="Google Shape;756;p26"/>
          <p:cNvSpPr txBox="1"/>
          <p:nvPr/>
        </p:nvSpPr>
        <p:spPr>
          <a:xfrm>
            <a:off x="5701029" y="3957954"/>
            <a:ext cx="2984500" cy="850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333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 u="sng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T.A.F: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24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fr-FR" sz="1800" u="sng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Visioner la vidéo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u="sng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https://youtu.be/HSnWBfeuKqg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6"/>
          <p:cNvSpPr txBox="1"/>
          <p:nvPr/>
        </p:nvSpPr>
        <p:spPr>
          <a:xfrm>
            <a:off x="5865621" y="5057457"/>
            <a:ext cx="2654300" cy="57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45720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Dégagez les forces  concurrentielles du marché.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6"/>
          <p:cNvSpPr txBox="1"/>
          <p:nvPr/>
        </p:nvSpPr>
        <p:spPr>
          <a:xfrm>
            <a:off x="9399905" y="4697412"/>
            <a:ext cx="2247265" cy="8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Nommez un rapporteur  par équipe pour  répondre 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6"/>
          <p:cNvSpPr txBox="1"/>
          <p:nvPr>
            <p:ph type="title"/>
          </p:nvPr>
        </p:nvSpPr>
        <p:spPr>
          <a:xfrm>
            <a:off x="78739" y="714756"/>
            <a:ext cx="2924175" cy="509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150">
                <a:solidFill>
                  <a:srgbClr val="006F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régles du jeu :</a:t>
            </a:r>
            <a:endParaRPr sz="31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0" name="Google Shape;760;p26"/>
          <p:cNvSpPr txBox="1"/>
          <p:nvPr/>
        </p:nvSpPr>
        <p:spPr>
          <a:xfrm>
            <a:off x="10837750" y="62937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6" name="Google Shape;766;p27"/>
          <p:cNvGrpSpPr/>
          <p:nvPr/>
        </p:nvGrpSpPr>
        <p:grpSpPr>
          <a:xfrm>
            <a:off x="3742276" y="1025404"/>
            <a:ext cx="4323063" cy="4209601"/>
            <a:chOff x="5900824" y="3005025"/>
            <a:chExt cx="6484595" cy="6314402"/>
          </a:xfrm>
        </p:grpSpPr>
        <p:sp>
          <p:nvSpPr>
            <p:cNvPr id="767" name="Google Shape;767;p27"/>
            <p:cNvSpPr/>
            <p:nvPr/>
          </p:nvSpPr>
          <p:spPr>
            <a:xfrm>
              <a:off x="6394537" y="3547521"/>
              <a:ext cx="5510033" cy="5345561"/>
            </a:xfrm>
            <a:custGeom>
              <a:rect b="b" l="l" r="r" t="t"/>
              <a:pathLst>
                <a:path extrusionOk="0" h="21327" w="20907">
                  <a:moveTo>
                    <a:pt x="8052" y="820"/>
                  </a:moveTo>
                  <a:lnTo>
                    <a:pt x="1683" y="5686"/>
                  </a:lnTo>
                  <a:cubicBezTo>
                    <a:pt x="252" y="6780"/>
                    <a:pt x="-347" y="8718"/>
                    <a:pt x="200" y="10487"/>
                  </a:cubicBezTo>
                  <a:lnTo>
                    <a:pt x="2633" y="18360"/>
                  </a:lnTo>
                  <a:cubicBezTo>
                    <a:pt x="3180" y="20130"/>
                    <a:pt x="4748" y="21327"/>
                    <a:pt x="6517" y="21327"/>
                  </a:cubicBezTo>
                  <a:lnTo>
                    <a:pt x="14389" y="21327"/>
                  </a:lnTo>
                  <a:cubicBezTo>
                    <a:pt x="16158" y="21327"/>
                    <a:pt x="17726" y="20129"/>
                    <a:pt x="18273" y="18360"/>
                  </a:cubicBezTo>
                  <a:lnTo>
                    <a:pt x="20706" y="10487"/>
                  </a:lnTo>
                  <a:cubicBezTo>
                    <a:pt x="21253" y="8718"/>
                    <a:pt x="20654" y="6780"/>
                    <a:pt x="19223" y="5686"/>
                  </a:cubicBezTo>
                  <a:lnTo>
                    <a:pt x="12854" y="820"/>
                  </a:lnTo>
                  <a:cubicBezTo>
                    <a:pt x="11421" y="-273"/>
                    <a:pt x="9483" y="-273"/>
                    <a:pt x="8052" y="820"/>
                  </a:cubicBezTo>
                  <a:close/>
                </a:path>
              </a:pathLst>
            </a:custGeom>
            <a:solidFill>
              <a:srgbClr val="EBECED"/>
            </a:solidFill>
            <a:ln>
              <a:noFill/>
            </a:ln>
          </p:spPr>
          <p:txBody>
            <a:bodyPr anchorCtr="0" anchor="ctr" bIns="38075" lIns="38075" spcFirstLastPara="1" rIns="38075" wrap="square" tIns="38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27"/>
            <p:cNvSpPr/>
            <p:nvPr/>
          </p:nvSpPr>
          <p:spPr>
            <a:xfrm>
              <a:off x="9257344" y="5320596"/>
              <a:ext cx="2728016" cy="3998831"/>
            </a:xfrm>
            <a:custGeom>
              <a:rect b="b" l="l" r="r" t="t"/>
              <a:pathLst>
                <a:path extrusionOk="0" h="21592" w="19088">
                  <a:moveTo>
                    <a:pt x="12259" y="0"/>
                  </a:moveTo>
                  <a:lnTo>
                    <a:pt x="6551" y="13409"/>
                  </a:lnTo>
                  <a:lnTo>
                    <a:pt x="4636" y="17908"/>
                  </a:lnTo>
                  <a:cubicBezTo>
                    <a:pt x="3908" y="19618"/>
                    <a:pt x="2218" y="20928"/>
                    <a:pt x="123" y="21534"/>
                  </a:cubicBezTo>
                  <a:cubicBezTo>
                    <a:pt x="82" y="21546"/>
                    <a:pt x="42" y="21560"/>
                    <a:pt x="0" y="21571"/>
                  </a:cubicBezTo>
                  <a:lnTo>
                    <a:pt x="8570" y="21592"/>
                  </a:lnTo>
                  <a:cubicBezTo>
                    <a:pt x="11833" y="21600"/>
                    <a:pt x="14731" y="19985"/>
                    <a:pt x="15749" y="17593"/>
                  </a:cubicBezTo>
                  <a:lnTo>
                    <a:pt x="19088" y="9840"/>
                  </a:lnTo>
                  <a:lnTo>
                    <a:pt x="18247" y="4779"/>
                  </a:lnTo>
                  <a:lnTo>
                    <a:pt x="122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075" lIns="38075" spcFirstLastPara="1" rIns="38075" wrap="square" tIns="38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27"/>
            <p:cNvSpPr/>
            <p:nvPr/>
          </p:nvSpPr>
          <p:spPr>
            <a:xfrm>
              <a:off x="8829634" y="3460110"/>
              <a:ext cx="3555785" cy="3753383"/>
            </a:xfrm>
            <a:custGeom>
              <a:rect b="b" l="l" r="r" t="t"/>
              <a:pathLst>
                <a:path extrusionOk="0" h="20619" w="21062">
                  <a:moveTo>
                    <a:pt x="20761" y="14208"/>
                  </a:moveTo>
                  <a:cubicBezTo>
                    <a:pt x="21600" y="11767"/>
                    <a:pt x="20649" y="9103"/>
                    <a:pt x="18405" y="7609"/>
                  </a:cubicBezTo>
                  <a:lnTo>
                    <a:pt x="11462" y="2933"/>
                  </a:lnTo>
                  <a:lnTo>
                    <a:pt x="4997" y="0"/>
                  </a:lnTo>
                  <a:lnTo>
                    <a:pt x="0" y="5522"/>
                  </a:lnTo>
                  <a:lnTo>
                    <a:pt x="15906" y="16027"/>
                  </a:lnTo>
                  <a:cubicBezTo>
                    <a:pt x="17541" y="17116"/>
                    <a:pt x="18489" y="18826"/>
                    <a:pt x="18558" y="20619"/>
                  </a:cubicBezTo>
                  <a:lnTo>
                    <a:pt x="20761" y="14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8075" lIns="38075" spcFirstLastPara="1" rIns="38075" wrap="square" tIns="38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27"/>
            <p:cNvSpPr/>
            <p:nvPr/>
          </p:nvSpPr>
          <p:spPr>
            <a:xfrm>
              <a:off x="6387617" y="3067119"/>
              <a:ext cx="4368099" cy="3139469"/>
            </a:xfrm>
            <a:custGeom>
              <a:rect b="b" l="l" r="r" t="t"/>
              <a:pathLst>
                <a:path extrusionOk="0" h="21139" w="21321">
                  <a:moveTo>
                    <a:pt x="16483" y="1384"/>
                  </a:moveTo>
                  <a:cubicBezTo>
                    <a:pt x="14642" y="-461"/>
                    <a:pt x="12149" y="-461"/>
                    <a:pt x="10308" y="1384"/>
                  </a:cubicBezTo>
                  <a:lnTo>
                    <a:pt x="4594" y="7059"/>
                  </a:lnTo>
                  <a:lnTo>
                    <a:pt x="0" y="12430"/>
                  </a:lnTo>
                  <a:lnTo>
                    <a:pt x="2976" y="21139"/>
                  </a:lnTo>
                  <a:lnTo>
                    <a:pt x="16761" y="7326"/>
                  </a:lnTo>
                  <a:cubicBezTo>
                    <a:pt x="18102" y="5981"/>
                    <a:pt x="19790" y="5618"/>
                    <a:pt x="21321" y="6233"/>
                  </a:cubicBezTo>
                  <a:lnTo>
                    <a:pt x="16483" y="138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8075" lIns="38075" spcFirstLastPara="1" rIns="38075" wrap="square" tIns="38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27"/>
            <p:cNvSpPr/>
            <p:nvPr/>
          </p:nvSpPr>
          <p:spPr>
            <a:xfrm>
              <a:off x="5900824" y="4124305"/>
              <a:ext cx="2385126" cy="4431894"/>
            </a:xfrm>
            <a:custGeom>
              <a:rect b="b" l="l" r="r" t="t"/>
              <a:pathLst>
                <a:path extrusionOk="0" h="21393" w="20801">
                  <a:moveTo>
                    <a:pt x="3851" y="3487"/>
                  </a:moveTo>
                  <a:cubicBezTo>
                    <a:pt x="566" y="4815"/>
                    <a:pt x="-799" y="7161"/>
                    <a:pt x="468" y="9301"/>
                  </a:cubicBezTo>
                  <a:lnTo>
                    <a:pt x="4293" y="15854"/>
                  </a:lnTo>
                  <a:lnTo>
                    <a:pt x="8433" y="21393"/>
                  </a:lnTo>
                  <a:lnTo>
                    <a:pt x="20801" y="20546"/>
                  </a:lnTo>
                  <a:lnTo>
                    <a:pt x="11325" y="4533"/>
                  </a:lnTo>
                  <a:cubicBezTo>
                    <a:pt x="10402" y="2974"/>
                    <a:pt x="10877" y="1305"/>
                    <a:pt x="12476" y="0"/>
                  </a:cubicBezTo>
                  <a:lnTo>
                    <a:pt x="3851" y="34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075" lIns="38075" spcFirstLastPara="1" rIns="38075" wrap="square" tIns="38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27"/>
            <p:cNvSpPr/>
            <p:nvPr/>
          </p:nvSpPr>
          <p:spPr>
            <a:xfrm>
              <a:off x="6400666" y="7414110"/>
              <a:ext cx="3792133" cy="1905101"/>
            </a:xfrm>
            <a:custGeom>
              <a:rect b="b" l="l" r="r" t="t"/>
              <a:pathLst>
                <a:path extrusionOk="0" h="21586" w="21600">
                  <a:moveTo>
                    <a:pt x="20041" y="13934"/>
                  </a:moveTo>
                  <a:lnTo>
                    <a:pt x="21600" y="4495"/>
                  </a:lnTo>
                  <a:lnTo>
                    <a:pt x="4855" y="4710"/>
                  </a:lnTo>
                  <a:cubicBezTo>
                    <a:pt x="2919" y="4720"/>
                    <a:pt x="1142" y="2921"/>
                    <a:pt x="0" y="0"/>
                  </a:cubicBezTo>
                  <a:lnTo>
                    <a:pt x="2173" y="13189"/>
                  </a:lnTo>
                  <a:cubicBezTo>
                    <a:pt x="3000" y="18209"/>
                    <a:pt x="5358" y="21600"/>
                    <a:pt x="8014" y="21585"/>
                  </a:cubicBezTo>
                  <a:lnTo>
                    <a:pt x="16367" y="21542"/>
                  </a:lnTo>
                  <a:cubicBezTo>
                    <a:pt x="18073" y="20271"/>
                    <a:pt x="19449" y="17522"/>
                    <a:pt x="20041" y="1393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38075" lIns="38075" spcFirstLastPara="1" rIns="38075" wrap="square" tIns="38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27"/>
            <p:cNvSpPr txBox="1"/>
            <p:nvPr/>
          </p:nvSpPr>
          <p:spPr>
            <a:xfrm>
              <a:off x="7842423" y="6185042"/>
              <a:ext cx="2623551" cy="5078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rgbClr val="17365D"/>
                  </a:solidFill>
                  <a:latin typeface="Calibri"/>
                  <a:ea typeface="Calibri"/>
                  <a:cs typeface="Calibri"/>
                  <a:sym typeface="Calibri"/>
                </a:rPr>
                <a:t>Entreprise</a:t>
              </a:r>
              <a:endParaRPr/>
            </a:p>
          </p:txBody>
        </p:sp>
        <p:sp>
          <p:nvSpPr>
            <p:cNvPr id="774" name="Google Shape;774;p27"/>
            <p:cNvSpPr txBox="1"/>
            <p:nvPr/>
          </p:nvSpPr>
          <p:spPr>
            <a:xfrm rot="-6434225">
              <a:off x="5572811" y="6008189"/>
              <a:ext cx="2549933" cy="600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0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Clients</a:t>
              </a:r>
              <a:endParaRPr/>
            </a:p>
          </p:txBody>
        </p:sp>
        <p:sp>
          <p:nvSpPr>
            <p:cNvPr id="775" name="Google Shape;775;p27"/>
            <p:cNvSpPr txBox="1"/>
            <p:nvPr/>
          </p:nvSpPr>
          <p:spPr>
            <a:xfrm rot="2234024">
              <a:off x="10072648" y="4973700"/>
              <a:ext cx="2215992" cy="600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0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Substitus</a:t>
              </a:r>
              <a:endParaRPr/>
            </a:p>
          </p:txBody>
        </p:sp>
        <p:sp>
          <p:nvSpPr>
            <p:cNvPr id="776" name="Google Shape;776;p27"/>
            <p:cNvSpPr txBox="1"/>
            <p:nvPr/>
          </p:nvSpPr>
          <p:spPr>
            <a:xfrm>
              <a:off x="7027971" y="8188740"/>
              <a:ext cx="2660504" cy="600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0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Fournisseur</a:t>
              </a:r>
              <a:endParaRPr/>
            </a:p>
          </p:txBody>
        </p:sp>
        <p:sp>
          <p:nvSpPr>
            <p:cNvPr id="777" name="Google Shape;777;p27"/>
            <p:cNvSpPr txBox="1"/>
            <p:nvPr/>
          </p:nvSpPr>
          <p:spPr>
            <a:xfrm rot="6594668">
              <a:off x="9637101" y="7305617"/>
              <a:ext cx="2680101" cy="1061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0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Entrants potentiel</a:t>
              </a:r>
              <a:endParaRPr/>
            </a:p>
          </p:txBody>
        </p:sp>
        <p:sp>
          <p:nvSpPr>
            <p:cNvPr id="778" name="Google Shape;778;p27"/>
            <p:cNvSpPr txBox="1"/>
            <p:nvPr/>
          </p:nvSpPr>
          <p:spPr>
            <a:xfrm rot="-2181224">
              <a:off x="6861283" y="3897969"/>
              <a:ext cx="3209847" cy="600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0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Concurents directs</a:t>
              </a:r>
              <a:endParaRPr/>
            </a:p>
          </p:txBody>
        </p:sp>
      </p:grpSp>
      <p:sp>
        <p:nvSpPr>
          <p:cNvPr id="779" name="Google Shape;779;p27"/>
          <p:cNvSpPr txBox="1"/>
          <p:nvPr/>
        </p:nvSpPr>
        <p:spPr>
          <a:xfrm>
            <a:off x="1496100" y="6173450"/>
            <a:ext cx="3041218" cy="256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67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Source: Porter, M.E., "Competitive Strategy" (1980)</a:t>
            </a:r>
            <a:endParaRPr/>
          </a:p>
        </p:txBody>
      </p:sp>
      <p:pic>
        <p:nvPicPr>
          <p:cNvPr descr="Michael-E.-Porter-speaker-keynote-speech-management-940x660.jpg" id="780" name="Google Shape;780;p27"/>
          <p:cNvPicPr preferRelativeResize="0"/>
          <p:nvPr/>
        </p:nvPicPr>
        <p:blipFill rotWithShape="1">
          <a:blip r:embed="rId3">
            <a:alphaModFix/>
          </a:blip>
          <a:srcRect b="0" l="14874" r="14874" t="0"/>
          <a:stretch/>
        </p:blipFill>
        <p:spPr>
          <a:xfrm>
            <a:off x="152400" y="5599931"/>
            <a:ext cx="1238649" cy="123875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cxnSp>
        <p:nvCxnSpPr>
          <p:cNvPr id="781" name="Google Shape;781;p27"/>
          <p:cNvCxnSpPr/>
          <p:nvPr/>
        </p:nvCxnSpPr>
        <p:spPr>
          <a:xfrm>
            <a:off x="198908" y="5410200"/>
            <a:ext cx="11764492" cy="0"/>
          </a:xfrm>
          <a:prstGeom prst="straightConnector1">
            <a:avLst/>
          </a:prstGeom>
          <a:noFill/>
          <a:ln cap="flat" cmpd="sng" w="19050">
            <a:solidFill>
              <a:srgbClr val="4C4F54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82" name="Google Shape;782;p27"/>
          <p:cNvSpPr txBox="1"/>
          <p:nvPr/>
        </p:nvSpPr>
        <p:spPr>
          <a:xfrm>
            <a:off x="1172092" y="303551"/>
            <a:ext cx="9045448" cy="378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Les</a:t>
            </a:r>
            <a:r>
              <a:rPr lang="fr-FR" sz="2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35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5 forces de PORTER: Outil d’analyse du Micro- environnement</a:t>
            </a:r>
            <a:endParaRPr/>
          </a:p>
        </p:txBody>
      </p:sp>
      <p:sp>
        <p:nvSpPr>
          <p:cNvPr id="783" name="Google Shape;783;p27"/>
          <p:cNvSpPr/>
          <p:nvPr/>
        </p:nvSpPr>
        <p:spPr>
          <a:xfrm>
            <a:off x="399615" y="211835"/>
            <a:ext cx="372109" cy="512445"/>
          </a:xfrm>
          <a:custGeom>
            <a:rect b="b" l="l" r="r" t="t"/>
            <a:pathLst>
              <a:path extrusionOk="0" h="512445" w="448310">
                <a:moveTo>
                  <a:pt x="0" y="0"/>
                </a:moveTo>
                <a:lnTo>
                  <a:pt x="0" y="512190"/>
                </a:lnTo>
                <a:lnTo>
                  <a:pt x="448056" y="256158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7"/>
          <p:cNvSpPr txBox="1"/>
          <p:nvPr/>
        </p:nvSpPr>
        <p:spPr>
          <a:xfrm>
            <a:off x="10837750" y="62937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9" name="Google Shape;7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9954" y="2999132"/>
            <a:ext cx="3863382" cy="800298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28"/>
          <p:cNvSpPr txBox="1"/>
          <p:nvPr/>
        </p:nvSpPr>
        <p:spPr>
          <a:xfrm>
            <a:off x="4935092" y="3074479"/>
            <a:ext cx="2759710" cy="63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300">
            <a:spAutoFit/>
          </a:bodyPr>
          <a:lstStyle/>
          <a:p>
            <a:pPr indent="-887730" lvl="0" marL="899794" marR="508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Rivalité entre concurrents  existants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1" name="Google Shape;79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24" y="914354"/>
            <a:ext cx="2308931" cy="1806030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28"/>
          <p:cNvSpPr txBox="1"/>
          <p:nvPr/>
        </p:nvSpPr>
        <p:spPr>
          <a:xfrm>
            <a:off x="5071617" y="1175067"/>
            <a:ext cx="2045970" cy="63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300">
            <a:spAutoFit/>
          </a:bodyPr>
          <a:lstStyle/>
          <a:p>
            <a:pPr indent="375285" lvl="0" marL="12700" marR="508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Menace des  entrants potentiels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3" name="Google Shape;79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8308" y="4197050"/>
            <a:ext cx="2299787" cy="180603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28"/>
          <p:cNvSpPr txBox="1"/>
          <p:nvPr/>
        </p:nvSpPr>
        <p:spPr>
          <a:xfrm>
            <a:off x="5469001" y="5092763"/>
            <a:ext cx="1440815" cy="63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300">
            <a:spAutoFit/>
          </a:bodyPr>
          <a:lstStyle/>
          <a:p>
            <a:pPr indent="-64135" lvl="0" marL="76200" marR="508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Menace de la  substitution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5" name="Google Shape;795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826" y="2633424"/>
            <a:ext cx="2775263" cy="1732882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28"/>
          <p:cNvSpPr txBox="1"/>
          <p:nvPr/>
        </p:nvSpPr>
        <p:spPr>
          <a:xfrm>
            <a:off x="1277492" y="3062795"/>
            <a:ext cx="1515745" cy="850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810" lvl="0" marL="12065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Pouvoir de  négociation des  fournisseurs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7" name="Google Shape;797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58170" y="2633422"/>
            <a:ext cx="2784407" cy="1659734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28"/>
          <p:cNvSpPr txBox="1"/>
          <p:nvPr/>
        </p:nvSpPr>
        <p:spPr>
          <a:xfrm>
            <a:off x="9702672" y="2981515"/>
            <a:ext cx="1278890" cy="946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63500" lvl="0" marL="12700" marR="5080" rtl="0" algn="just">
              <a:lnSpc>
                <a:spcPct val="10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Pouvoir de  négociation  des clients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99" name="Google Shape;799;p28"/>
          <p:cNvGrpSpPr/>
          <p:nvPr/>
        </p:nvGrpSpPr>
        <p:grpSpPr>
          <a:xfrm>
            <a:off x="146304" y="164592"/>
            <a:ext cx="1060956" cy="2285541"/>
            <a:chOff x="146304" y="164592"/>
            <a:chExt cx="1060956" cy="2285541"/>
          </a:xfrm>
        </p:grpSpPr>
        <p:pic>
          <p:nvPicPr>
            <p:cNvPr id="800" name="Google Shape;800;p2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46304" y="200830"/>
              <a:ext cx="662939" cy="22493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1" name="Google Shape;801;p28"/>
            <p:cNvSpPr/>
            <p:nvPr/>
          </p:nvSpPr>
          <p:spPr>
            <a:xfrm>
              <a:off x="758951" y="164592"/>
              <a:ext cx="448309" cy="512445"/>
            </a:xfrm>
            <a:custGeom>
              <a:rect b="b" l="l" r="r" t="t"/>
              <a:pathLst>
                <a:path extrusionOk="0" h="512445" w="448309">
                  <a:moveTo>
                    <a:pt x="0" y="0"/>
                  </a:moveTo>
                  <a:lnTo>
                    <a:pt x="0" y="512190"/>
                  </a:lnTo>
                  <a:lnTo>
                    <a:pt x="448056" y="2561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2" name="Google Shape;802;p28"/>
          <p:cNvSpPr txBox="1"/>
          <p:nvPr>
            <p:ph type="title"/>
          </p:nvPr>
        </p:nvSpPr>
        <p:spPr>
          <a:xfrm>
            <a:off x="1622552" y="211835"/>
            <a:ext cx="820547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350"/>
              <a:t>Les 5 forces de PORTER: Outil d’analyse du Micro environnement</a:t>
            </a:r>
            <a:endParaRPr sz="2350"/>
          </a:p>
        </p:txBody>
      </p:sp>
      <p:pic>
        <p:nvPicPr>
          <p:cNvPr id="803" name="Google Shape;803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44" y="5476025"/>
            <a:ext cx="3216665" cy="1374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03919" y="0"/>
            <a:ext cx="3685031" cy="2149348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28"/>
          <p:cNvSpPr txBox="1"/>
          <p:nvPr/>
        </p:nvSpPr>
        <p:spPr>
          <a:xfrm>
            <a:off x="10837750" y="62937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29"/>
          <p:cNvSpPr txBox="1"/>
          <p:nvPr/>
        </p:nvSpPr>
        <p:spPr>
          <a:xfrm>
            <a:off x="1032548" y="1361439"/>
            <a:ext cx="10399395" cy="17551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50">
            <a:spAutoFit/>
          </a:bodyPr>
          <a:lstStyle/>
          <a:p>
            <a:pPr indent="-27940" lvl="0" marL="40005" marR="351155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Porter dans son analyse, souligne les 5 </a:t>
            </a: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forces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déterminant </a:t>
            </a:r>
            <a:r>
              <a:rPr b="1" lang="fr-F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la position  concurrentielle </a:t>
            </a: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l’entreprise.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" lvl="0" marL="40005" marR="5080" rtl="0" algn="l">
              <a:lnSpc>
                <a:spcPct val="100899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Cette analyse permet de diagnostiquer l’ensemble des facteurs externes  qui menacent l’activité d’une entreprise.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9"/>
          <p:cNvSpPr txBox="1"/>
          <p:nvPr/>
        </p:nvSpPr>
        <p:spPr>
          <a:xfrm>
            <a:off x="1071867" y="3426485"/>
            <a:ext cx="10680700" cy="429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35" marR="0" rtl="0" algn="l">
              <a:lnSpc>
                <a:spcPct val="116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Cette stratégie vise à obtenir un </a:t>
            </a:r>
            <a:r>
              <a:rPr b="1" lang="fr-FR" sz="2800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avantage	concurrentiel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agissant sur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9"/>
          <p:cNvSpPr txBox="1"/>
          <p:nvPr/>
        </p:nvSpPr>
        <p:spPr>
          <a:xfrm>
            <a:off x="1071867" y="3856354"/>
            <a:ext cx="6953250" cy="421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35" marR="0" rtl="0" algn="l">
              <a:lnSpc>
                <a:spcPct val="1141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forces qui	conditionnent le jeu concurrentiel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9"/>
          <p:cNvSpPr txBox="1"/>
          <p:nvPr/>
        </p:nvSpPr>
        <p:spPr>
          <a:xfrm>
            <a:off x="8005698" y="3821176"/>
            <a:ext cx="116205" cy="454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9"/>
          <p:cNvSpPr txBox="1"/>
          <p:nvPr/>
        </p:nvSpPr>
        <p:spPr>
          <a:xfrm>
            <a:off x="1059980" y="4260722"/>
            <a:ext cx="9514205" cy="454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	concurrence se	transforme	sous	l’influence de 5 facteurs.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9"/>
          <p:cNvSpPr/>
          <p:nvPr/>
        </p:nvSpPr>
        <p:spPr>
          <a:xfrm>
            <a:off x="237743" y="164592"/>
            <a:ext cx="448309" cy="512445"/>
          </a:xfrm>
          <a:custGeom>
            <a:rect b="b" l="l" r="r" t="t"/>
            <a:pathLst>
              <a:path extrusionOk="0" h="512445" w="448309">
                <a:moveTo>
                  <a:pt x="0" y="0"/>
                </a:moveTo>
                <a:lnTo>
                  <a:pt x="0" y="512190"/>
                </a:lnTo>
                <a:lnTo>
                  <a:pt x="448056" y="256158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9"/>
          <p:cNvSpPr txBox="1"/>
          <p:nvPr>
            <p:ph type="title"/>
          </p:nvPr>
        </p:nvSpPr>
        <p:spPr>
          <a:xfrm>
            <a:off x="1107693" y="202691"/>
            <a:ext cx="9976612" cy="454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396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Les 5 forces de PORTER: Outil d’analyse du Micro environnement</a:t>
            </a:r>
            <a:endParaRPr/>
          </a:p>
        </p:txBody>
      </p:sp>
      <p:pic>
        <p:nvPicPr>
          <p:cNvPr id="817" name="Google Shape;81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36" y="1243838"/>
            <a:ext cx="466344" cy="50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728" y="2624963"/>
            <a:ext cx="466344" cy="512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" y="4024376"/>
            <a:ext cx="466344" cy="50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3919" y="0"/>
            <a:ext cx="3685031" cy="2149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" y="4701220"/>
            <a:ext cx="5394959" cy="2149347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29"/>
          <p:cNvSpPr txBox="1"/>
          <p:nvPr/>
        </p:nvSpPr>
        <p:spPr>
          <a:xfrm>
            <a:off x="10837750" y="62937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28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30"/>
          <p:cNvSpPr txBox="1"/>
          <p:nvPr/>
        </p:nvSpPr>
        <p:spPr>
          <a:xfrm>
            <a:off x="1014260" y="1361439"/>
            <a:ext cx="10924540" cy="3916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27876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Les facteurs qui limitent la concurrence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sz="2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2550" lvl="0" marL="94615" marR="5080" rtl="0" algn="l">
              <a:lnSpc>
                <a:spcPct val="998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barrières à l’entrée :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Sont des obstacles qui gênent ou empêchent une  entreprise nouvelle de pénétrer sur un marché (ex. technologie protégée  par un brevet, accès difficile ou coûteux aux circuits de distribution, fidélité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638425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la clientèle pour certains produits…).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54610" lvl="0" marL="57785" marR="67310" rtl="0" algn="l">
              <a:lnSpc>
                <a:spcPct val="998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barrières à la sortie :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Sont des éléments qui freinent le désengagement  d’un secteur afin que les entreprises restent et assurent une cohérence et  une stabilité du secteur.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0"/>
          <p:cNvSpPr/>
          <p:nvPr/>
        </p:nvSpPr>
        <p:spPr>
          <a:xfrm>
            <a:off x="237743" y="164592"/>
            <a:ext cx="448309" cy="512445"/>
          </a:xfrm>
          <a:custGeom>
            <a:rect b="b" l="l" r="r" t="t"/>
            <a:pathLst>
              <a:path extrusionOk="0" h="512445" w="448309">
                <a:moveTo>
                  <a:pt x="0" y="0"/>
                </a:moveTo>
                <a:lnTo>
                  <a:pt x="0" y="512190"/>
                </a:lnTo>
                <a:lnTo>
                  <a:pt x="448056" y="256158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0"/>
          <p:cNvSpPr txBox="1"/>
          <p:nvPr>
            <p:ph type="title"/>
          </p:nvPr>
        </p:nvSpPr>
        <p:spPr>
          <a:xfrm>
            <a:off x="851255" y="202691"/>
            <a:ext cx="4956175" cy="454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Quelques notions intéressantes…</a:t>
            </a:r>
            <a:endParaRPr/>
          </a:p>
        </p:txBody>
      </p:sp>
      <p:pic>
        <p:nvPicPr>
          <p:cNvPr id="830" name="Google Shape;83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59" y="2277364"/>
            <a:ext cx="466344" cy="50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3919" y="0"/>
            <a:ext cx="3685031" cy="2149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" y="4701220"/>
            <a:ext cx="5394959" cy="214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1752" y="3878071"/>
            <a:ext cx="457200" cy="503046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30"/>
          <p:cNvSpPr txBox="1"/>
          <p:nvPr/>
        </p:nvSpPr>
        <p:spPr>
          <a:xfrm>
            <a:off x="10837750" y="6293750"/>
            <a:ext cx="555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29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31"/>
          <p:cNvSpPr txBox="1"/>
          <p:nvPr/>
        </p:nvSpPr>
        <p:spPr>
          <a:xfrm>
            <a:off x="851255" y="202691"/>
            <a:ext cx="6778625" cy="1194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Quelques notions intéressantes…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201795" marR="0" rtl="0" algn="l">
              <a:lnSpc>
                <a:spcPct val="100000"/>
              </a:lnSpc>
              <a:spcBef>
                <a:spcPts val="247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La masse critique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1"/>
          <p:cNvSpPr txBox="1"/>
          <p:nvPr/>
        </p:nvSpPr>
        <p:spPr>
          <a:xfrm>
            <a:off x="1151420" y="1822069"/>
            <a:ext cx="6496685" cy="454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qu’elle réussisse à se maintenir et à se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1"/>
          <p:cNvSpPr txBox="1"/>
          <p:nvPr/>
        </p:nvSpPr>
        <p:spPr>
          <a:xfrm>
            <a:off x="7840726" y="1822069"/>
            <a:ext cx="4123690" cy="454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développer sur son marché,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1"/>
          <p:cNvSpPr txBox="1"/>
          <p:nvPr/>
        </p:nvSpPr>
        <p:spPr>
          <a:xfrm>
            <a:off x="1151420" y="2206752"/>
            <a:ext cx="10824845" cy="1278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575">
            <a:spAutoFit/>
          </a:bodyPr>
          <a:lstStyle/>
          <a:p>
            <a:pPr indent="0" lvl="0" marL="12700" marR="5080" rtl="0" algn="l">
              <a:lnSpc>
                <a:spcPct val="96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l’entreprise doit se doter d’une taille	minimale imposée par le marché.  Elle permet à	l’entreprise de </a:t>
            </a:r>
            <a:r>
              <a:rPr b="1" lang="fr-F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supporter les concurrents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	le marché. Il  existe 4 seuils de dimensions 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1"/>
          <p:cNvSpPr txBox="1"/>
          <p:nvPr/>
        </p:nvSpPr>
        <p:spPr>
          <a:xfrm>
            <a:off x="1151420" y="3459076"/>
            <a:ext cx="6800215" cy="960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183515" lvl="0" marL="1955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700"/>
              <a:buFont typeface="Noto Sans Symbols"/>
              <a:buChar char="⮚"/>
            </a:pPr>
            <a:r>
              <a:rPr b="1" lang="fr-F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seuil	technique	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	dégager	une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3515" lvl="0" marL="195580" marR="0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CC9900"/>
              </a:buClr>
              <a:buSzPts val="1700"/>
              <a:buFont typeface="Noto Sans Symbols"/>
              <a:buChar char="⮚"/>
            </a:pPr>
            <a:r>
              <a:rPr b="1" lang="fr-F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seuil commercial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faire face à la concurrence.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1"/>
          <p:cNvSpPr txBox="1"/>
          <p:nvPr/>
        </p:nvSpPr>
        <p:spPr>
          <a:xfrm>
            <a:off x="8023986" y="3497960"/>
            <a:ext cx="3432810" cy="454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productivité	suffisante.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1"/>
          <p:cNvSpPr txBox="1"/>
          <p:nvPr/>
        </p:nvSpPr>
        <p:spPr>
          <a:xfrm>
            <a:off x="1150607" y="4432172"/>
            <a:ext cx="9594850" cy="1691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1575">
            <a:spAutoFit/>
          </a:bodyPr>
          <a:lstStyle/>
          <a:p>
            <a:pPr indent="-107949" lvl="0" marL="13334" marR="1115695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700"/>
              <a:buFont typeface="Noto Sans Symbols"/>
              <a:buChar char="⮚"/>
            </a:pPr>
            <a:r>
              <a:rPr b="1" lang="fr-F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seuil	financier	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	acquérir	une	autonomie  financière(CA=CT)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3515" lvl="0" marL="196215" marR="0" rtl="0" algn="l">
              <a:lnSpc>
                <a:spcPct val="117857"/>
              </a:lnSpc>
              <a:spcBef>
                <a:spcPts val="55"/>
              </a:spcBef>
              <a:spcAft>
                <a:spcPts val="0"/>
              </a:spcAft>
              <a:buClr>
                <a:srgbClr val="CC9900"/>
              </a:buClr>
              <a:buSzPts val="1700"/>
              <a:buFont typeface="Noto Sans Symbols"/>
              <a:buChar char="⮚"/>
            </a:pPr>
            <a:r>
              <a:rPr b="1" lang="fr-FR" sz="28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seuil	de	puissance</a:t>
            </a:r>
            <a:r>
              <a:rPr b="1" lang="fr-F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	pouvoir	de	négociation,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essentiellement par rapport aux fournisseurs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1"/>
          <p:cNvSpPr/>
          <p:nvPr/>
        </p:nvSpPr>
        <p:spPr>
          <a:xfrm>
            <a:off x="237743" y="164592"/>
            <a:ext cx="448309" cy="512445"/>
          </a:xfrm>
          <a:custGeom>
            <a:rect b="b" l="l" r="r" t="t"/>
            <a:pathLst>
              <a:path extrusionOk="0" h="512445" w="448309">
                <a:moveTo>
                  <a:pt x="0" y="0"/>
                </a:moveTo>
                <a:lnTo>
                  <a:pt x="0" y="512190"/>
                </a:lnTo>
                <a:lnTo>
                  <a:pt x="448056" y="256158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7" name="Google Shape;84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3919" y="0"/>
            <a:ext cx="3685031" cy="2149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2" name="Google Shape;852;p32"/>
          <p:cNvGrpSpPr/>
          <p:nvPr/>
        </p:nvGrpSpPr>
        <p:grpSpPr>
          <a:xfrm>
            <a:off x="1037272" y="1339341"/>
            <a:ext cx="1922145" cy="1931670"/>
            <a:chOff x="1037272" y="1339341"/>
            <a:chExt cx="1922145" cy="1931670"/>
          </a:xfrm>
        </p:grpSpPr>
        <p:pic>
          <p:nvPicPr>
            <p:cNvPr id="853" name="Google Shape;853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51560" y="1353692"/>
              <a:ext cx="1892807" cy="19023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4" name="Google Shape;854;p32"/>
            <p:cNvSpPr/>
            <p:nvPr/>
          </p:nvSpPr>
          <p:spPr>
            <a:xfrm>
              <a:off x="1037272" y="1339341"/>
              <a:ext cx="1922145" cy="1931670"/>
            </a:xfrm>
            <a:custGeom>
              <a:rect b="b" l="l" r="r" t="t"/>
              <a:pathLst>
                <a:path extrusionOk="0" h="1931670" w="1922145">
                  <a:moveTo>
                    <a:pt x="960945" y="0"/>
                  </a:moveTo>
                  <a:lnTo>
                    <a:pt x="1010475" y="1270"/>
                  </a:lnTo>
                  <a:lnTo>
                    <a:pt x="1059497" y="4825"/>
                  </a:lnTo>
                  <a:lnTo>
                    <a:pt x="1154747" y="19685"/>
                  </a:lnTo>
                  <a:lnTo>
                    <a:pt x="1246568" y="43561"/>
                  </a:lnTo>
                  <a:lnTo>
                    <a:pt x="1334833" y="75692"/>
                  </a:lnTo>
                  <a:lnTo>
                    <a:pt x="1419034" y="116459"/>
                  </a:lnTo>
                  <a:lnTo>
                    <a:pt x="1497901" y="165227"/>
                  </a:lnTo>
                  <a:lnTo>
                    <a:pt x="1572069" y="220725"/>
                  </a:lnTo>
                  <a:lnTo>
                    <a:pt x="1640141" y="282829"/>
                  </a:lnTo>
                  <a:lnTo>
                    <a:pt x="1702117" y="351663"/>
                  </a:lnTo>
                  <a:lnTo>
                    <a:pt x="1757743" y="425831"/>
                  </a:lnTo>
                  <a:lnTo>
                    <a:pt x="1805622" y="505587"/>
                  </a:lnTo>
                  <a:lnTo>
                    <a:pt x="1845881" y="589788"/>
                  </a:lnTo>
                  <a:lnTo>
                    <a:pt x="1878520" y="678434"/>
                  </a:lnTo>
                  <a:lnTo>
                    <a:pt x="1901888" y="771144"/>
                  </a:lnTo>
                  <a:lnTo>
                    <a:pt x="1916366" y="866775"/>
                  </a:lnTo>
                  <a:lnTo>
                    <a:pt x="1920430" y="915670"/>
                  </a:lnTo>
                  <a:lnTo>
                    <a:pt x="1921573" y="965581"/>
                  </a:lnTo>
                  <a:lnTo>
                    <a:pt x="1920430" y="1015111"/>
                  </a:lnTo>
                  <a:lnTo>
                    <a:pt x="1916747" y="1064387"/>
                  </a:lnTo>
                  <a:lnTo>
                    <a:pt x="1902269" y="1160145"/>
                  </a:lnTo>
                  <a:lnTo>
                    <a:pt x="1878520" y="1252855"/>
                  </a:lnTo>
                  <a:lnTo>
                    <a:pt x="1846262" y="1341501"/>
                  </a:lnTo>
                  <a:lnTo>
                    <a:pt x="1805622" y="1426083"/>
                  </a:lnTo>
                  <a:lnTo>
                    <a:pt x="1757743" y="1505458"/>
                  </a:lnTo>
                  <a:lnTo>
                    <a:pt x="1702117" y="1579880"/>
                  </a:lnTo>
                  <a:lnTo>
                    <a:pt x="1640141" y="1648460"/>
                  </a:lnTo>
                  <a:lnTo>
                    <a:pt x="1572069" y="1710817"/>
                  </a:lnTo>
                  <a:lnTo>
                    <a:pt x="1497901" y="1766443"/>
                  </a:lnTo>
                  <a:lnTo>
                    <a:pt x="1419034" y="1814830"/>
                  </a:lnTo>
                  <a:lnTo>
                    <a:pt x="1334833" y="1855470"/>
                  </a:lnTo>
                  <a:lnTo>
                    <a:pt x="1246568" y="1887728"/>
                  </a:lnTo>
                  <a:lnTo>
                    <a:pt x="1154366" y="1911477"/>
                  </a:lnTo>
                  <a:lnTo>
                    <a:pt x="1059497" y="1926336"/>
                  </a:lnTo>
                  <a:lnTo>
                    <a:pt x="1010094" y="1930019"/>
                  </a:lnTo>
                  <a:lnTo>
                    <a:pt x="960945" y="1931162"/>
                  </a:lnTo>
                  <a:lnTo>
                    <a:pt x="911542" y="1930019"/>
                  </a:lnTo>
                  <a:lnTo>
                    <a:pt x="862520" y="1926336"/>
                  </a:lnTo>
                  <a:lnTo>
                    <a:pt x="767270" y="1911477"/>
                  </a:lnTo>
                  <a:lnTo>
                    <a:pt x="675068" y="1887728"/>
                  </a:lnTo>
                  <a:lnTo>
                    <a:pt x="586803" y="1855470"/>
                  </a:lnTo>
                  <a:lnTo>
                    <a:pt x="502983" y="1814830"/>
                  </a:lnTo>
                  <a:lnTo>
                    <a:pt x="423735" y="1766443"/>
                  </a:lnTo>
                  <a:lnTo>
                    <a:pt x="349567" y="1710817"/>
                  </a:lnTo>
                  <a:lnTo>
                    <a:pt x="281495" y="1648460"/>
                  </a:lnTo>
                  <a:lnTo>
                    <a:pt x="219481" y="1579880"/>
                  </a:lnTo>
                  <a:lnTo>
                    <a:pt x="163906" y="1505458"/>
                  </a:lnTo>
                  <a:lnTo>
                    <a:pt x="115976" y="1426083"/>
                  </a:lnTo>
                  <a:lnTo>
                    <a:pt x="75298" y="1341501"/>
                  </a:lnTo>
                  <a:lnTo>
                    <a:pt x="43078" y="1252855"/>
                  </a:lnTo>
                  <a:lnTo>
                    <a:pt x="19316" y="1160145"/>
                  </a:lnTo>
                  <a:lnTo>
                    <a:pt x="4838" y="1064387"/>
                  </a:lnTo>
                  <a:lnTo>
                    <a:pt x="1206" y="1015111"/>
                  </a:lnTo>
                  <a:lnTo>
                    <a:pt x="0" y="965581"/>
                  </a:lnTo>
                  <a:lnTo>
                    <a:pt x="1206" y="916051"/>
                  </a:lnTo>
                  <a:lnTo>
                    <a:pt x="4838" y="866775"/>
                  </a:lnTo>
                  <a:lnTo>
                    <a:pt x="19316" y="771017"/>
                  </a:lnTo>
                  <a:lnTo>
                    <a:pt x="43078" y="678815"/>
                  </a:lnTo>
                  <a:lnTo>
                    <a:pt x="75298" y="589788"/>
                  </a:lnTo>
                  <a:lnTo>
                    <a:pt x="115976" y="505587"/>
                  </a:lnTo>
                  <a:lnTo>
                    <a:pt x="163906" y="425831"/>
                  </a:lnTo>
                  <a:lnTo>
                    <a:pt x="219481" y="351663"/>
                  </a:lnTo>
                  <a:lnTo>
                    <a:pt x="281495" y="282829"/>
                  </a:lnTo>
                  <a:lnTo>
                    <a:pt x="349567" y="220725"/>
                  </a:lnTo>
                  <a:lnTo>
                    <a:pt x="423608" y="165227"/>
                  </a:lnTo>
                  <a:lnTo>
                    <a:pt x="502983" y="116459"/>
                  </a:lnTo>
                  <a:lnTo>
                    <a:pt x="586803" y="75692"/>
                  </a:lnTo>
                  <a:lnTo>
                    <a:pt x="675068" y="43561"/>
                  </a:lnTo>
                  <a:lnTo>
                    <a:pt x="767270" y="19685"/>
                  </a:lnTo>
                  <a:lnTo>
                    <a:pt x="862520" y="4825"/>
                  </a:lnTo>
                  <a:lnTo>
                    <a:pt x="911542" y="1270"/>
                  </a:lnTo>
                  <a:lnTo>
                    <a:pt x="960945" y="0"/>
                  </a:lnTo>
                  <a:close/>
                </a:path>
              </a:pathLst>
            </a:custGeom>
            <a:noFill/>
            <a:ln cap="flat" cmpd="sng" w="28575">
              <a:solidFill>
                <a:srgbClr val="FF2B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5" name="Google Shape;855;p32"/>
          <p:cNvGrpSpPr/>
          <p:nvPr/>
        </p:nvGrpSpPr>
        <p:grpSpPr>
          <a:xfrm>
            <a:off x="3698113" y="2775330"/>
            <a:ext cx="1922145" cy="1922145"/>
            <a:chOff x="3698113" y="2775330"/>
            <a:chExt cx="1922145" cy="1922145"/>
          </a:xfrm>
        </p:grpSpPr>
        <p:pic>
          <p:nvPicPr>
            <p:cNvPr id="856" name="Google Shape;856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12464" y="2789554"/>
              <a:ext cx="1892808" cy="18933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7" name="Google Shape;857;p32"/>
            <p:cNvSpPr/>
            <p:nvPr/>
          </p:nvSpPr>
          <p:spPr>
            <a:xfrm>
              <a:off x="3698113" y="2775330"/>
              <a:ext cx="1922145" cy="1922145"/>
            </a:xfrm>
            <a:custGeom>
              <a:rect b="b" l="l" r="r" t="t"/>
              <a:pathLst>
                <a:path extrusionOk="0" h="1922145" w="1922145">
                  <a:moveTo>
                    <a:pt x="961009" y="0"/>
                  </a:moveTo>
                  <a:lnTo>
                    <a:pt x="1010538" y="1143"/>
                  </a:lnTo>
                  <a:lnTo>
                    <a:pt x="1059434" y="4826"/>
                  </a:lnTo>
                  <a:lnTo>
                    <a:pt x="1154811" y="19304"/>
                  </a:lnTo>
                  <a:lnTo>
                    <a:pt x="1246632" y="43053"/>
                  </a:lnTo>
                  <a:lnTo>
                    <a:pt x="1334897" y="75311"/>
                  </a:lnTo>
                  <a:lnTo>
                    <a:pt x="1418971" y="116078"/>
                  </a:lnTo>
                  <a:lnTo>
                    <a:pt x="1497964" y="163957"/>
                  </a:lnTo>
                  <a:lnTo>
                    <a:pt x="1572133" y="219583"/>
                  </a:lnTo>
                  <a:lnTo>
                    <a:pt x="1640077" y="281559"/>
                  </a:lnTo>
                  <a:lnTo>
                    <a:pt x="1702181" y="349631"/>
                  </a:lnTo>
                  <a:lnTo>
                    <a:pt x="1757679" y="423799"/>
                  </a:lnTo>
                  <a:lnTo>
                    <a:pt x="1805686" y="503174"/>
                  </a:lnTo>
                  <a:lnTo>
                    <a:pt x="1845945" y="586994"/>
                  </a:lnTo>
                  <a:lnTo>
                    <a:pt x="1878584" y="675259"/>
                  </a:lnTo>
                  <a:lnTo>
                    <a:pt x="1901952" y="767461"/>
                  </a:lnTo>
                  <a:lnTo>
                    <a:pt x="1916429" y="862711"/>
                  </a:lnTo>
                  <a:lnTo>
                    <a:pt x="1920494" y="911606"/>
                  </a:lnTo>
                  <a:lnTo>
                    <a:pt x="1921637" y="961263"/>
                  </a:lnTo>
                  <a:lnTo>
                    <a:pt x="1920494" y="1010793"/>
                  </a:lnTo>
                  <a:lnTo>
                    <a:pt x="1916811" y="1059688"/>
                  </a:lnTo>
                  <a:lnTo>
                    <a:pt x="1902333" y="1154938"/>
                  </a:lnTo>
                  <a:lnTo>
                    <a:pt x="1878584" y="1246886"/>
                  </a:lnTo>
                  <a:lnTo>
                    <a:pt x="1846326" y="1335151"/>
                  </a:lnTo>
                  <a:lnTo>
                    <a:pt x="1805686" y="1419352"/>
                  </a:lnTo>
                  <a:lnTo>
                    <a:pt x="1757679" y="1498219"/>
                  </a:lnTo>
                  <a:lnTo>
                    <a:pt x="1702181" y="1572387"/>
                  </a:lnTo>
                  <a:lnTo>
                    <a:pt x="1640077" y="1640459"/>
                  </a:lnTo>
                  <a:lnTo>
                    <a:pt x="1572133" y="1702562"/>
                  </a:lnTo>
                  <a:lnTo>
                    <a:pt x="1497964" y="1758061"/>
                  </a:lnTo>
                  <a:lnTo>
                    <a:pt x="1418971" y="1806067"/>
                  </a:lnTo>
                  <a:lnTo>
                    <a:pt x="1334897" y="1846326"/>
                  </a:lnTo>
                  <a:lnTo>
                    <a:pt x="1246632" y="1878965"/>
                  </a:lnTo>
                  <a:lnTo>
                    <a:pt x="1154302" y="1902333"/>
                  </a:lnTo>
                  <a:lnTo>
                    <a:pt x="1059561" y="1916811"/>
                  </a:lnTo>
                  <a:lnTo>
                    <a:pt x="1010285" y="1920875"/>
                  </a:lnTo>
                  <a:lnTo>
                    <a:pt x="961009" y="1922018"/>
                  </a:lnTo>
                  <a:lnTo>
                    <a:pt x="911606" y="1920875"/>
                  </a:lnTo>
                  <a:lnTo>
                    <a:pt x="862584" y="1917192"/>
                  </a:lnTo>
                  <a:lnTo>
                    <a:pt x="767334" y="1902714"/>
                  </a:lnTo>
                  <a:lnTo>
                    <a:pt x="675132" y="1878965"/>
                  </a:lnTo>
                  <a:lnTo>
                    <a:pt x="586866" y="1846707"/>
                  </a:lnTo>
                  <a:lnTo>
                    <a:pt x="503047" y="1806067"/>
                  </a:lnTo>
                  <a:lnTo>
                    <a:pt x="423799" y="1758061"/>
                  </a:lnTo>
                  <a:lnTo>
                    <a:pt x="349631" y="1702562"/>
                  </a:lnTo>
                  <a:lnTo>
                    <a:pt x="281559" y="1640459"/>
                  </a:lnTo>
                  <a:lnTo>
                    <a:pt x="219583" y="1572387"/>
                  </a:lnTo>
                  <a:lnTo>
                    <a:pt x="163957" y="1498219"/>
                  </a:lnTo>
                  <a:lnTo>
                    <a:pt x="116077" y="1419352"/>
                  </a:lnTo>
                  <a:lnTo>
                    <a:pt x="75437" y="1335151"/>
                  </a:lnTo>
                  <a:lnTo>
                    <a:pt x="43179" y="1246886"/>
                  </a:lnTo>
                  <a:lnTo>
                    <a:pt x="19431" y="1154557"/>
                  </a:lnTo>
                  <a:lnTo>
                    <a:pt x="4952" y="1059688"/>
                  </a:lnTo>
                  <a:lnTo>
                    <a:pt x="1270" y="1010412"/>
                  </a:lnTo>
                  <a:lnTo>
                    <a:pt x="0" y="960882"/>
                  </a:lnTo>
                  <a:lnTo>
                    <a:pt x="1270" y="911733"/>
                  </a:lnTo>
                  <a:lnTo>
                    <a:pt x="4952" y="862838"/>
                  </a:lnTo>
                  <a:lnTo>
                    <a:pt x="19431" y="767461"/>
                  </a:lnTo>
                  <a:lnTo>
                    <a:pt x="43179" y="675259"/>
                  </a:lnTo>
                  <a:lnTo>
                    <a:pt x="75437" y="586994"/>
                  </a:lnTo>
                  <a:lnTo>
                    <a:pt x="116077" y="503174"/>
                  </a:lnTo>
                  <a:lnTo>
                    <a:pt x="163957" y="423799"/>
                  </a:lnTo>
                  <a:lnTo>
                    <a:pt x="219583" y="349631"/>
                  </a:lnTo>
                  <a:lnTo>
                    <a:pt x="281559" y="281559"/>
                  </a:lnTo>
                  <a:lnTo>
                    <a:pt x="349631" y="219583"/>
                  </a:lnTo>
                  <a:lnTo>
                    <a:pt x="423799" y="163957"/>
                  </a:lnTo>
                  <a:lnTo>
                    <a:pt x="503047" y="116078"/>
                  </a:lnTo>
                  <a:lnTo>
                    <a:pt x="586866" y="75311"/>
                  </a:lnTo>
                  <a:lnTo>
                    <a:pt x="675132" y="43053"/>
                  </a:lnTo>
                  <a:lnTo>
                    <a:pt x="767334" y="19304"/>
                  </a:lnTo>
                  <a:lnTo>
                    <a:pt x="862584" y="4826"/>
                  </a:lnTo>
                  <a:lnTo>
                    <a:pt x="911606" y="1143"/>
                  </a:lnTo>
                  <a:lnTo>
                    <a:pt x="961009" y="0"/>
                  </a:lnTo>
                  <a:close/>
                </a:path>
              </a:pathLst>
            </a:custGeom>
            <a:noFill/>
            <a:ln cap="flat" cmpd="sng" w="28575">
              <a:solidFill>
                <a:srgbClr val="85C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8" name="Google Shape;858;p32"/>
          <p:cNvGrpSpPr/>
          <p:nvPr/>
        </p:nvGrpSpPr>
        <p:grpSpPr>
          <a:xfrm>
            <a:off x="6084696" y="982599"/>
            <a:ext cx="1922145" cy="1931670"/>
            <a:chOff x="6084696" y="982599"/>
            <a:chExt cx="1922145" cy="1931670"/>
          </a:xfrm>
        </p:grpSpPr>
        <p:pic>
          <p:nvPicPr>
            <p:cNvPr id="859" name="Google Shape;859;p3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99047" y="996950"/>
              <a:ext cx="1892807" cy="19024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0" name="Google Shape;860;p32"/>
            <p:cNvSpPr/>
            <p:nvPr/>
          </p:nvSpPr>
          <p:spPr>
            <a:xfrm>
              <a:off x="6084696" y="982599"/>
              <a:ext cx="1922145" cy="1931670"/>
            </a:xfrm>
            <a:custGeom>
              <a:rect b="b" l="l" r="r" t="t"/>
              <a:pathLst>
                <a:path extrusionOk="0" h="1931670" w="1922145">
                  <a:moveTo>
                    <a:pt x="961008" y="0"/>
                  </a:moveTo>
                  <a:lnTo>
                    <a:pt x="1010538" y="1270"/>
                  </a:lnTo>
                  <a:lnTo>
                    <a:pt x="1059560" y="4952"/>
                  </a:lnTo>
                  <a:lnTo>
                    <a:pt x="1154810" y="19812"/>
                  </a:lnTo>
                  <a:lnTo>
                    <a:pt x="1246631" y="43561"/>
                  </a:lnTo>
                  <a:lnTo>
                    <a:pt x="1334897" y="75818"/>
                  </a:lnTo>
                  <a:lnTo>
                    <a:pt x="1419098" y="116459"/>
                  </a:lnTo>
                  <a:lnTo>
                    <a:pt x="1497964" y="165226"/>
                  </a:lnTo>
                  <a:lnTo>
                    <a:pt x="1572132" y="220852"/>
                  </a:lnTo>
                  <a:lnTo>
                    <a:pt x="1640204" y="282828"/>
                  </a:lnTo>
                  <a:lnTo>
                    <a:pt x="1702180" y="351789"/>
                  </a:lnTo>
                  <a:lnTo>
                    <a:pt x="1757806" y="425830"/>
                  </a:lnTo>
                  <a:lnTo>
                    <a:pt x="1805685" y="505587"/>
                  </a:lnTo>
                  <a:lnTo>
                    <a:pt x="1845945" y="589788"/>
                  </a:lnTo>
                  <a:lnTo>
                    <a:pt x="1878583" y="678434"/>
                  </a:lnTo>
                  <a:lnTo>
                    <a:pt x="1901952" y="771143"/>
                  </a:lnTo>
                  <a:lnTo>
                    <a:pt x="1916429" y="866775"/>
                  </a:lnTo>
                  <a:lnTo>
                    <a:pt x="1920494" y="915670"/>
                  </a:lnTo>
                  <a:lnTo>
                    <a:pt x="1921636" y="965708"/>
                  </a:lnTo>
                  <a:lnTo>
                    <a:pt x="1920494" y="1015111"/>
                  </a:lnTo>
                  <a:lnTo>
                    <a:pt x="1916810" y="1064514"/>
                  </a:lnTo>
                  <a:lnTo>
                    <a:pt x="1902332" y="1160145"/>
                  </a:lnTo>
                  <a:lnTo>
                    <a:pt x="1878583" y="1252854"/>
                  </a:lnTo>
                  <a:lnTo>
                    <a:pt x="1846326" y="1341501"/>
                  </a:lnTo>
                  <a:lnTo>
                    <a:pt x="1805685" y="1426083"/>
                  </a:lnTo>
                  <a:lnTo>
                    <a:pt x="1757806" y="1505458"/>
                  </a:lnTo>
                  <a:lnTo>
                    <a:pt x="1702180" y="1580006"/>
                  </a:lnTo>
                  <a:lnTo>
                    <a:pt x="1640204" y="1648460"/>
                  </a:lnTo>
                  <a:lnTo>
                    <a:pt x="1572132" y="1710816"/>
                  </a:lnTo>
                  <a:lnTo>
                    <a:pt x="1497964" y="1766442"/>
                  </a:lnTo>
                  <a:lnTo>
                    <a:pt x="1419098" y="1814829"/>
                  </a:lnTo>
                  <a:lnTo>
                    <a:pt x="1334897" y="1855470"/>
                  </a:lnTo>
                  <a:lnTo>
                    <a:pt x="1246631" y="1887727"/>
                  </a:lnTo>
                  <a:lnTo>
                    <a:pt x="1154429" y="1911477"/>
                  </a:lnTo>
                  <a:lnTo>
                    <a:pt x="1059560" y="1926463"/>
                  </a:lnTo>
                  <a:lnTo>
                    <a:pt x="1010157" y="1930018"/>
                  </a:lnTo>
                  <a:lnTo>
                    <a:pt x="961008" y="1931289"/>
                  </a:lnTo>
                  <a:lnTo>
                    <a:pt x="911605" y="1930018"/>
                  </a:lnTo>
                  <a:lnTo>
                    <a:pt x="862583" y="1926463"/>
                  </a:lnTo>
                  <a:lnTo>
                    <a:pt x="767333" y="1911477"/>
                  </a:lnTo>
                  <a:lnTo>
                    <a:pt x="675131" y="1887727"/>
                  </a:lnTo>
                  <a:lnTo>
                    <a:pt x="586867" y="1855470"/>
                  </a:lnTo>
                  <a:lnTo>
                    <a:pt x="503047" y="1814829"/>
                  </a:lnTo>
                  <a:lnTo>
                    <a:pt x="423799" y="1766442"/>
                  </a:lnTo>
                  <a:lnTo>
                    <a:pt x="349630" y="1710816"/>
                  </a:lnTo>
                  <a:lnTo>
                    <a:pt x="281558" y="1648460"/>
                  </a:lnTo>
                  <a:lnTo>
                    <a:pt x="219582" y="1580006"/>
                  </a:lnTo>
                  <a:lnTo>
                    <a:pt x="163956" y="1505458"/>
                  </a:lnTo>
                  <a:lnTo>
                    <a:pt x="116077" y="1426083"/>
                  </a:lnTo>
                  <a:lnTo>
                    <a:pt x="75311" y="1341501"/>
                  </a:lnTo>
                  <a:lnTo>
                    <a:pt x="43179" y="1252854"/>
                  </a:lnTo>
                  <a:lnTo>
                    <a:pt x="19430" y="1160145"/>
                  </a:lnTo>
                  <a:lnTo>
                    <a:pt x="4952" y="1064514"/>
                  </a:lnTo>
                  <a:lnTo>
                    <a:pt x="1269" y="1015111"/>
                  </a:lnTo>
                  <a:lnTo>
                    <a:pt x="0" y="965580"/>
                  </a:lnTo>
                  <a:lnTo>
                    <a:pt x="1269" y="916177"/>
                  </a:lnTo>
                  <a:lnTo>
                    <a:pt x="4952" y="866775"/>
                  </a:lnTo>
                  <a:lnTo>
                    <a:pt x="19430" y="771143"/>
                  </a:lnTo>
                  <a:lnTo>
                    <a:pt x="43179" y="678814"/>
                  </a:lnTo>
                  <a:lnTo>
                    <a:pt x="75311" y="589788"/>
                  </a:lnTo>
                  <a:lnTo>
                    <a:pt x="116077" y="505587"/>
                  </a:lnTo>
                  <a:lnTo>
                    <a:pt x="163956" y="425830"/>
                  </a:lnTo>
                  <a:lnTo>
                    <a:pt x="219582" y="351789"/>
                  </a:lnTo>
                  <a:lnTo>
                    <a:pt x="281558" y="282828"/>
                  </a:lnTo>
                  <a:lnTo>
                    <a:pt x="349630" y="220852"/>
                  </a:lnTo>
                  <a:lnTo>
                    <a:pt x="423672" y="165226"/>
                  </a:lnTo>
                  <a:lnTo>
                    <a:pt x="503047" y="116459"/>
                  </a:lnTo>
                  <a:lnTo>
                    <a:pt x="586867" y="75818"/>
                  </a:lnTo>
                  <a:lnTo>
                    <a:pt x="675131" y="43561"/>
                  </a:lnTo>
                  <a:lnTo>
                    <a:pt x="767333" y="19812"/>
                  </a:lnTo>
                  <a:lnTo>
                    <a:pt x="862583" y="4952"/>
                  </a:lnTo>
                  <a:lnTo>
                    <a:pt x="911605" y="1270"/>
                  </a:lnTo>
                  <a:lnTo>
                    <a:pt x="961008" y="0"/>
                  </a:lnTo>
                  <a:close/>
                </a:path>
              </a:pathLst>
            </a:custGeom>
            <a:noFill/>
            <a:ln cap="flat" cmpd="sng" w="28575">
              <a:solidFill>
                <a:srgbClr val="3DB8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1" name="Google Shape;861;p32"/>
          <p:cNvGrpSpPr/>
          <p:nvPr/>
        </p:nvGrpSpPr>
        <p:grpSpPr>
          <a:xfrm>
            <a:off x="9321672" y="2076195"/>
            <a:ext cx="1971167" cy="2338070"/>
            <a:chOff x="9321672" y="2076195"/>
            <a:chExt cx="1971167" cy="2338070"/>
          </a:xfrm>
        </p:grpSpPr>
        <p:pic>
          <p:nvPicPr>
            <p:cNvPr id="862" name="Google Shape;862;p3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336023" y="2496946"/>
              <a:ext cx="1892807" cy="19024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3" name="Google Shape;863;p32"/>
            <p:cNvSpPr/>
            <p:nvPr/>
          </p:nvSpPr>
          <p:spPr>
            <a:xfrm>
              <a:off x="9321672" y="2482595"/>
              <a:ext cx="1922145" cy="1931670"/>
            </a:xfrm>
            <a:custGeom>
              <a:rect b="b" l="l" r="r" t="t"/>
              <a:pathLst>
                <a:path extrusionOk="0" h="1931670" w="1922145">
                  <a:moveTo>
                    <a:pt x="961008" y="0"/>
                  </a:moveTo>
                  <a:lnTo>
                    <a:pt x="1010538" y="1269"/>
                  </a:lnTo>
                  <a:lnTo>
                    <a:pt x="1059560" y="4952"/>
                  </a:lnTo>
                  <a:lnTo>
                    <a:pt x="1154810" y="19812"/>
                  </a:lnTo>
                  <a:lnTo>
                    <a:pt x="1246631" y="43561"/>
                  </a:lnTo>
                  <a:lnTo>
                    <a:pt x="1334897" y="75818"/>
                  </a:lnTo>
                  <a:lnTo>
                    <a:pt x="1419098" y="116458"/>
                  </a:lnTo>
                  <a:lnTo>
                    <a:pt x="1497965" y="165226"/>
                  </a:lnTo>
                  <a:lnTo>
                    <a:pt x="1572132" y="220852"/>
                  </a:lnTo>
                  <a:lnTo>
                    <a:pt x="1640204" y="282828"/>
                  </a:lnTo>
                  <a:lnTo>
                    <a:pt x="1702180" y="351789"/>
                  </a:lnTo>
                  <a:lnTo>
                    <a:pt x="1757806" y="425830"/>
                  </a:lnTo>
                  <a:lnTo>
                    <a:pt x="1805685" y="505587"/>
                  </a:lnTo>
                  <a:lnTo>
                    <a:pt x="1845945" y="589788"/>
                  </a:lnTo>
                  <a:lnTo>
                    <a:pt x="1878583" y="678433"/>
                  </a:lnTo>
                  <a:lnTo>
                    <a:pt x="1901952" y="771143"/>
                  </a:lnTo>
                  <a:lnTo>
                    <a:pt x="1916429" y="866775"/>
                  </a:lnTo>
                  <a:lnTo>
                    <a:pt x="1920494" y="915669"/>
                  </a:lnTo>
                  <a:lnTo>
                    <a:pt x="1921636" y="965707"/>
                  </a:lnTo>
                  <a:lnTo>
                    <a:pt x="1920494" y="1015111"/>
                  </a:lnTo>
                  <a:lnTo>
                    <a:pt x="1916810" y="1064514"/>
                  </a:lnTo>
                  <a:lnTo>
                    <a:pt x="1902332" y="1160145"/>
                  </a:lnTo>
                  <a:lnTo>
                    <a:pt x="1878583" y="1252854"/>
                  </a:lnTo>
                  <a:lnTo>
                    <a:pt x="1846326" y="1341501"/>
                  </a:lnTo>
                  <a:lnTo>
                    <a:pt x="1805685" y="1426083"/>
                  </a:lnTo>
                  <a:lnTo>
                    <a:pt x="1757806" y="1505458"/>
                  </a:lnTo>
                  <a:lnTo>
                    <a:pt x="1702180" y="1580006"/>
                  </a:lnTo>
                  <a:lnTo>
                    <a:pt x="1640204" y="1648459"/>
                  </a:lnTo>
                  <a:lnTo>
                    <a:pt x="1572132" y="1710816"/>
                  </a:lnTo>
                  <a:lnTo>
                    <a:pt x="1497965" y="1766442"/>
                  </a:lnTo>
                  <a:lnTo>
                    <a:pt x="1419098" y="1814829"/>
                  </a:lnTo>
                  <a:lnTo>
                    <a:pt x="1334897" y="1855470"/>
                  </a:lnTo>
                  <a:lnTo>
                    <a:pt x="1246631" y="1887727"/>
                  </a:lnTo>
                  <a:lnTo>
                    <a:pt x="1154429" y="1911477"/>
                  </a:lnTo>
                  <a:lnTo>
                    <a:pt x="1059560" y="1926462"/>
                  </a:lnTo>
                  <a:lnTo>
                    <a:pt x="1010157" y="1930018"/>
                  </a:lnTo>
                  <a:lnTo>
                    <a:pt x="961008" y="1931289"/>
                  </a:lnTo>
                  <a:lnTo>
                    <a:pt x="911605" y="1930018"/>
                  </a:lnTo>
                  <a:lnTo>
                    <a:pt x="862583" y="1926462"/>
                  </a:lnTo>
                  <a:lnTo>
                    <a:pt x="767333" y="1911477"/>
                  </a:lnTo>
                  <a:lnTo>
                    <a:pt x="675131" y="1887727"/>
                  </a:lnTo>
                  <a:lnTo>
                    <a:pt x="586867" y="1855470"/>
                  </a:lnTo>
                  <a:lnTo>
                    <a:pt x="503047" y="1814829"/>
                  </a:lnTo>
                  <a:lnTo>
                    <a:pt x="423799" y="1766442"/>
                  </a:lnTo>
                  <a:lnTo>
                    <a:pt x="349630" y="1710816"/>
                  </a:lnTo>
                  <a:lnTo>
                    <a:pt x="281558" y="1648459"/>
                  </a:lnTo>
                  <a:lnTo>
                    <a:pt x="219582" y="1580006"/>
                  </a:lnTo>
                  <a:lnTo>
                    <a:pt x="163956" y="1505458"/>
                  </a:lnTo>
                  <a:lnTo>
                    <a:pt x="116077" y="1426083"/>
                  </a:lnTo>
                  <a:lnTo>
                    <a:pt x="75310" y="1341501"/>
                  </a:lnTo>
                  <a:lnTo>
                    <a:pt x="43179" y="1252854"/>
                  </a:lnTo>
                  <a:lnTo>
                    <a:pt x="19430" y="1160145"/>
                  </a:lnTo>
                  <a:lnTo>
                    <a:pt x="4952" y="1064514"/>
                  </a:lnTo>
                  <a:lnTo>
                    <a:pt x="1270" y="1015111"/>
                  </a:lnTo>
                  <a:lnTo>
                    <a:pt x="0" y="965580"/>
                  </a:lnTo>
                  <a:lnTo>
                    <a:pt x="1270" y="916177"/>
                  </a:lnTo>
                  <a:lnTo>
                    <a:pt x="4952" y="866775"/>
                  </a:lnTo>
                  <a:lnTo>
                    <a:pt x="19430" y="771143"/>
                  </a:lnTo>
                  <a:lnTo>
                    <a:pt x="43179" y="678814"/>
                  </a:lnTo>
                  <a:lnTo>
                    <a:pt x="75310" y="589788"/>
                  </a:lnTo>
                  <a:lnTo>
                    <a:pt x="116077" y="505587"/>
                  </a:lnTo>
                  <a:lnTo>
                    <a:pt x="163956" y="425830"/>
                  </a:lnTo>
                  <a:lnTo>
                    <a:pt x="219582" y="351789"/>
                  </a:lnTo>
                  <a:lnTo>
                    <a:pt x="281558" y="282828"/>
                  </a:lnTo>
                  <a:lnTo>
                    <a:pt x="349630" y="220852"/>
                  </a:lnTo>
                  <a:lnTo>
                    <a:pt x="423672" y="165226"/>
                  </a:lnTo>
                  <a:lnTo>
                    <a:pt x="503047" y="116458"/>
                  </a:lnTo>
                  <a:lnTo>
                    <a:pt x="586867" y="75818"/>
                  </a:lnTo>
                  <a:lnTo>
                    <a:pt x="675131" y="43561"/>
                  </a:lnTo>
                  <a:lnTo>
                    <a:pt x="767333" y="19812"/>
                  </a:lnTo>
                  <a:lnTo>
                    <a:pt x="862583" y="4952"/>
                  </a:lnTo>
                  <a:lnTo>
                    <a:pt x="911605" y="1269"/>
                  </a:lnTo>
                  <a:lnTo>
                    <a:pt x="961008" y="0"/>
                  </a:lnTo>
                  <a:close/>
                </a:path>
              </a:pathLst>
            </a:custGeom>
            <a:noFill/>
            <a:ln cap="flat" cmpd="sng" w="28575">
              <a:solidFill>
                <a:srgbClr val="FFA8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64" name="Google Shape;864;p3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378439" y="2076221"/>
              <a:ext cx="914145" cy="9143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5" name="Google Shape;865;p32"/>
            <p:cNvSpPr/>
            <p:nvPr/>
          </p:nvSpPr>
          <p:spPr>
            <a:xfrm>
              <a:off x="10378439" y="2076195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457200"/>
                  </a:moveTo>
                  <a:lnTo>
                    <a:pt x="2359" y="410458"/>
                  </a:lnTo>
                  <a:lnTo>
                    <a:pt x="9284" y="365066"/>
                  </a:lnTo>
                  <a:lnTo>
                    <a:pt x="20545" y="321253"/>
                  </a:lnTo>
                  <a:lnTo>
                    <a:pt x="35913" y="279249"/>
                  </a:lnTo>
                  <a:lnTo>
                    <a:pt x="55157" y="239283"/>
                  </a:lnTo>
                  <a:lnTo>
                    <a:pt x="78049" y="201587"/>
                  </a:lnTo>
                  <a:lnTo>
                    <a:pt x="104359" y="166390"/>
                  </a:lnTo>
                  <a:lnTo>
                    <a:pt x="133857" y="133921"/>
                  </a:lnTo>
                  <a:lnTo>
                    <a:pt x="166314" y="104411"/>
                  </a:lnTo>
                  <a:lnTo>
                    <a:pt x="201500" y="78090"/>
                  </a:lnTo>
                  <a:lnTo>
                    <a:pt x="239186" y="55187"/>
                  </a:lnTo>
                  <a:lnTo>
                    <a:pt x="279142" y="35933"/>
                  </a:lnTo>
                  <a:lnTo>
                    <a:pt x="321138" y="20557"/>
                  </a:lnTo>
                  <a:lnTo>
                    <a:pt x="364944" y="9289"/>
                  </a:lnTo>
                  <a:lnTo>
                    <a:pt x="410333" y="2360"/>
                  </a:lnTo>
                  <a:lnTo>
                    <a:pt x="457073" y="0"/>
                  </a:lnTo>
                  <a:lnTo>
                    <a:pt x="503812" y="2360"/>
                  </a:lnTo>
                  <a:lnTo>
                    <a:pt x="549201" y="9289"/>
                  </a:lnTo>
                  <a:lnTo>
                    <a:pt x="593007" y="20557"/>
                  </a:lnTo>
                  <a:lnTo>
                    <a:pt x="635003" y="35933"/>
                  </a:lnTo>
                  <a:lnTo>
                    <a:pt x="674959" y="55187"/>
                  </a:lnTo>
                  <a:lnTo>
                    <a:pt x="712645" y="78090"/>
                  </a:lnTo>
                  <a:lnTo>
                    <a:pt x="747831" y="104411"/>
                  </a:lnTo>
                  <a:lnTo>
                    <a:pt x="780288" y="133921"/>
                  </a:lnTo>
                  <a:lnTo>
                    <a:pt x="809786" y="166390"/>
                  </a:lnTo>
                  <a:lnTo>
                    <a:pt x="836096" y="201587"/>
                  </a:lnTo>
                  <a:lnTo>
                    <a:pt x="858988" y="239283"/>
                  </a:lnTo>
                  <a:lnTo>
                    <a:pt x="878232" y="279249"/>
                  </a:lnTo>
                  <a:lnTo>
                    <a:pt x="893600" y="321253"/>
                  </a:lnTo>
                  <a:lnTo>
                    <a:pt x="904861" y="365066"/>
                  </a:lnTo>
                  <a:lnTo>
                    <a:pt x="911786" y="410458"/>
                  </a:lnTo>
                  <a:lnTo>
                    <a:pt x="914145" y="457200"/>
                  </a:lnTo>
                  <a:lnTo>
                    <a:pt x="911786" y="503941"/>
                  </a:lnTo>
                  <a:lnTo>
                    <a:pt x="904861" y="549333"/>
                  </a:lnTo>
                  <a:lnTo>
                    <a:pt x="893600" y="593146"/>
                  </a:lnTo>
                  <a:lnTo>
                    <a:pt x="878232" y="635150"/>
                  </a:lnTo>
                  <a:lnTo>
                    <a:pt x="858988" y="675116"/>
                  </a:lnTo>
                  <a:lnTo>
                    <a:pt x="836096" y="712812"/>
                  </a:lnTo>
                  <a:lnTo>
                    <a:pt x="809786" y="748009"/>
                  </a:lnTo>
                  <a:lnTo>
                    <a:pt x="780288" y="780478"/>
                  </a:lnTo>
                  <a:lnTo>
                    <a:pt x="747831" y="809988"/>
                  </a:lnTo>
                  <a:lnTo>
                    <a:pt x="712645" y="836309"/>
                  </a:lnTo>
                  <a:lnTo>
                    <a:pt x="674959" y="859212"/>
                  </a:lnTo>
                  <a:lnTo>
                    <a:pt x="635003" y="878466"/>
                  </a:lnTo>
                  <a:lnTo>
                    <a:pt x="593007" y="893842"/>
                  </a:lnTo>
                  <a:lnTo>
                    <a:pt x="549201" y="905110"/>
                  </a:lnTo>
                  <a:lnTo>
                    <a:pt x="503812" y="912039"/>
                  </a:lnTo>
                  <a:lnTo>
                    <a:pt x="457073" y="914400"/>
                  </a:lnTo>
                  <a:lnTo>
                    <a:pt x="410333" y="912039"/>
                  </a:lnTo>
                  <a:lnTo>
                    <a:pt x="364944" y="905110"/>
                  </a:lnTo>
                  <a:lnTo>
                    <a:pt x="321138" y="893842"/>
                  </a:lnTo>
                  <a:lnTo>
                    <a:pt x="279142" y="878466"/>
                  </a:lnTo>
                  <a:lnTo>
                    <a:pt x="239186" y="859212"/>
                  </a:lnTo>
                  <a:lnTo>
                    <a:pt x="201500" y="836309"/>
                  </a:lnTo>
                  <a:lnTo>
                    <a:pt x="166314" y="809988"/>
                  </a:lnTo>
                  <a:lnTo>
                    <a:pt x="133857" y="780478"/>
                  </a:lnTo>
                  <a:lnTo>
                    <a:pt x="104359" y="748009"/>
                  </a:lnTo>
                  <a:lnTo>
                    <a:pt x="78049" y="712812"/>
                  </a:lnTo>
                  <a:lnTo>
                    <a:pt x="55157" y="675116"/>
                  </a:lnTo>
                  <a:lnTo>
                    <a:pt x="35913" y="635150"/>
                  </a:lnTo>
                  <a:lnTo>
                    <a:pt x="20545" y="593146"/>
                  </a:lnTo>
                  <a:lnTo>
                    <a:pt x="9284" y="549333"/>
                  </a:lnTo>
                  <a:lnTo>
                    <a:pt x="2359" y="503941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6" name="Google Shape;866;p32"/>
          <p:cNvSpPr txBox="1"/>
          <p:nvPr/>
        </p:nvSpPr>
        <p:spPr>
          <a:xfrm>
            <a:off x="1176655" y="3617785"/>
            <a:ext cx="1941830" cy="8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065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Répartissez vous  en  équipes de 5 à 6  étudiants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67" name="Google Shape;867;p32"/>
          <p:cNvGrpSpPr/>
          <p:nvPr/>
        </p:nvGrpSpPr>
        <p:grpSpPr>
          <a:xfrm>
            <a:off x="2377439" y="1070102"/>
            <a:ext cx="914400" cy="914400"/>
            <a:chOff x="2377439" y="1070102"/>
            <a:chExt cx="914400" cy="914400"/>
          </a:xfrm>
        </p:grpSpPr>
        <p:pic>
          <p:nvPicPr>
            <p:cNvPr id="868" name="Google Shape;868;p3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377439" y="1070127"/>
              <a:ext cx="914146" cy="9143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9" name="Google Shape;869;p32"/>
            <p:cNvSpPr/>
            <p:nvPr/>
          </p:nvSpPr>
          <p:spPr>
            <a:xfrm>
              <a:off x="2377439" y="1070102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457200"/>
                  </a:moveTo>
                  <a:lnTo>
                    <a:pt x="2359" y="410458"/>
                  </a:lnTo>
                  <a:lnTo>
                    <a:pt x="9284" y="365066"/>
                  </a:lnTo>
                  <a:lnTo>
                    <a:pt x="20545" y="321253"/>
                  </a:lnTo>
                  <a:lnTo>
                    <a:pt x="35913" y="279249"/>
                  </a:lnTo>
                  <a:lnTo>
                    <a:pt x="55157" y="239283"/>
                  </a:lnTo>
                  <a:lnTo>
                    <a:pt x="78049" y="201587"/>
                  </a:lnTo>
                  <a:lnTo>
                    <a:pt x="104359" y="166390"/>
                  </a:lnTo>
                  <a:lnTo>
                    <a:pt x="133857" y="133921"/>
                  </a:lnTo>
                  <a:lnTo>
                    <a:pt x="166314" y="104411"/>
                  </a:lnTo>
                  <a:lnTo>
                    <a:pt x="201500" y="78090"/>
                  </a:lnTo>
                  <a:lnTo>
                    <a:pt x="239186" y="55187"/>
                  </a:lnTo>
                  <a:lnTo>
                    <a:pt x="279142" y="35933"/>
                  </a:lnTo>
                  <a:lnTo>
                    <a:pt x="321138" y="20557"/>
                  </a:lnTo>
                  <a:lnTo>
                    <a:pt x="364944" y="9289"/>
                  </a:lnTo>
                  <a:lnTo>
                    <a:pt x="410333" y="2360"/>
                  </a:lnTo>
                  <a:lnTo>
                    <a:pt x="457073" y="0"/>
                  </a:lnTo>
                  <a:lnTo>
                    <a:pt x="503812" y="2360"/>
                  </a:lnTo>
                  <a:lnTo>
                    <a:pt x="549201" y="9289"/>
                  </a:lnTo>
                  <a:lnTo>
                    <a:pt x="593007" y="20557"/>
                  </a:lnTo>
                  <a:lnTo>
                    <a:pt x="635003" y="35933"/>
                  </a:lnTo>
                  <a:lnTo>
                    <a:pt x="674959" y="55187"/>
                  </a:lnTo>
                  <a:lnTo>
                    <a:pt x="712645" y="78090"/>
                  </a:lnTo>
                  <a:lnTo>
                    <a:pt x="747831" y="104411"/>
                  </a:lnTo>
                  <a:lnTo>
                    <a:pt x="780288" y="133921"/>
                  </a:lnTo>
                  <a:lnTo>
                    <a:pt x="809786" y="166390"/>
                  </a:lnTo>
                  <a:lnTo>
                    <a:pt x="836096" y="201587"/>
                  </a:lnTo>
                  <a:lnTo>
                    <a:pt x="858988" y="239283"/>
                  </a:lnTo>
                  <a:lnTo>
                    <a:pt x="878232" y="279249"/>
                  </a:lnTo>
                  <a:lnTo>
                    <a:pt x="893600" y="321253"/>
                  </a:lnTo>
                  <a:lnTo>
                    <a:pt x="904861" y="365066"/>
                  </a:lnTo>
                  <a:lnTo>
                    <a:pt x="911786" y="410458"/>
                  </a:lnTo>
                  <a:lnTo>
                    <a:pt x="914146" y="457200"/>
                  </a:lnTo>
                  <a:lnTo>
                    <a:pt x="911786" y="503941"/>
                  </a:lnTo>
                  <a:lnTo>
                    <a:pt x="904861" y="549333"/>
                  </a:lnTo>
                  <a:lnTo>
                    <a:pt x="893600" y="593146"/>
                  </a:lnTo>
                  <a:lnTo>
                    <a:pt x="878232" y="635150"/>
                  </a:lnTo>
                  <a:lnTo>
                    <a:pt x="858988" y="675116"/>
                  </a:lnTo>
                  <a:lnTo>
                    <a:pt x="836096" y="712812"/>
                  </a:lnTo>
                  <a:lnTo>
                    <a:pt x="809786" y="748009"/>
                  </a:lnTo>
                  <a:lnTo>
                    <a:pt x="780288" y="780478"/>
                  </a:lnTo>
                  <a:lnTo>
                    <a:pt x="747831" y="809988"/>
                  </a:lnTo>
                  <a:lnTo>
                    <a:pt x="712645" y="836309"/>
                  </a:lnTo>
                  <a:lnTo>
                    <a:pt x="674959" y="859212"/>
                  </a:lnTo>
                  <a:lnTo>
                    <a:pt x="635003" y="878466"/>
                  </a:lnTo>
                  <a:lnTo>
                    <a:pt x="593007" y="893842"/>
                  </a:lnTo>
                  <a:lnTo>
                    <a:pt x="549201" y="905110"/>
                  </a:lnTo>
                  <a:lnTo>
                    <a:pt x="503812" y="912039"/>
                  </a:lnTo>
                  <a:lnTo>
                    <a:pt x="457073" y="914400"/>
                  </a:lnTo>
                  <a:lnTo>
                    <a:pt x="410333" y="912039"/>
                  </a:lnTo>
                  <a:lnTo>
                    <a:pt x="364944" y="905110"/>
                  </a:lnTo>
                  <a:lnTo>
                    <a:pt x="321138" y="893842"/>
                  </a:lnTo>
                  <a:lnTo>
                    <a:pt x="279142" y="878466"/>
                  </a:lnTo>
                  <a:lnTo>
                    <a:pt x="239186" y="859212"/>
                  </a:lnTo>
                  <a:lnTo>
                    <a:pt x="201500" y="836309"/>
                  </a:lnTo>
                  <a:lnTo>
                    <a:pt x="166314" y="809988"/>
                  </a:lnTo>
                  <a:lnTo>
                    <a:pt x="133858" y="780478"/>
                  </a:lnTo>
                  <a:lnTo>
                    <a:pt x="104359" y="748009"/>
                  </a:lnTo>
                  <a:lnTo>
                    <a:pt x="78049" y="712812"/>
                  </a:lnTo>
                  <a:lnTo>
                    <a:pt x="55157" y="675116"/>
                  </a:lnTo>
                  <a:lnTo>
                    <a:pt x="35913" y="635150"/>
                  </a:lnTo>
                  <a:lnTo>
                    <a:pt x="20545" y="593146"/>
                  </a:lnTo>
                  <a:lnTo>
                    <a:pt x="9284" y="549333"/>
                  </a:lnTo>
                  <a:lnTo>
                    <a:pt x="2359" y="503941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cap="flat" cmpd="sng" w="190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0" name="Google Shape;870;p32"/>
          <p:cNvSpPr txBox="1"/>
          <p:nvPr/>
        </p:nvSpPr>
        <p:spPr>
          <a:xfrm>
            <a:off x="4085716" y="5114607"/>
            <a:ext cx="1370330" cy="57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15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Vous disposez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de 20 minutes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1" name="Google Shape;871;p32"/>
          <p:cNvGrpSpPr/>
          <p:nvPr/>
        </p:nvGrpSpPr>
        <p:grpSpPr>
          <a:xfrm>
            <a:off x="4471415" y="2286533"/>
            <a:ext cx="923925" cy="915137"/>
            <a:chOff x="4471415" y="2286533"/>
            <a:chExt cx="923925" cy="915137"/>
          </a:xfrm>
        </p:grpSpPr>
        <p:pic>
          <p:nvPicPr>
            <p:cNvPr id="872" name="Google Shape;872;p3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471415" y="2286533"/>
              <a:ext cx="923543" cy="914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3" name="Google Shape;873;p32"/>
            <p:cNvSpPr/>
            <p:nvPr/>
          </p:nvSpPr>
          <p:spPr>
            <a:xfrm>
              <a:off x="4471415" y="2286635"/>
              <a:ext cx="923925" cy="915035"/>
            </a:xfrm>
            <a:custGeom>
              <a:rect b="b" l="l" r="r" t="t"/>
              <a:pathLst>
                <a:path extrusionOk="0" h="915035" w="923925">
                  <a:moveTo>
                    <a:pt x="0" y="457200"/>
                  </a:moveTo>
                  <a:lnTo>
                    <a:pt x="2384" y="410458"/>
                  </a:lnTo>
                  <a:lnTo>
                    <a:pt x="9382" y="365066"/>
                  </a:lnTo>
                  <a:lnTo>
                    <a:pt x="20761" y="321253"/>
                  </a:lnTo>
                  <a:lnTo>
                    <a:pt x="36290" y="279249"/>
                  </a:lnTo>
                  <a:lnTo>
                    <a:pt x="55736" y="239283"/>
                  </a:lnTo>
                  <a:lnTo>
                    <a:pt x="78866" y="201587"/>
                  </a:lnTo>
                  <a:lnTo>
                    <a:pt x="105450" y="166390"/>
                  </a:lnTo>
                  <a:lnTo>
                    <a:pt x="135254" y="133921"/>
                  </a:lnTo>
                  <a:lnTo>
                    <a:pt x="168047" y="104411"/>
                  </a:lnTo>
                  <a:lnTo>
                    <a:pt x="203596" y="78090"/>
                  </a:lnTo>
                  <a:lnTo>
                    <a:pt x="241670" y="55187"/>
                  </a:lnTo>
                  <a:lnTo>
                    <a:pt x="282035" y="35933"/>
                  </a:lnTo>
                  <a:lnTo>
                    <a:pt x="324460" y="20557"/>
                  </a:lnTo>
                  <a:lnTo>
                    <a:pt x="368712" y="9289"/>
                  </a:lnTo>
                  <a:lnTo>
                    <a:pt x="414560" y="2360"/>
                  </a:lnTo>
                  <a:lnTo>
                    <a:pt x="461772" y="0"/>
                  </a:lnTo>
                  <a:lnTo>
                    <a:pt x="508983" y="2360"/>
                  </a:lnTo>
                  <a:lnTo>
                    <a:pt x="554831" y="9289"/>
                  </a:lnTo>
                  <a:lnTo>
                    <a:pt x="599083" y="20557"/>
                  </a:lnTo>
                  <a:lnTo>
                    <a:pt x="641508" y="35933"/>
                  </a:lnTo>
                  <a:lnTo>
                    <a:pt x="681873" y="55187"/>
                  </a:lnTo>
                  <a:lnTo>
                    <a:pt x="719947" y="78090"/>
                  </a:lnTo>
                  <a:lnTo>
                    <a:pt x="755496" y="104411"/>
                  </a:lnTo>
                  <a:lnTo>
                    <a:pt x="788289" y="133921"/>
                  </a:lnTo>
                  <a:lnTo>
                    <a:pt x="818093" y="166390"/>
                  </a:lnTo>
                  <a:lnTo>
                    <a:pt x="844677" y="201587"/>
                  </a:lnTo>
                  <a:lnTo>
                    <a:pt x="867807" y="239283"/>
                  </a:lnTo>
                  <a:lnTo>
                    <a:pt x="887253" y="279249"/>
                  </a:lnTo>
                  <a:lnTo>
                    <a:pt x="902782" y="321253"/>
                  </a:lnTo>
                  <a:lnTo>
                    <a:pt x="914161" y="365066"/>
                  </a:lnTo>
                  <a:lnTo>
                    <a:pt x="921159" y="410458"/>
                  </a:lnTo>
                  <a:lnTo>
                    <a:pt x="923544" y="457200"/>
                  </a:lnTo>
                  <a:lnTo>
                    <a:pt x="921159" y="503963"/>
                  </a:lnTo>
                  <a:lnTo>
                    <a:pt x="914161" y="549375"/>
                  </a:lnTo>
                  <a:lnTo>
                    <a:pt x="902782" y="593205"/>
                  </a:lnTo>
                  <a:lnTo>
                    <a:pt x="887253" y="635224"/>
                  </a:lnTo>
                  <a:lnTo>
                    <a:pt x="867807" y="675201"/>
                  </a:lnTo>
                  <a:lnTo>
                    <a:pt x="844677" y="712908"/>
                  </a:lnTo>
                  <a:lnTo>
                    <a:pt x="818093" y="748114"/>
                  </a:lnTo>
                  <a:lnTo>
                    <a:pt x="788289" y="780589"/>
                  </a:lnTo>
                  <a:lnTo>
                    <a:pt x="755496" y="810104"/>
                  </a:lnTo>
                  <a:lnTo>
                    <a:pt x="719947" y="836430"/>
                  </a:lnTo>
                  <a:lnTo>
                    <a:pt x="681873" y="859335"/>
                  </a:lnTo>
                  <a:lnTo>
                    <a:pt x="641508" y="878591"/>
                  </a:lnTo>
                  <a:lnTo>
                    <a:pt x="599083" y="893968"/>
                  </a:lnTo>
                  <a:lnTo>
                    <a:pt x="554831" y="905236"/>
                  </a:lnTo>
                  <a:lnTo>
                    <a:pt x="508983" y="912166"/>
                  </a:lnTo>
                  <a:lnTo>
                    <a:pt x="461772" y="914526"/>
                  </a:lnTo>
                  <a:lnTo>
                    <a:pt x="414560" y="912166"/>
                  </a:lnTo>
                  <a:lnTo>
                    <a:pt x="368712" y="905236"/>
                  </a:lnTo>
                  <a:lnTo>
                    <a:pt x="324460" y="893968"/>
                  </a:lnTo>
                  <a:lnTo>
                    <a:pt x="282035" y="878591"/>
                  </a:lnTo>
                  <a:lnTo>
                    <a:pt x="241670" y="859335"/>
                  </a:lnTo>
                  <a:lnTo>
                    <a:pt x="203596" y="836430"/>
                  </a:lnTo>
                  <a:lnTo>
                    <a:pt x="168047" y="810104"/>
                  </a:lnTo>
                  <a:lnTo>
                    <a:pt x="135254" y="780589"/>
                  </a:lnTo>
                  <a:lnTo>
                    <a:pt x="105450" y="748114"/>
                  </a:lnTo>
                  <a:lnTo>
                    <a:pt x="78866" y="712908"/>
                  </a:lnTo>
                  <a:lnTo>
                    <a:pt x="55736" y="675201"/>
                  </a:lnTo>
                  <a:lnTo>
                    <a:pt x="36290" y="635224"/>
                  </a:lnTo>
                  <a:lnTo>
                    <a:pt x="20761" y="593205"/>
                  </a:lnTo>
                  <a:lnTo>
                    <a:pt x="9382" y="549375"/>
                  </a:lnTo>
                  <a:lnTo>
                    <a:pt x="2384" y="503963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4" name="Google Shape;874;p32"/>
          <p:cNvSpPr txBox="1"/>
          <p:nvPr/>
        </p:nvSpPr>
        <p:spPr>
          <a:xfrm>
            <a:off x="5682741" y="3133724"/>
            <a:ext cx="3037205" cy="3322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57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 u="sng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T.A.F: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015" lvl="0" marL="287020" marR="4127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comprendre et situer chaque  carte à la force du marché  correspondante (selon le  modèle de PORTER) sur la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02055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trame.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8745" lvl="0" marL="222884" marR="105410" rtl="0" algn="just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2"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rajouter le signe </a:t>
            </a:r>
            <a:r>
              <a:rPr b="1" lang="fr-FR" sz="1800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(+)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 le  signe </a:t>
            </a:r>
            <a:r>
              <a:rPr b="1" lang="fr-F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(-)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 chaque Post-it,  selon que son contenu reflète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065" lvl="0" marL="12065" marR="5080" rtl="0" algn="ctr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r>
              <a:rPr b="1" lang="fr-FR" sz="1800" u="sng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intensification</a:t>
            </a:r>
            <a:r>
              <a:rPr b="1" lang="fr-FR" sz="1800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 une  </a:t>
            </a:r>
            <a:r>
              <a:rPr b="1" lang="fr-FR" sz="18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atténuation</a:t>
            </a:r>
            <a:r>
              <a:rPr b="1" lang="fr-F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la menace ou du  pouvoir en question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5" name="Google Shape;875;p32"/>
          <p:cNvGrpSpPr/>
          <p:nvPr/>
        </p:nvGrpSpPr>
        <p:grpSpPr>
          <a:xfrm>
            <a:off x="7525511" y="859789"/>
            <a:ext cx="914400" cy="914400"/>
            <a:chOff x="7525511" y="859789"/>
            <a:chExt cx="914400" cy="914400"/>
          </a:xfrm>
        </p:grpSpPr>
        <p:pic>
          <p:nvPicPr>
            <p:cNvPr id="876" name="Google Shape;876;p3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525511" y="859789"/>
              <a:ext cx="914146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7" name="Google Shape;877;p32"/>
            <p:cNvSpPr/>
            <p:nvPr/>
          </p:nvSpPr>
          <p:spPr>
            <a:xfrm>
              <a:off x="7525511" y="859789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457200"/>
                  </a:moveTo>
                  <a:lnTo>
                    <a:pt x="2359" y="410437"/>
                  </a:lnTo>
                  <a:lnTo>
                    <a:pt x="9284" y="365029"/>
                  </a:lnTo>
                  <a:lnTo>
                    <a:pt x="20545" y="321206"/>
                  </a:lnTo>
                  <a:lnTo>
                    <a:pt x="35913" y="279195"/>
                  </a:lnTo>
                  <a:lnTo>
                    <a:pt x="55157" y="239227"/>
                  </a:lnTo>
                  <a:lnTo>
                    <a:pt x="78049" y="201531"/>
                  </a:lnTo>
                  <a:lnTo>
                    <a:pt x="104359" y="166337"/>
                  </a:lnTo>
                  <a:lnTo>
                    <a:pt x="133857" y="133873"/>
                  </a:lnTo>
                  <a:lnTo>
                    <a:pt x="166314" y="104370"/>
                  </a:lnTo>
                  <a:lnTo>
                    <a:pt x="201500" y="78056"/>
                  </a:lnTo>
                  <a:lnTo>
                    <a:pt x="239186" y="55161"/>
                  </a:lnTo>
                  <a:lnTo>
                    <a:pt x="279142" y="35915"/>
                  </a:lnTo>
                  <a:lnTo>
                    <a:pt x="321138" y="20546"/>
                  </a:lnTo>
                  <a:lnTo>
                    <a:pt x="364944" y="9284"/>
                  </a:lnTo>
                  <a:lnTo>
                    <a:pt x="410333" y="2359"/>
                  </a:lnTo>
                  <a:lnTo>
                    <a:pt x="457073" y="0"/>
                  </a:lnTo>
                  <a:lnTo>
                    <a:pt x="503812" y="2359"/>
                  </a:lnTo>
                  <a:lnTo>
                    <a:pt x="549201" y="9284"/>
                  </a:lnTo>
                  <a:lnTo>
                    <a:pt x="593007" y="20546"/>
                  </a:lnTo>
                  <a:lnTo>
                    <a:pt x="635003" y="35915"/>
                  </a:lnTo>
                  <a:lnTo>
                    <a:pt x="674959" y="55161"/>
                  </a:lnTo>
                  <a:lnTo>
                    <a:pt x="712645" y="78056"/>
                  </a:lnTo>
                  <a:lnTo>
                    <a:pt x="747831" y="104370"/>
                  </a:lnTo>
                  <a:lnTo>
                    <a:pt x="780288" y="133873"/>
                  </a:lnTo>
                  <a:lnTo>
                    <a:pt x="809786" y="166337"/>
                  </a:lnTo>
                  <a:lnTo>
                    <a:pt x="836096" y="201531"/>
                  </a:lnTo>
                  <a:lnTo>
                    <a:pt x="858988" y="239227"/>
                  </a:lnTo>
                  <a:lnTo>
                    <a:pt x="878232" y="279195"/>
                  </a:lnTo>
                  <a:lnTo>
                    <a:pt x="893600" y="321206"/>
                  </a:lnTo>
                  <a:lnTo>
                    <a:pt x="904861" y="365029"/>
                  </a:lnTo>
                  <a:lnTo>
                    <a:pt x="911786" y="410437"/>
                  </a:lnTo>
                  <a:lnTo>
                    <a:pt x="914146" y="457200"/>
                  </a:lnTo>
                  <a:lnTo>
                    <a:pt x="911786" y="503941"/>
                  </a:lnTo>
                  <a:lnTo>
                    <a:pt x="904861" y="549333"/>
                  </a:lnTo>
                  <a:lnTo>
                    <a:pt x="893600" y="593146"/>
                  </a:lnTo>
                  <a:lnTo>
                    <a:pt x="878232" y="635150"/>
                  </a:lnTo>
                  <a:lnTo>
                    <a:pt x="858988" y="675116"/>
                  </a:lnTo>
                  <a:lnTo>
                    <a:pt x="836096" y="712812"/>
                  </a:lnTo>
                  <a:lnTo>
                    <a:pt x="809786" y="748009"/>
                  </a:lnTo>
                  <a:lnTo>
                    <a:pt x="780288" y="780478"/>
                  </a:lnTo>
                  <a:lnTo>
                    <a:pt x="747831" y="809988"/>
                  </a:lnTo>
                  <a:lnTo>
                    <a:pt x="712645" y="836309"/>
                  </a:lnTo>
                  <a:lnTo>
                    <a:pt x="674959" y="859212"/>
                  </a:lnTo>
                  <a:lnTo>
                    <a:pt x="635003" y="878466"/>
                  </a:lnTo>
                  <a:lnTo>
                    <a:pt x="593007" y="893842"/>
                  </a:lnTo>
                  <a:lnTo>
                    <a:pt x="549201" y="905110"/>
                  </a:lnTo>
                  <a:lnTo>
                    <a:pt x="503812" y="912039"/>
                  </a:lnTo>
                  <a:lnTo>
                    <a:pt x="457073" y="914400"/>
                  </a:lnTo>
                  <a:lnTo>
                    <a:pt x="410333" y="912039"/>
                  </a:lnTo>
                  <a:lnTo>
                    <a:pt x="364944" y="905110"/>
                  </a:lnTo>
                  <a:lnTo>
                    <a:pt x="321138" y="893842"/>
                  </a:lnTo>
                  <a:lnTo>
                    <a:pt x="279142" y="878466"/>
                  </a:lnTo>
                  <a:lnTo>
                    <a:pt x="239186" y="859212"/>
                  </a:lnTo>
                  <a:lnTo>
                    <a:pt x="201500" y="836309"/>
                  </a:lnTo>
                  <a:lnTo>
                    <a:pt x="166314" y="809988"/>
                  </a:lnTo>
                  <a:lnTo>
                    <a:pt x="133857" y="780478"/>
                  </a:lnTo>
                  <a:lnTo>
                    <a:pt x="104359" y="748009"/>
                  </a:lnTo>
                  <a:lnTo>
                    <a:pt x="78049" y="712812"/>
                  </a:lnTo>
                  <a:lnTo>
                    <a:pt x="55157" y="675116"/>
                  </a:lnTo>
                  <a:lnTo>
                    <a:pt x="35913" y="635150"/>
                  </a:lnTo>
                  <a:lnTo>
                    <a:pt x="20545" y="593146"/>
                  </a:lnTo>
                  <a:lnTo>
                    <a:pt x="9284" y="549333"/>
                  </a:lnTo>
                  <a:lnTo>
                    <a:pt x="2359" y="503941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cap="flat" cmpd="sng" w="190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8" name="Google Shape;878;p32"/>
          <p:cNvSpPr txBox="1"/>
          <p:nvPr/>
        </p:nvSpPr>
        <p:spPr>
          <a:xfrm>
            <a:off x="9399905" y="4697412"/>
            <a:ext cx="2247265" cy="8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333E50"/>
                </a:solidFill>
                <a:latin typeface="Calibri"/>
                <a:ea typeface="Calibri"/>
                <a:cs typeface="Calibri"/>
                <a:sym typeface="Calibri"/>
              </a:rPr>
              <a:t>Nommez un rapporteur  par équipe pour  répondre 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2"/>
          <p:cNvSpPr txBox="1"/>
          <p:nvPr>
            <p:ph type="title"/>
          </p:nvPr>
        </p:nvSpPr>
        <p:spPr>
          <a:xfrm>
            <a:off x="3473703" y="220344"/>
            <a:ext cx="4082415" cy="509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15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MEMOBOOST GAME</a:t>
            </a:r>
            <a:endParaRPr sz="31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0" name="Google Shape;880;p32"/>
          <p:cNvSpPr txBox="1"/>
          <p:nvPr/>
        </p:nvSpPr>
        <p:spPr>
          <a:xfrm>
            <a:off x="78739" y="714756"/>
            <a:ext cx="2924175" cy="509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150">
                <a:solidFill>
                  <a:srgbClr val="006F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régles du jeu :</a:t>
            </a:r>
            <a:endParaRPr sz="3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1" name="Google Shape;881;p3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278623" y="0"/>
            <a:ext cx="4910328" cy="2149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6" name="Google Shape;88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567105"/>
            <a:ext cx="7616952" cy="5716397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33"/>
          <p:cNvSpPr txBox="1"/>
          <p:nvPr/>
        </p:nvSpPr>
        <p:spPr>
          <a:xfrm>
            <a:off x="11091291" y="6435712"/>
            <a:ext cx="19050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2023-09-30T13:05:56Z</dcterms:created>
  <dc:creator>Unknown User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2022-11-06T00:00:00Z</vt:filetime>
  </property>
  <property fmtid="{D5CDD505-2E9C-101B-9397-08002B2CF9AE}" pid="3" name="LastSaved">
    <vt:filetime>2023-09-30T00:00:00Z</vt:filetime>
  </property>
</Properties>
</file>